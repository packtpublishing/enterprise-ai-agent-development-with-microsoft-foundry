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2" r:id="rId3"/>
  </p:sldMasterIdLst>
  <p:notesMasterIdLst>
    <p:notesMasterId r:id="rId31"/>
  </p:notesMasterIdLst>
  <p:sldIdLst>
    <p:sldId id="287" r:id="rId4"/>
    <p:sldId id="288" r:id="rId5"/>
    <p:sldId id="289" r:id="rId6"/>
    <p:sldId id="258" r:id="rId7"/>
    <p:sldId id="259" r:id="rId8"/>
    <p:sldId id="262" r:id="rId9"/>
    <p:sldId id="264" r:id="rId10"/>
    <p:sldId id="261" r:id="rId11"/>
    <p:sldId id="260" r:id="rId12"/>
    <p:sldId id="654" r:id="rId13"/>
    <p:sldId id="663" r:id="rId14"/>
    <p:sldId id="664" r:id="rId15"/>
    <p:sldId id="667" r:id="rId16"/>
    <p:sldId id="655" r:id="rId17"/>
    <p:sldId id="660" r:id="rId18"/>
    <p:sldId id="659" r:id="rId19"/>
    <p:sldId id="658" r:id="rId20"/>
    <p:sldId id="668" r:id="rId21"/>
    <p:sldId id="279" r:id="rId22"/>
    <p:sldId id="280" r:id="rId23"/>
    <p:sldId id="281" r:id="rId24"/>
    <p:sldId id="675" r:id="rId25"/>
    <p:sldId id="669" r:id="rId26"/>
    <p:sldId id="670" r:id="rId27"/>
    <p:sldId id="674" r:id="rId28"/>
    <p:sldId id="285" r:id="rId29"/>
    <p:sldId id="28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E575B4-8C66-47ED-9A81-F76AC9C2BEF6}" v="461" dt="2026-08-06T19:53:51.9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601" autoAdjust="0"/>
  </p:normalViewPr>
  <p:slideViewPr>
    <p:cSldViewPr snapToGrid="0" snapToObjects="1">
      <p:cViewPr varScale="1">
        <p:scale>
          <a:sx n="81" d="100"/>
          <a:sy n="81" d="100"/>
        </p:scale>
        <p:origin x="72" y="3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microsoft.com/office/2016/11/relationships/changesInfo" Target="changesInfos/changesInfo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evoir Williams" userId="6a45007046124a3d" providerId="LiveId" clId="{31B64E46-1C5C-4743-A303-318E4CF79BB5}"/>
    <pc:docChg chg="undo custSel addSld delSld modSld sldOrd delMainMaster">
      <pc:chgData name="Trevoir Williams" userId="6a45007046124a3d" providerId="LiveId" clId="{31B64E46-1C5C-4743-A303-318E4CF79BB5}" dt="2026-08-07T12:33:20.144" v="969" actId="47"/>
      <pc:docMkLst>
        <pc:docMk/>
      </pc:docMkLst>
      <pc:sldChg chg="modSp add del mod modNotes">
        <pc:chgData name="Trevoir Williams" userId="6a45007046124a3d" providerId="LiveId" clId="{31B64E46-1C5C-4743-A303-318E4CF79BB5}" dt="2026-08-07T12:31:12.119" v="941" actId="47"/>
        <pc:sldMkLst>
          <pc:docMk/>
          <pc:sldMk cId="867276265" sldId="257"/>
        </pc:sldMkLst>
      </pc:sldChg>
      <pc:sldChg chg="modSp add del mod setBg">
        <pc:chgData name="Trevoir Williams" userId="6a45007046124a3d" providerId="LiveId" clId="{31B64E46-1C5C-4743-A303-318E4CF79BB5}" dt="2026-08-06T15:06:40.927" v="216" actId="20577"/>
        <pc:sldMkLst>
          <pc:docMk/>
          <pc:sldMk cId="1350660321" sldId="258"/>
        </pc:sldMkLst>
        <pc:spChg chg="mod">
          <ac:chgData name="Trevoir Williams" userId="6a45007046124a3d" providerId="LiveId" clId="{31B64E46-1C5C-4743-A303-318E4CF79BB5}" dt="2026-08-06T15:06:40.927" v="216" actId="20577"/>
          <ac:spMkLst>
            <pc:docMk/>
            <pc:sldMk cId="1350660321" sldId="258"/>
            <ac:spMk id="7" creationId="{4C944522-CFD1-4018-BF5A-D03DB49109A2}"/>
          </ac:spMkLst>
        </pc:spChg>
      </pc:sldChg>
      <pc:sldChg chg="modSp mod ord addAnim delAnim modAnim modNotes">
        <pc:chgData name="Trevoir Williams" userId="6a45007046124a3d" providerId="LiveId" clId="{31B64E46-1C5C-4743-A303-318E4CF79BB5}" dt="2026-08-06T15:11:49.790" v="218"/>
        <pc:sldMkLst>
          <pc:docMk/>
          <pc:sldMk cId="1436911029" sldId="259"/>
        </pc:sldMkLst>
        <pc:spChg chg="mod">
          <ac:chgData name="Trevoir Williams" userId="6a45007046124a3d" providerId="LiveId" clId="{31B64E46-1C5C-4743-A303-318E4CF79BB5}" dt="2026-08-05T22:36:15.895" v="44" actId="26606"/>
          <ac:spMkLst>
            <pc:docMk/>
            <pc:sldMk cId="1436911029" sldId="259"/>
            <ac:spMk id="4" creationId="{E2FBB65B-ECD7-49FC-964E-991E95CE05E9}"/>
          </ac:spMkLst>
        </pc:spChg>
        <pc:spChg chg="mod">
          <ac:chgData name="Trevoir Williams" userId="6a45007046124a3d" providerId="LiveId" clId="{31B64E46-1C5C-4743-A303-318E4CF79BB5}" dt="2026-08-05T22:36:15.895" v="44" actId="26606"/>
          <ac:spMkLst>
            <pc:docMk/>
            <pc:sldMk cId="1436911029" sldId="259"/>
            <ac:spMk id="5" creationId="{D7ED262D-2607-4BBD-92DB-993F1B5EA6C0}"/>
          </ac:spMkLst>
        </pc:spChg>
        <pc:spChg chg="mod">
          <ac:chgData name="Trevoir Williams" userId="6a45007046124a3d" providerId="LiveId" clId="{31B64E46-1C5C-4743-A303-318E4CF79BB5}" dt="2026-08-05T22:36:15.895" v="44" actId="26606"/>
          <ac:spMkLst>
            <pc:docMk/>
            <pc:sldMk cId="1436911029" sldId="259"/>
            <ac:spMk id="6" creationId="{C85EA4CA-C465-43A4-87F4-8199B5E80AB3}"/>
          </ac:spMkLst>
        </pc:spChg>
        <pc:spChg chg="mod">
          <ac:chgData name="Trevoir Williams" userId="6a45007046124a3d" providerId="LiveId" clId="{31B64E46-1C5C-4743-A303-318E4CF79BB5}" dt="2026-08-05T22:36:15.895" v="44" actId="26606"/>
          <ac:spMkLst>
            <pc:docMk/>
            <pc:sldMk cId="1436911029" sldId="259"/>
            <ac:spMk id="7" creationId="{0B588175-4D98-442A-9805-13B4DC29A28E}"/>
          </ac:spMkLst>
        </pc:spChg>
        <pc:spChg chg="mod">
          <ac:chgData name="Trevoir Williams" userId="6a45007046124a3d" providerId="LiveId" clId="{31B64E46-1C5C-4743-A303-318E4CF79BB5}" dt="2026-08-05T22:36:15.895" v="44" actId="26606"/>
          <ac:spMkLst>
            <pc:docMk/>
            <pc:sldMk cId="1436911029" sldId="259"/>
            <ac:spMk id="10" creationId="{D87B2452-1269-4C1D-8A91-0CDA0AFDC53E}"/>
          </ac:spMkLst>
        </pc:spChg>
        <pc:spChg chg="mod">
          <ac:chgData name="Trevoir Williams" userId="6a45007046124a3d" providerId="LiveId" clId="{31B64E46-1C5C-4743-A303-318E4CF79BB5}" dt="2026-08-05T22:36:15.895" v="44" actId="26606"/>
          <ac:spMkLst>
            <pc:docMk/>
            <pc:sldMk cId="1436911029" sldId="259"/>
            <ac:spMk id="11" creationId="{4978B366-2098-430D-B5F4-D1F0873E4FE3}"/>
          </ac:spMkLst>
        </pc:spChg>
        <pc:spChg chg="mod">
          <ac:chgData name="Trevoir Williams" userId="6a45007046124a3d" providerId="LiveId" clId="{31B64E46-1C5C-4743-A303-318E4CF79BB5}" dt="2026-08-06T00:13:35.428" v="112" actId="20577"/>
          <ac:spMkLst>
            <pc:docMk/>
            <pc:sldMk cId="1436911029" sldId="259"/>
            <ac:spMk id="12" creationId="{EAF2D74C-1D30-4E7F-BF6C-4C03B8F6D5FF}"/>
          </ac:spMkLst>
        </pc:spChg>
      </pc:sldChg>
      <pc:sldChg chg="modSp mod modAnim modNotes">
        <pc:chgData name="Trevoir Williams" userId="6a45007046124a3d" providerId="LiveId" clId="{31B64E46-1C5C-4743-A303-318E4CF79BB5}" dt="2026-08-06T00:12:26.868" v="60"/>
        <pc:sldMkLst>
          <pc:docMk/>
          <pc:sldMk cId="5393360" sldId="260"/>
        </pc:sldMkLst>
        <pc:spChg chg="mod">
          <ac:chgData name="Trevoir Williams" userId="6a45007046124a3d" providerId="LiveId" clId="{31B64E46-1C5C-4743-A303-318E4CF79BB5}" dt="2026-08-05T22:36:15.895" v="44" actId="26606"/>
          <ac:spMkLst>
            <pc:docMk/>
            <pc:sldMk cId="5393360" sldId="260"/>
            <ac:spMk id="6" creationId="{943DBD22-89C7-4A32-B800-EBCC3D0CA376}"/>
          </ac:spMkLst>
        </pc:spChg>
        <pc:spChg chg="mod">
          <ac:chgData name="Trevoir Williams" userId="6a45007046124a3d" providerId="LiveId" clId="{31B64E46-1C5C-4743-A303-318E4CF79BB5}" dt="2026-08-05T22:36:15.895" v="44" actId="26606"/>
          <ac:spMkLst>
            <pc:docMk/>
            <pc:sldMk cId="5393360" sldId="260"/>
            <ac:spMk id="8" creationId="{4631D177-9E3D-4408-8F54-4D6028C46831}"/>
          </ac:spMkLst>
        </pc:spChg>
        <pc:spChg chg="mod">
          <ac:chgData name="Trevoir Williams" userId="6a45007046124a3d" providerId="LiveId" clId="{31B64E46-1C5C-4743-A303-318E4CF79BB5}" dt="2026-08-05T22:36:15.895" v="44" actId="26606"/>
          <ac:spMkLst>
            <pc:docMk/>
            <pc:sldMk cId="5393360" sldId="260"/>
            <ac:spMk id="11" creationId="{E1AF0949-D240-4A2D-B63D-804E66C73995}"/>
          </ac:spMkLst>
        </pc:spChg>
        <pc:spChg chg="mod">
          <ac:chgData name="Trevoir Williams" userId="6a45007046124a3d" providerId="LiveId" clId="{31B64E46-1C5C-4743-A303-318E4CF79BB5}" dt="2026-08-05T22:36:15.895" v="44" actId="26606"/>
          <ac:spMkLst>
            <pc:docMk/>
            <pc:sldMk cId="5393360" sldId="260"/>
            <ac:spMk id="14" creationId="{9AC36E34-A37B-48CC-954D-E0B5A9BD435B}"/>
          </ac:spMkLst>
        </pc:spChg>
        <pc:spChg chg="mod">
          <ac:chgData name="Trevoir Williams" userId="6a45007046124a3d" providerId="LiveId" clId="{31B64E46-1C5C-4743-A303-318E4CF79BB5}" dt="2026-08-05T22:36:15.895" v="44" actId="26606"/>
          <ac:spMkLst>
            <pc:docMk/>
            <pc:sldMk cId="5393360" sldId="260"/>
            <ac:spMk id="17" creationId="{BC8407D7-9D70-4D9F-BA6B-8C419A65B819}"/>
          </ac:spMkLst>
        </pc:spChg>
      </pc:sldChg>
      <pc:sldChg chg="modSp mod ord modAnim modNotes">
        <pc:chgData name="Trevoir Williams" userId="6a45007046124a3d" providerId="LiveId" clId="{31B64E46-1C5C-4743-A303-318E4CF79BB5}" dt="2026-08-06T15:11:53.402" v="220"/>
        <pc:sldMkLst>
          <pc:docMk/>
          <pc:sldMk cId="2754288496" sldId="261"/>
        </pc:sldMkLst>
        <pc:spChg chg="mod">
          <ac:chgData name="Trevoir Williams" userId="6a45007046124a3d" providerId="LiveId" clId="{31B64E46-1C5C-4743-A303-318E4CF79BB5}" dt="2026-08-05T22:36:15.895" v="44" actId="26606"/>
          <ac:spMkLst>
            <pc:docMk/>
            <pc:sldMk cId="2754288496" sldId="261"/>
            <ac:spMk id="4" creationId="{47C2ED1A-65E2-CBC7-7458-02C7580D5B3F}"/>
          </ac:spMkLst>
        </pc:spChg>
        <pc:spChg chg="mod">
          <ac:chgData name="Trevoir Williams" userId="6a45007046124a3d" providerId="LiveId" clId="{31B64E46-1C5C-4743-A303-318E4CF79BB5}" dt="2026-08-05T22:36:15.895" v="44" actId="26606"/>
          <ac:spMkLst>
            <pc:docMk/>
            <pc:sldMk cId="2754288496" sldId="261"/>
            <ac:spMk id="5" creationId="{27A8D024-8998-17BC-3F40-3014CBC718C0}"/>
          </ac:spMkLst>
        </pc:spChg>
        <pc:spChg chg="mod">
          <ac:chgData name="Trevoir Williams" userId="6a45007046124a3d" providerId="LiveId" clId="{31B64E46-1C5C-4743-A303-318E4CF79BB5}" dt="2026-08-05T22:36:15.895" v="44" actId="26606"/>
          <ac:spMkLst>
            <pc:docMk/>
            <pc:sldMk cId="2754288496" sldId="261"/>
            <ac:spMk id="6" creationId="{75ABE2C3-A94F-4747-E714-95C4E58F9CF3}"/>
          </ac:spMkLst>
        </pc:spChg>
        <pc:spChg chg="mod">
          <ac:chgData name="Trevoir Williams" userId="6a45007046124a3d" providerId="LiveId" clId="{31B64E46-1C5C-4743-A303-318E4CF79BB5}" dt="2026-08-05T22:36:15.895" v="44" actId="26606"/>
          <ac:spMkLst>
            <pc:docMk/>
            <pc:sldMk cId="2754288496" sldId="261"/>
            <ac:spMk id="22" creationId="{2477C9D2-128B-0E4B-581A-6B2B19ECAE1D}"/>
          </ac:spMkLst>
        </pc:spChg>
        <pc:spChg chg="mod">
          <ac:chgData name="Trevoir Williams" userId="6a45007046124a3d" providerId="LiveId" clId="{31B64E46-1C5C-4743-A303-318E4CF79BB5}" dt="2026-08-05T22:36:15.895" v="44" actId="26606"/>
          <ac:spMkLst>
            <pc:docMk/>
            <pc:sldMk cId="2754288496" sldId="261"/>
            <ac:spMk id="23" creationId="{497931DC-1DE9-1B1B-9E5F-280FD516B9FB}"/>
          </ac:spMkLst>
        </pc:spChg>
        <pc:spChg chg="mod">
          <ac:chgData name="Trevoir Williams" userId="6a45007046124a3d" providerId="LiveId" clId="{31B64E46-1C5C-4743-A303-318E4CF79BB5}" dt="2026-08-06T00:11:33.250" v="49" actId="403"/>
          <ac:spMkLst>
            <pc:docMk/>
            <pc:sldMk cId="2754288496" sldId="261"/>
            <ac:spMk id="24" creationId="{71301F7C-5E99-3507-667E-A94B059777B2}"/>
          </ac:spMkLst>
        </pc:spChg>
        <pc:spChg chg="mod">
          <ac:chgData name="Trevoir Williams" userId="6a45007046124a3d" providerId="LiveId" clId="{31B64E46-1C5C-4743-A303-318E4CF79BB5}" dt="2026-08-05T22:36:15.895" v="44" actId="26606"/>
          <ac:spMkLst>
            <pc:docMk/>
            <pc:sldMk cId="2754288496" sldId="261"/>
            <ac:spMk id="32" creationId="{9F916CB9-DE1D-6402-4169-513EECF8616F}"/>
          </ac:spMkLst>
        </pc:spChg>
        <pc:spChg chg="mod">
          <ac:chgData name="Trevoir Williams" userId="6a45007046124a3d" providerId="LiveId" clId="{31B64E46-1C5C-4743-A303-318E4CF79BB5}" dt="2026-08-05T22:36:15.895" v="44" actId="26606"/>
          <ac:spMkLst>
            <pc:docMk/>
            <pc:sldMk cId="2754288496" sldId="261"/>
            <ac:spMk id="33" creationId="{CB6C9478-2D84-AE77-6160-B8EAEBBE920C}"/>
          </ac:spMkLst>
        </pc:spChg>
        <pc:spChg chg="mod">
          <ac:chgData name="Trevoir Williams" userId="6a45007046124a3d" providerId="LiveId" clId="{31B64E46-1C5C-4743-A303-318E4CF79BB5}" dt="2026-08-06T00:11:40.088" v="56" actId="403"/>
          <ac:spMkLst>
            <pc:docMk/>
            <pc:sldMk cId="2754288496" sldId="261"/>
            <ac:spMk id="34" creationId="{E042B20B-6C42-48AC-5C9D-CAB302E91DD3}"/>
          </ac:spMkLst>
        </pc:spChg>
      </pc:sldChg>
      <pc:sldChg chg="modSp mod ord addAnim delAnim modAnim modNotes">
        <pc:chgData name="Trevoir Williams" userId="6a45007046124a3d" providerId="LiveId" clId="{31B64E46-1C5C-4743-A303-318E4CF79BB5}" dt="2026-08-06T15:12:12.705" v="222"/>
        <pc:sldMkLst>
          <pc:docMk/>
          <pc:sldMk cId="1436911029" sldId="262"/>
        </pc:sldMkLst>
        <pc:spChg chg="mod">
          <ac:chgData name="Trevoir Williams" userId="6a45007046124a3d" providerId="LiveId" clId="{31B64E46-1C5C-4743-A303-318E4CF79BB5}" dt="2026-08-05T22:36:15.895" v="44" actId="26606"/>
          <ac:spMkLst>
            <pc:docMk/>
            <pc:sldMk cId="1436911029" sldId="262"/>
            <ac:spMk id="4" creationId="{E2FBB65B-ECD7-49FC-964E-991E95CE05E9}"/>
          </ac:spMkLst>
        </pc:spChg>
        <pc:spChg chg="mod">
          <ac:chgData name="Trevoir Williams" userId="6a45007046124a3d" providerId="LiveId" clId="{31B64E46-1C5C-4743-A303-318E4CF79BB5}" dt="2026-08-05T22:36:15.895" v="44" actId="26606"/>
          <ac:spMkLst>
            <pc:docMk/>
            <pc:sldMk cId="1436911029" sldId="262"/>
            <ac:spMk id="6" creationId="{C85EA4CA-C465-43A4-87F4-8199B5E80AB3}"/>
          </ac:spMkLst>
        </pc:spChg>
        <pc:spChg chg="mod">
          <ac:chgData name="Trevoir Williams" userId="6a45007046124a3d" providerId="LiveId" clId="{31B64E46-1C5C-4743-A303-318E4CF79BB5}" dt="2026-08-05T22:36:15.895" v="44" actId="26606"/>
          <ac:spMkLst>
            <pc:docMk/>
            <pc:sldMk cId="1436911029" sldId="262"/>
            <ac:spMk id="7" creationId="{0B588175-4D98-442A-9805-13B4DC29A28E}"/>
          </ac:spMkLst>
        </pc:spChg>
        <pc:spChg chg="mod">
          <ac:chgData name="Trevoir Williams" userId="6a45007046124a3d" providerId="LiveId" clId="{31B64E46-1C5C-4743-A303-318E4CF79BB5}" dt="2026-08-05T22:36:15.895" v="44" actId="26606"/>
          <ac:spMkLst>
            <pc:docMk/>
            <pc:sldMk cId="1436911029" sldId="262"/>
            <ac:spMk id="10" creationId="{D87B2452-1269-4C1D-8A91-0CDA0AFDC53E}"/>
          </ac:spMkLst>
        </pc:spChg>
        <pc:spChg chg="mod">
          <ac:chgData name="Trevoir Williams" userId="6a45007046124a3d" providerId="LiveId" clId="{31B64E46-1C5C-4743-A303-318E4CF79BB5}" dt="2026-08-05T22:36:15.895" v="44" actId="26606"/>
          <ac:spMkLst>
            <pc:docMk/>
            <pc:sldMk cId="1436911029" sldId="262"/>
            <ac:spMk id="11" creationId="{4978B366-2098-430D-B5F4-D1F0873E4FE3}"/>
          </ac:spMkLst>
        </pc:spChg>
        <pc:spChg chg="mod">
          <ac:chgData name="Trevoir Williams" userId="6a45007046124a3d" providerId="LiveId" clId="{31B64E46-1C5C-4743-A303-318E4CF79BB5}" dt="2026-08-06T00:13:14.121" v="95" actId="20577"/>
          <ac:spMkLst>
            <pc:docMk/>
            <pc:sldMk cId="1436911029" sldId="262"/>
            <ac:spMk id="12" creationId="{EAF2D74C-1D30-4E7F-BF6C-4C03B8F6D5FF}"/>
          </ac:spMkLst>
        </pc:spChg>
      </pc:sldChg>
      <pc:sldChg chg="modSp del mod modAnim modNotes">
        <pc:chgData name="Trevoir Williams" userId="6a45007046124a3d" providerId="LiveId" clId="{31B64E46-1C5C-4743-A303-318E4CF79BB5}" dt="2026-08-07T12:32:04.070" v="948" actId="47"/>
        <pc:sldMkLst>
          <pc:docMk/>
          <pc:sldMk cId="365308250" sldId="263"/>
        </pc:sldMkLst>
        <pc:spChg chg="mod">
          <ac:chgData name="Trevoir Williams" userId="6a45007046124a3d" providerId="LiveId" clId="{31B64E46-1C5C-4743-A303-318E4CF79BB5}" dt="2026-08-05T22:36:15.895" v="44" actId="26606"/>
          <ac:spMkLst>
            <pc:docMk/>
            <pc:sldMk cId="365308250" sldId="263"/>
            <ac:spMk id="4" creationId="{3AA28FDA-7224-43EE-B775-82AA23818811}"/>
          </ac:spMkLst>
        </pc:spChg>
        <pc:spChg chg="mod">
          <ac:chgData name="Trevoir Williams" userId="6a45007046124a3d" providerId="LiveId" clId="{31B64E46-1C5C-4743-A303-318E4CF79BB5}" dt="2026-08-05T22:36:15.895" v="44" actId="26606"/>
          <ac:spMkLst>
            <pc:docMk/>
            <pc:sldMk cId="365308250" sldId="263"/>
            <ac:spMk id="6" creationId="{88F908A6-BC8C-4D1C-8202-3B8C793BA5A1}"/>
          </ac:spMkLst>
        </pc:spChg>
        <pc:spChg chg="mod">
          <ac:chgData name="Trevoir Williams" userId="6a45007046124a3d" providerId="LiveId" clId="{31B64E46-1C5C-4743-A303-318E4CF79BB5}" dt="2026-08-05T22:36:15.895" v="44" actId="26606"/>
          <ac:spMkLst>
            <pc:docMk/>
            <pc:sldMk cId="365308250" sldId="263"/>
            <ac:spMk id="21" creationId="{41782C0D-2CB0-457E-A76C-E447A44D4074}"/>
          </ac:spMkLst>
        </pc:spChg>
        <pc:spChg chg="mod">
          <ac:chgData name="Trevoir Williams" userId="6a45007046124a3d" providerId="LiveId" clId="{31B64E46-1C5C-4743-A303-318E4CF79BB5}" dt="2026-08-05T22:36:15.895" v="44" actId="26606"/>
          <ac:spMkLst>
            <pc:docMk/>
            <pc:sldMk cId="365308250" sldId="263"/>
            <ac:spMk id="22" creationId="{D1778A04-3D90-4FD2-8B6A-72F96C1E4A13}"/>
          </ac:spMkLst>
        </pc:spChg>
        <pc:spChg chg="mod">
          <ac:chgData name="Trevoir Williams" userId="6a45007046124a3d" providerId="LiveId" clId="{31B64E46-1C5C-4743-A303-318E4CF79BB5}" dt="2026-08-06T00:13:45.640" v="115" actId="403"/>
          <ac:spMkLst>
            <pc:docMk/>
            <pc:sldMk cId="365308250" sldId="263"/>
            <ac:spMk id="23" creationId="{A3AE264A-9696-42BC-937B-DE401B9239CC}"/>
          </ac:spMkLst>
        </pc:spChg>
        <pc:spChg chg="mod">
          <ac:chgData name="Trevoir Williams" userId="6a45007046124a3d" providerId="LiveId" clId="{31B64E46-1C5C-4743-A303-318E4CF79BB5}" dt="2026-08-05T22:36:15.895" v="44" actId="26606"/>
          <ac:spMkLst>
            <pc:docMk/>
            <pc:sldMk cId="365308250" sldId="263"/>
            <ac:spMk id="41" creationId="{7D33EDCA-7575-4C37-BD5D-027A01D73256}"/>
          </ac:spMkLst>
        </pc:spChg>
        <pc:spChg chg="mod">
          <ac:chgData name="Trevoir Williams" userId="6a45007046124a3d" providerId="LiveId" clId="{31B64E46-1C5C-4743-A303-318E4CF79BB5}" dt="2026-08-05T22:36:15.895" v="44" actId="26606"/>
          <ac:spMkLst>
            <pc:docMk/>
            <pc:sldMk cId="365308250" sldId="263"/>
            <ac:spMk id="42" creationId="{6D16289C-26F6-4DAA-9A47-27F70AB10470}"/>
          </ac:spMkLst>
        </pc:spChg>
        <pc:spChg chg="mod">
          <ac:chgData name="Trevoir Williams" userId="6a45007046124a3d" providerId="LiveId" clId="{31B64E46-1C5C-4743-A303-318E4CF79BB5}" dt="2026-08-06T00:13:49.322" v="118" actId="403"/>
          <ac:spMkLst>
            <pc:docMk/>
            <pc:sldMk cId="365308250" sldId="263"/>
            <ac:spMk id="43" creationId="{859C9C71-02CC-426E-B7E6-8CE3D1719C4B}"/>
          </ac:spMkLst>
        </pc:spChg>
        <pc:spChg chg="mod">
          <ac:chgData name="Trevoir Williams" userId="6a45007046124a3d" providerId="LiveId" clId="{31B64E46-1C5C-4743-A303-318E4CF79BB5}" dt="2026-08-05T22:36:15.895" v="44" actId="26606"/>
          <ac:spMkLst>
            <pc:docMk/>
            <pc:sldMk cId="365308250" sldId="263"/>
            <ac:spMk id="50" creationId="{AF56B58B-2DCF-4059-889F-0FF65F30C9DF}"/>
          </ac:spMkLst>
        </pc:spChg>
      </pc:sldChg>
      <pc:sldChg chg="modSp add del mod ord modNotes">
        <pc:chgData name="Trevoir Williams" userId="6a45007046124a3d" providerId="LiveId" clId="{31B64E46-1C5C-4743-A303-318E4CF79BB5}" dt="2026-08-06T15:12:30.225" v="224"/>
        <pc:sldMkLst>
          <pc:docMk/>
          <pc:sldMk cId="365308250" sldId="264"/>
        </pc:sldMkLst>
        <pc:spChg chg="mod">
          <ac:chgData name="Trevoir Williams" userId="6a45007046124a3d" providerId="LiveId" clId="{31B64E46-1C5C-4743-A303-318E4CF79BB5}" dt="2026-08-05T22:36:15.895" v="44" actId="26606"/>
          <ac:spMkLst>
            <pc:docMk/>
            <pc:sldMk cId="365308250" sldId="264"/>
            <ac:spMk id="4" creationId="{3AA28FDA-7224-43EE-B775-82AA23818811}"/>
          </ac:spMkLst>
        </pc:spChg>
        <pc:spChg chg="mod">
          <ac:chgData name="Trevoir Williams" userId="6a45007046124a3d" providerId="LiveId" clId="{31B64E46-1C5C-4743-A303-318E4CF79BB5}" dt="2026-08-05T22:36:15.895" v="44" actId="26606"/>
          <ac:spMkLst>
            <pc:docMk/>
            <pc:sldMk cId="365308250" sldId="264"/>
            <ac:spMk id="5" creationId="{9DA2A51F-E1F0-4271-9284-AB3641828F1C}"/>
          </ac:spMkLst>
        </pc:spChg>
        <pc:spChg chg="mod">
          <ac:chgData name="Trevoir Williams" userId="6a45007046124a3d" providerId="LiveId" clId="{31B64E46-1C5C-4743-A303-318E4CF79BB5}" dt="2026-08-05T22:36:15.895" v="44" actId="26606"/>
          <ac:spMkLst>
            <pc:docMk/>
            <pc:sldMk cId="365308250" sldId="264"/>
            <ac:spMk id="6" creationId="{88F908A6-BC8C-4D1C-8202-3B8C793BA5A1}"/>
          </ac:spMkLst>
        </pc:spChg>
        <pc:spChg chg="mod">
          <ac:chgData name="Trevoir Williams" userId="6a45007046124a3d" providerId="LiveId" clId="{31B64E46-1C5C-4743-A303-318E4CF79BB5}" dt="2026-08-05T22:36:15.895" v="44" actId="26606"/>
          <ac:spMkLst>
            <pc:docMk/>
            <pc:sldMk cId="365308250" sldId="264"/>
            <ac:spMk id="21" creationId="{41782C0D-2CB0-457E-A76C-E447A44D4074}"/>
          </ac:spMkLst>
        </pc:spChg>
        <pc:spChg chg="mod">
          <ac:chgData name="Trevoir Williams" userId="6a45007046124a3d" providerId="LiveId" clId="{31B64E46-1C5C-4743-A303-318E4CF79BB5}" dt="2026-08-05T22:36:15.895" v="44" actId="26606"/>
          <ac:spMkLst>
            <pc:docMk/>
            <pc:sldMk cId="365308250" sldId="264"/>
            <ac:spMk id="22" creationId="{D1778A04-3D90-4FD2-8B6A-72F96C1E4A13}"/>
          </ac:spMkLst>
        </pc:spChg>
        <pc:spChg chg="mod">
          <ac:chgData name="Trevoir Williams" userId="6a45007046124a3d" providerId="LiveId" clId="{31B64E46-1C5C-4743-A303-318E4CF79BB5}" dt="2026-08-05T22:36:15.895" v="44" actId="26606"/>
          <ac:spMkLst>
            <pc:docMk/>
            <pc:sldMk cId="365308250" sldId="264"/>
            <ac:spMk id="23" creationId="{A3AE264A-9696-42BC-937B-DE401B9239CC}"/>
          </ac:spMkLst>
        </pc:spChg>
        <pc:spChg chg="mod">
          <ac:chgData name="Trevoir Williams" userId="6a45007046124a3d" providerId="LiveId" clId="{31B64E46-1C5C-4743-A303-318E4CF79BB5}" dt="2026-08-05T22:36:15.895" v="44" actId="26606"/>
          <ac:spMkLst>
            <pc:docMk/>
            <pc:sldMk cId="365308250" sldId="264"/>
            <ac:spMk id="41" creationId="{7D33EDCA-7575-4C37-BD5D-027A01D73256}"/>
          </ac:spMkLst>
        </pc:spChg>
        <pc:spChg chg="mod">
          <ac:chgData name="Trevoir Williams" userId="6a45007046124a3d" providerId="LiveId" clId="{31B64E46-1C5C-4743-A303-318E4CF79BB5}" dt="2026-08-05T22:36:15.895" v="44" actId="26606"/>
          <ac:spMkLst>
            <pc:docMk/>
            <pc:sldMk cId="365308250" sldId="264"/>
            <ac:spMk id="42" creationId="{6D16289C-26F6-4DAA-9A47-27F70AB10470}"/>
          </ac:spMkLst>
        </pc:spChg>
        <pc:spChg chg="mod">
          <ac:chgData name="Trevoir Williams" userId="6a45007046124a3d" providerId="LiveId" clId="{31B64E46-1C5C-4743-A303-318E4CF79BB5}" dt="2026-08-05T22:36:15.895" v="44" actId="26606"/>
          <ac:spMkLst>
            <pc:docMk/>
            <pc:sldMk cId="365308250" sldId="264"/>
            <ac:spMk id="43" creationId="{859C9C71-02CC-426E-B7E6-8CE3D1719C4B}"/>
          </ac:spMkLst>
        </pc:spChg>
        <pc:spChg chg="mod">
          <ac:chgData name="Trevoir Williams" userId="6a45007046124a3d" providerId="LiveId" clId="{31B64E46-1C5C-4743-A303-318E4CF79BB5}" dt="2026-08-05T22:36:15.895" v="44" actId="26606"/>
          <ac:spMkLst>
            <pc:docMk/>
            <pc:sldMk cId="365308250" sldId="264"/>
            <ac:spMk id="50" creationId="{AF56B58B-2DCF-4059-889F-0FF65F30C9DF}"/>
          </ac:spMkLst>
        </pc:spChg>
      </pc:sldChg>
      <pc:sldChg chg="modSp add del mod modNotes">
        <pc:chgData name="Trevoir Williams" userId="6a45007046124a3d" providerId="LiveId" clId="{31B64E46-1C5C-4743-A303-318E4CF79BB5}" dt="2026-08-07T12:32:06.946" v="949" actId="47"/>
        <pc:sldMkLst>
          <pc:docMk/>
          <pc:sldMk cId="1436911029" sldId="265"/>
        </pc:sldMkLst>
        <pc:spChg chg="mod">
          <ac:chgData name="Trevoir Williams" userId="6a45007046124a3d" providerId="LiveId" clId="{31B64E46-1C5C-4743-A303-318E4CF79BB5}" dt="2026-08-05T22:36:15.895" v="44" actId="26606"/>
          <ac:spMkLst>
            <pc:docMk/>
            <pc:sldMk cId="1436911029" sldId="265"/>
            <ac:spMk id="4" creationId="{E2FBB65B-ECD7-49FC-964E-991E95CE05E9}"/>
          </ac:spMkLst>
        </pc:spChg>
        <pc:spChg chg="mod">
          <ac:chgData name="Trevoir Williams" userId="6a45007046124a3d" providerId="LiveId" clId="{31B64E46-1C5C-4743-A303-318E4CF79BB5}" dt="2026-08-05T22:36:15.895" v="44" actId="26606"/>
          <ac:spMkLst>
            <pc:docMk/>
            <pc:sldMk cId="1436911029" sldId="265"/>
            <ac:spMk id="5" creationId="{D7ED262D-2607-4BBD-92DB-993F1B5EA6C0}"/>
          </ac:spMkLst>
        </pc:spChg>
        <pc:spChg chg="mod">
          <ac:chgData name="Trevoir Williams" userId="6a45007046124a3d" providerId="LiveId" clId="{31B64E46-1C5C-4743-A303-318E4CF79BB5}" dt="2026-08-05T22:36:15.895" v="44" actId="26606"/>
          <ac:spMkLst>
            <pc:docMk/>
            <pc:sldMk cId="1436911029" sldId="265"/>
            <ac:spMk id="6" creationId="{C85EA4CA-C465-43A4-87F4-8199B5E80AB3}"/>
          </ac:spMkLst>
        </pc:spChg>
        <pc:spChg chg="mod">
          <ac:chgData name="Trevoir Williams" userId="6a45007046124a3d" providerId="LiveId" clId="{31B64E46-1C5C-4743-A303-318E4CF79BB5}" dt="2026-08-06T14:14:22.650" v="211" actId="20577"/>
          <ac:spMkLst>
            <pc:docMk/>
            <pc:sldMk cId="1436911029" sldId="265"/>
            <ac:spMk id="7" creationId="{0B588175-4D98-442A-9805-13B4DC29A28E}"/>
          </ac:spMkLst>
        </pc:spChg>
        <pc:spChg chg="mod">
          <ac:chgData name="Trevoir Williams" userId="6a45007046124a3d" providerId="LiveId" clId="{31B64E46-1C5C-4743-A303-318E4CF79BB5}" dt="2026-08-05T22:36:15.895" v="44" actId="26606"/>
          <ac:spMkLst>
            <pc:docMk/>
            <pc:sldMk cId="1436911029" sldId="265"/>
            <ac:spMk id="10" creationId="{D87B2452-1269-4C1D-8A91-0CDA0AFDC53E}"/>
          </ac:spMkLst>
        </pc:spChg>
        <pc:spChg chg="mod">
          <ac:chgData name="Trevoir Williams" userId="6a45007046124a3d" providerId="LiveId" clId="{31B64E46-1C5C-4743-A303-318E4CF79BB5}" dt="2026-08-05T22:36:15.895" v="44" actId="26606"/>
          <ac:spMkLst>
            <pc:docMk/>
            <pc:sldMk cId="1436911029" sldId="265"/>
            <ac:spMk id="11" creationId="{4978B366-2098-430D-B5F4-D1F0873E4FE3}"/>
          </ac:spMkLst>
        </pc:spChg>
        <pc:spChg chg="mod">
          <ac:chgData name="Trevoir Williams" userId="6a45007046124a3d" providerId="LiveId" clId="{31B64E46-1C5C-4743-A303-318E4CF79BB5}" dt="2026-08-06T14:13:29.444" v="140" actId="14100"/>
          <ac:spMkLst>
            <pc:docMk/>
            <pc:sldMk cId="1436911029" sldId="265"/>
            <ac:spMk id="12" creationId="{EAF2D74C-1D30-4E7F-BF6C-4C03B8F6D5FF}"/>
          </ac:spMkLst>
        </pc:spChg>
      </pc:sldChg>
      <pc:sldChg chg="modSp add del mod modNotes">
        <pc:chgData name="Trevoir Williams" userId="6a45007046124a3d" providerId="LiveId" clId="{31B64E46-1C5C-4743-A303-318E4CF79BB5}" dt="2026-08-07T12:32:08.238" v="950" actId="47"/>
        <pc:sldMkLst>
          <pc:docMk/>
          <pc:sldMk cId="867276265" sldId="267"/>
        </pc:sldMkLst>
        <pc:spChg chg="mod">
          <ac:chgData name="Trevoir Williams" userId="6a45007046124a3d" providerId="LiveId" clId="{31B64E46-1C5C-4743-A303-318E4CF79BB5}" dt="2026-08-05T22:36:15.895" v="44" actId="26606"/>
          <ac:spMkLst>
            <pc:docMk/>
            <pc:sldMk cId="867276265" sldId="267"/>
            <ac:spMk id="4" creationId="{C683551C-183D-40A6-9546-A9EC011964FF}"/>
          </ac:spMkLst>
        </pc:spChg>
        <pc:spChg chg="mod">
          <ac:chgData name="Trevoir Williams" userId="6a45007046124a3d" providerId="LiveId" clId="{31B64E46-1C5C-4743-A303-318E4CF79BB5}" dt="2026-08-05T22:36:15.895" v="44" actId="26606"/>
          <ac:spMkLst>
            <pc:docMk/>
            <pc:sldMk cId="867276265" sldId="267"/>
            <ac:spMk id="5" creationId="{238F0CFC-8655-4FB3-9CF5-DC92FA36B5DE}"/>
          </ac:spMkLst>
        </pc:spChg>
        <pc:spChg chg="mod">
          <ac:chgData name="Trevoir Williams" userId="6a45007046124a3d" providerId="LiveId" clId="{31B64E46-1C5C-4743-A303-318E4CF79BB5}" dt="2026-08-05T22:36:15.895" v="44" actId="26606"/>
          <ac:spMkLst>
            <pc:docMk/>
            <pc:sldMk cId="867276265" sldId="267"/>
            <ac:spMk id="6" creationId="{F306497F-2EFB-4708-959B-EF21F67D997F}"/>
          </ac:spMkLst>
        </pc:spChg>
        <pc:spChg chg="mod">
          <ac:chgData name="Trevoir Williams" userId="6a45007046124a3d" providerId="LiveId" clId="{31B64E46-1C5C-4743-A303-318E4CF79BB5}" dt="2026-08-05T22:36:15.895" v="44" actId="26606"/>
          <ac:spMkLst>
            <pc:docMk/>
            <pc:sldMk cId="867276265" sldId="267"/>
            <ac:spMk id="7" creationId="{646D59EF-DC10-407F-95E0-FA377E3FFBD8}"/>
          </ac:spMkLst>
        </pc:spChg>
        <pc:spChg chg="mod">
          <ac:chgData name="Trevoir Williams" userId="6a45007046124a3d" providerId="LiveId" clId="{31B64E46-1C5C-4743-A303-318E4CF79BB5}" dt="2026-08-05T22:36:15.895" v="44" actId="26606"/>
          <ac:spMkLst>
            <pc:docMk/>
            <pc:sldMk cId="867276265" sldId="267"/>
            <ac:spMk id="10" creationId="{26E1B714-DB0B-45D7-9ECC-579736A95EEB}"/>
          </ac:spMkLst>
        </pc:spChg>
        <pc:spChg chg="mod">
          <ac:chgData name="Trevoir Williams" userId="6a45007046124a3d" providerId="LiveId" clId="{31B64E46-1C5C-4743-A303-318E4CF79BB5}" dt="2026-08-05T22:36:15.895" v="44" actId="26606"/>
          <ac:spMkLst>
            <pc:docMk/>
            <pc:sldMk cId="867276265" sldId="267"/>
            <ac:spMk id="11" creationId="{9DB56303-8099-454A-ADEE-00C2247D56F3}"/>
          </ac:spMkLst>
        </pc:spChg>
        <pc:spChg chg="mod">
          <ac:chgData name="Trevoir Williams" userId="6a45007046124a3d" providerId="LiveId" clId="{31B64E46-1C5C-4743-A303-318E4CF79BB5}" dt="2026-08-05T22:36:15.895" v="44" actId="26606"/>
          <ac:spMkLst>
            <pc:docMk/>
            <pc:sldMk cId="867276265" sldId="267"/>
            <ac:spMk id="12" creationId="{998779C8-5FED-44DA-886A-1E7175DACA3E}"/>
          </ac:spMkLst>
        </pc:spChg>
      </pc:sldChg>
      <pc:sldChg chg="modSp add del mod modNotes">
        <pc:chgData name="Trevoir Williams" userId="6a45007046124a3d" providerId="LiveId" clId="{31B64E46-1C5C-4743-A303-318E4CF79BB5}" dt="2026-08-07T12:32:10.262" v="951" actId="47"/>
        <pc:sldMkLst>
          <pc:docMk/>
          <pc:sldMk cId="5393360" sldId="268"/>
        </pc:sldMkLst>
        <pc:spChg chg="mod">
          <ac:chgData name="Trevoir Williams" userId="6a45007046124a3d" providerId="LiveId" clId="{31B64E46-1C5C-4743-A303-318E4CF79BB5}" dt="2026-08-05T22:36:15.895" v="44" actId="26606"/>
          <ac:spMkLst>
            <pc:docMk/>
            <pc:sldMk cId="5393360" sldId="268"/>
            <ac:spMk id="6" creationId="{943DBD22-89C7-4A32-B800-EBCC3D0CA376}"/>
          </ac:spMkLst>
        </pc:spChg>
        <pc:spChg chg="mod">
          <ac:chgData name="Trevoir Williams" userId="6a45007046124a3d" providerId="LiveId" clId="{31B64E46-1C5C-4743-A303-318E4CF79BB5}" dt="2026-08-05T22:36:15.895" v="44" actId="26606"/>
          <ac:spMkLst>
            <pc:docMk/>
            <pc:sldMk cId="5393360" sldId="268"/>
            <ac:spMk id="8" creationId="{4631D177-9E3D-4408-8F54-4D6028C46831}"/>
          </ac:spMkLst>
        </pc:spChg>
        <pc:spChg chg="mod">
          <ac:chgData name="Trevoir Williams" userId="6a45007046124a3d" providerId="LiveId" clId="{31B64E46-1C5C-4743-A303-318E4CF79BB5}" dt="2026-08-05T22:18:01.209" v="1" actId="27636"/>
          <ac:spMkLst>
            <pc:docMk/>
            <pc:sldMk cId="5393360" sldId="268"/>
            <ac:spMk id="9" creationId="{61754B5A-D90A-43F1-AA3E-3588759ECD33}"/>
          </ac:spMkLst>
        </pc:spChg>
        <pc:spChg chg="mod">
          <ac:chgData name="Trevoir Williams" userId="6a45007046124a3d" providerId="LiveId" clId="{31B64E46-1C5C-4743-A303-318E4CF79BB5}" dt="2026-08-05T22:36:15.895" v="44" actId="26606"/>
          <ac:spMkLst>
            <pc:docMk/>
            <pc:sldMk cId="5393360" sldId="268"/>
            <ac:spMk id="11" creationId="{E1AF0949-D240-4A2D-B63D-804E66C73995}"/>
          </ac:spMkLst>
        </pc:spChg>
        <pc:spChg chg="mod">
          <ac:chgData name="Trevoir Williams" userId="6a45007046124a3d" providerId="LiveId" clId="{31B64E46-1C5C-4743-A303-318E4CF79BB5}" dt="2026-08-05T22:36:15.895" v="44" actId="26606"/>
          <ac:spMkLst>
            <pc:docMk/>
            <pc:sldMk cId="5393360" sldId="268"/>
            <ac:spMk id="14" creationId="{9AC36E34-A37B-48CC-954D-E0B5A9BD435B}"/>
          </ac:spMkLst>
        </pc:spChg>
        <pc:spChg chg="mod">
          <ac:chgData name="Trevoir Williams" userId="6a45007046124a3d" providerId="LiveId" clId="{31B64E46-1C5C-4743-A303-318E4CF79BB5}" dt="2026-08-05T22:36:15.895" v="44" actId="26606"/>
          <ac:spMkLst>
            <pc:docMk/>
            <pc:sldMk cId="5393360" sldId="268"/>
            <ac:spMk id="17" creationId="{BC8407D7-9D70-4D9F-BA6B-8C419A65B819}"/>
          </ac:spMkLst>
        </pc:spChg>
      </pc:sldChg>
      <pc:sldChg chg="modSp add del mod modNotes">
        <pc:chgData name="Trevoir Williams" userId="6a45007046124a3d" providerId="LiveId" clId="{31B64E46-1C5C-4743-A303-318E4CF79BB5}" dt="2026-08-07T12:32:14.850" v="952" actId="47"/>
        <pc:sldMkLst>
          <pc:docMk/>
          <pc:sldMk cId="1436911029" sldId="269"/>
        </pc:sldMkLst>
        <pc:spChg chg="mod">
          <ac:chgData name="Trevoir Williams" userId="6a45007046124a3d" providerId="LiveId" clId="{31B64E46-1C5C-4743-A303-318E4CF79BB5}" dt="2026-08-05T22:36:15.895" v="44" actId="26606"/>
          <ac:spMkLst>
            <pc:docMk/>
            <pc:sldMk cId="1436911029" sldId="269"/>
            <ac:spMk id="4" creationId="{E2FBB65B-ECD7-49FC-964E-991E95CE05E9}"/>
          </ac:spMkLst>
        </pc:spChg>
        <pc:spChg chg="mod">
          <ac:chgData name="Trevoir Williams" userId="6a45007046124a3d" providerId="LiveId" clId="{31B64E46-1C5C-4743-A303-318E4CF79BB5}" dt="2026-08-05T22:36:15.895" v="44" actId="26606"/>
          <ac:spMkLst>
            <pc:docMk/>
            <pc:sldMk cId="1436911029" sldId="269"/>
            <ac:spMk id="6" creationId="{C85EA4CA-C465-43A4-87F4-8199B5E80AB3}"/>
          </ac:spMkLst>
        </pc:spChg>
        <pc:spChg chg="mod">
          <ac:chgData name="Trevoir Williams" userId="6a45007046124a3d" providerId="LiveId" clId="{31B64E46-1C5C-4743-A303-318E4CF79BB5}" dt="2026-08-05T22:36:15.895" v="44" actId="26606"/>
          <ac:spMkLst>
            <pc:docMk/>
            <pc:sldMk cId="1436911029" sldId="269"/>
            <ac:spMk id="7" creationId="{0B588175-4D98-442A-9805-13B4DC29A28E}"/>
          </ac:spMkLst>
        </pc:spChg>
        <pc:spChg chg="mod">
          <ac:chgData name="Trevoir Williams" userId="6a45007046124a3d" providerId="LiveId" clId="{31B64E46-1C5C-4743-A303-318E4CF79BB5}" dt="2026-08-05T22:36:15.895" v="44" actId="26606"/>
          <ac:spMkLst>
            <pc:docMk/>
            <pc:sldMk cId="1436911029" sldId="269"/>
            <ac:spMk id="10" creationId="{D87B2452-1269-4C1D-8A91-0CDA0AFDC53E}"/>
          </ac:spMkLst>
        </pc:spChg>
        <pc:spChg chg="mod">
          <ac:chgData name="Trevoir Williams" userId="6a45007046124a3d" providerId="LiveId" clId="{31B64E46-1C5C-4743-A303-318E4CF79BB5}" dt="2026-08-05T22:36:15.895" v="44" actId="26606"/>
          <ac:spMkLst>
            <pc:docMk/>
            <pc:sldMk cId="1436911029" sldId="269"/>
            <ac:spMk id="11" creationId="{4978B366-2098-430D-B5F4-D1F0873E4FE3}"/>
          </ac:spMkLst>
        </pc:spChg>
        <pc:spChg chg="mod">
          <ac:chgData name="Trevoir Williams" userId="6a45007046124a3d" providerId="LiveId" clId="{31B64E46-1C5C-4743-A303-318E4CF79BB5}" dt="2026-08-05T22:36:15.895" v="44" actId="26606"/>
          <ac:spMkLst>
            <pc:docMk/>
            <pc:sldMk cId="1436911029" sldId="269"/>
            <ac:spMk id="12" creationId="{EAF2D74C-1D30-4E7F-BF6C-4C03B8F6D5FF}"/>
          </ac:spMkLst>
        </pc:spChg>
      </pc:sldChg>
      <pc:sldChg chg="modSp add del mod modNotes">
        <pc:chgData name="Trevoir Williams" userId="6a45007046124a3d" providerId="LiveId" clId="{31B64E46-1C5C-4743-A303-318E4CF79BB5}" dt="2026-08-07T12:32:16.769" v="953" actId="47"/>
        <pc:sldMkLst>
          <pc:docMk/>
          <pc:sldMk cId="1436911029" sldId="270"/>
        </pc:sldMkLst>
        <pc:spChg chg="mod">
          <ac:chgData name="Trevoir Williams" userId="6a45007046124a3d" providerId="LiveId" clId="{31B64E46-1C5C-4743-A303-318E4CF79BB5}" dt="2026-08-05T22:36:15.895" v="44" actId="26606"/>
          <ac:spMkLst>
            <pc:docMk/>
            <pc:sldMk cId="1436911029" sldId="270"/>
            <ac:spMk id="4" creationId="{E2FBB65B-ECD7-49FC-964E-991E95CE05E9}"/>
          </ac:spMkLst>
        </pc:spChg>
        <pc:spChg chg="mod">
          <ac:chgData name="Trevoir Williams" userId="6a45007046124a3d" providerId="LiveId" clId="{31B64E46-1C5C-4743-A303-318E4CF79BB5}" dt="2026-08-05T22:36:15.895" v="44" actId="26606"/>
          <ac:spMkLst>
            <pc:docMk/>
            <pc:sldMk cId="1436911029" sldId="270"/>
            <ac:spMk id="6" creationId="{C85EA4CA-C465-43A4-87F4-8199B5E80AB3}"/>
          </ac:spMkLst>
        </pc:spChg>
        <pc:spChg chg="mod">
          <ac:chgData name="Trevoir Williams" userId="6a45007046124a3d" providerId="LiveId" clId="{31B64E46-1C5C-4743-A303-318E4CF79BB5}" dt="2026-08-05T22:36:15.895" v="44" actId="26606"/>
          <ac:spMkLst>
            <pc:docMk/>
            <pc:sldMk cId="1436911029" sldId="270"/>
            <ac:spMk id="7" creationId="{0B588175-4D98-442A-9805-13B4DC29A28E}"/>
          </ac:spMkLst>
        </pc:spChg>
        <pc:spChg chg="mod">
          <ac:chgData name="Trevoir Williams" userId="6a45007046124a3d" providerId="LiveId" clId="{31B64E46-1C5C-4743-A303-318E4CF79BB5}" dt="2026-08-05T22:36:15.895" v="44" actId="26606"/>
          <ac:spMkLst>
            <pc:docMk/>
            <pc:sldMk cId="1436911029" sldId="270"/>
            <ac:spMk id="10" creationId="{D87B2452-1269-4C1D-8A91-0CDA0AFDC53E}"/>
          </ac:spMkLst>
        </pc:spChg>
        <pc:spChg chg="mod">
          <ac:chgData name="Trevoir Williams" userId="6a45007046124a3d" providerId="LiveId" clId="{31B64E46-1C5C-4743-A303-318E4CF79BB5}" dt="2026-08-05T22:36:15.895" v="44" actId="26606"/>
          <ac:spMkLst>
            <pc:docMk/>
            <pc:sldMk cId="1436911029" sldId="270"/>
            <ac:spMk id="11" creationId="{4978B366-2098-430D-B5F4-D1F0873E4FE3}"/>
          </ac:spMkLst>
        </pc:spChg>
        <pc:spChg chg="mod">
          <ac:chgData name="Trevoir Williams" userId="6a45007046124a3d" providerId="LiveId" clId="{31B64E46-1C5C-4743-A303-318E4CF79BB5}" dt="2026-08-05T22:36:15.895" v="44" actId="26606"/>
          <ac:spMkLst>
            <pc:docMk/>
            <pc:sldMk cId="1436911029" sldId="270"/>
            <ac:spMk id="12" creationId="{EAF2D74C-1D30-4E7F-BF6C-4C03B8F6D5FF}"/>
          </ac:spMkLst>
        </pc:spChg>
      </pc:sldChg>
      <pc:sldChg chg="modSp add del mod modNotes">
        <pc:chgData name="Trevoir Williams" userId="6a45007046124a3d" providerId="LiveId" clId="{31B64E46-1C5C-4743-A303-318E4CF79BB5}" dt="2026-08-07T12:32:18.141" v="954" actId="47"/>
        <pc:sldMkLst>
          <pc:docMk/>
          <pc:sldMk cId="1436911029" sldId="271"/>
        </pc:sldMkLst>
        <pc:spChg chg="mod">
          <ac:chgData name="Trevoir Williams" userId="6a45007046124a3d" providerId="LiveId" clId="{31B64E46-1C5C-4743-A303-318E4CF79BB5}" dt="2026-08-05T22:36:15.895" v="44" actId="26606"/>
          <ac:spMkLst>
            <pc:docMk/>
            <pc:sldMk cId="1436911029" sldId="271"/>
            <ac:spMk id="4" creationId="{E2FBB65B-ECD7-49FC-964E-991E95CE05E9}"/>
          </ac:spMkLst>
        </pc:spChg>
        <pc:spChg chg="mod">
          <ac:chgData name="Trevoir Williams" userId="6a45007046124a3d" providerId="LiveId" clId="{31B64E46-1C5C-4743-A303-318E4CF79BB5}" dt="2026-08-05T22:36:15.895" v="44" actId="26606"/>
          <ac:spMkLst>
            <pc:docMk/>
            <pc:sldMk cId="1436911029" sldId="271"/>
            <ac:spMk id="6" creationId="{C85EA4CA-C465-43A4-87F4-8199B5E80AB3}"/>
          </ac:spMkLst>
        </pc:spChg>
        <pc:spChg chg="mod">
          <ac:chgData name="Trevoir Williams" userId="6a45007046124a3d" providerId="LiveId" clId="{31B64E46-1C5C-4743-A303-318E4CF79BB5}" dt="2026-08-05T22:36:15.895" v="44" actId="26606"/>
          <ac:spMkLst>
            <pc:docMk/>
            <pc:sldMk cId="1436911029" sldId="271"/>
            <ac:spMk id="7" creationId="{0B588175-4D98-442A-9805-13B4DC29A28E}"/>
          </ac:spMkLst>
        </pc:spChg>
        <pc:spChg chg="mod">
          <ac:chgData name="Trevoir Williams" userId="6a45007046124a3d" providerId="LiveId" clId="{31B64E46-1C5C-4743-A303-318E4CF79BB5}" dt="2026-08-05T22:36:15.895" v="44" actId="26606"/>
          <ac:spMkLst>
            <pc:docMk/>
            <pc:sldMk cId="1436911029" sldId="271"/>
            <ac:spMk id="10" creationId="{D87B2452-1269-4C1D-8A91-0CDA0AFDC53E}"/>
          </ac:spMkLst>
        </pc:spChg>
        <pc:spChg chg="mod">
          <ac:chgData name="Trevoir Williams" userId="6a45007046124a3d" providerId="LiveId" clId="{31B64E46-1C5C-4743-A303-318E4CF79BB5}" dt="2026-08-05T22:36:15.895" v="44" actId="26606"/>
          <ac:spMkLst>
            <pc:docMk/>
            <pc:sldMk cId="1436911029" sldId="271"/>
            <ac:spMk id="11" creationId="{4978B366-2098-430D-B5F4-D1F0873E4FE3}"/>
          </ac:spMkLst>
        </pc:spChg>
        <pc:spChg chg="mod">
          <ac:chgData name="Trevoir Williams" userId="6a45007046124a3d" providerId="LiveId" clId="{31B64E46-1C5C-4743-A303-318E4CF79BB5}" dt="2026-08-05T22:36:15.895" v="44" actId="26606"/>
          <ac:spMkLst>
            <pc:docMk/>
            <pc:sldMk cId="1436911029" sldId="271"/>
            <ac:spMk id="12" creationId="{EAF2D74C-1D30-4E7F-BF6C-4C03B8F6D5FF}"/>
          </ac:spMkLst>
        </pc:spChg>
      </pc:sldChg>
      <pc:sldChg chg="modSp add del mod modNotes">
        <pc:chgData name="Trevoir Williams" userId="6a45007046124a3d" providerId="LiveId" clId="{31B64E46-1C5C-4743-A303-318E4CF79BB5}" dt="2026-08-07T12:32:21.510" v="955" actId="47"/>
        <pc:sldMkLst>
          <pc:docMk/>
          <pc:sldMk cId="365308250" sldId="272"/>
        </pc:sldMkLst>
        <pc:spChg chg="mod">
          <ac:chgData name="Trevoir Williams" userId="6a45007046124a3d" providerId="LiveId" clId="{31B64E46-1C5C-4743-A303-318E4CF79BB5}" dt="2026-08-05T22:36:15.895" v="44" actId="26606"/>
          <ac:spMkLst>
            <pc:docMk/>
            <pc:sldMk cId="365308250" sldId="272"/>
            <ac:spMk id="4" creationId="{3AA28FDA-7224-43EE-B775-82AA23818811}"/>
          </ac:spMkLst>
        </pc:spChg>
        <pc:spChg chg="mod">
          <ac:chgData name="Trevoir Williams" userId="6a45007046124a3d" providerId="LiveId" clId="{31B64E46-1C5C-4743-A303-318E4CF79BB5}" dt="2026-08-05T22:36:15.895" v="44" actId="26606"/>
          <ac:spMkLst>
            <pc:docMk/>
            <pc:sldMk cId="365308250" sldId="272"/>
            <ac:spMk id="6" creationId="{88F908A6-BC8C-4D1C-8202-3B8C793BA5A1}"/>
          </ac:spMkLst>
        </pc:spChg>
        <pc:spChg chg="mod">
          <ac:chgData name="Trevoir Williams" userId="6a45007046124a3d" providerId="LiveId" clId="{31B64E46-1C5C-4743-A303-318E4CF79BB5}" dt="2026-08-05T22:36:15.895" v="44" actId="26606"/>
          <ac:spMkLst>
            <pc:docMk/>
            <pc:sldMk cId="365308250" sldId="272"/>
            <ac:spMk id="21" creationId="{41782C0D-2CB0-457E-A76C-E447A44D4074}"/>
          </ac:spMkLst>
        </pc:spChg>
        <pc:spChg chg="mod">
          <ac:chgData name="Trevoir Williams" userId="6a45007046124a3d" providerId="LiveId" clId="{31B64E46-1C5C-4743-A303-318E4CF79BB5}" dt="2026-08-05T22:36:15.895" v="44" actId="26606"/>
          <ac:spMkLst>
            <pc:docMk/>
            <pc:sldMk cId="365308250" sldId="272"/>
            <ac:spMk id="22" creationId="{D1778A04-3D90-4FD2-8B6A-72F96C1E4A13}"/>
          </ac:spMkLst>
        </pc:spChg>
        <pc:spChg chg="mod">
          <ac:chgData name="Trevoir Williams" userId="6a45007046124a3d" providerId="LiveId" clId="{31B64E46-1C5C-4743-A303-318E4CF79BB5}" dt="2026-08-06T14:01:19.321" v="134" actId="404"/>
          <ac:spMkLst>
            <pc:docMk/>
            <pc:sldMk cId="365308250" sldId="272"/>
            <ac:spMk id="23" creationId="{A3AE264A-9696-42BC-937B-DE401B9239CC}"/>
          </ac:spMkLst>
        </pc:spChg>
        <pc:spChg chg="mod">
          <ac:chgData name="Trevoir Williams" userId="6a45007046124a3d" providerId="LiveId" clId="{31B64E46-1C5C-4743-A303-318E4CF79BB5}" dt="2026-08-05T22:36:15.895" v="44" actId="26606"/>
          <ac:spMkLst>
            <pc:docMk/>
            <pc:sldMk cId="365308250" sldId="272"/>
            <ac:spMk id="41" creationId="{7D33EDCA-7575-4C37-BD5D-027A01D73256}"/>
          </ac:spMkLst>
        </pc:spChg>
        <pc:spChg chg="mod">
          <ac:chgData name="Trevoir Williams" userId="6a45007046124a3d" providerId="LiveId" clId="{31B64E46-1C5C-4743-A303-318E4CF79BB5}" dt="2026-08-05T22:36:15.895" v="44" actId="26606"/>
          <ac:spMkLst>
            <pc:docMk/>
            <pc:sldMk cId="365308250" sldId="272"/>
            <ac:spMk id="42" creationId="{6D16289C-26F6-4DAA-9A47-27F70AB10470}"/>
          </ac:spMkLst>
        </pc:spChg>
        <pc:spChg chg="mod">
          <ac:chgData name="Trevoir Williams" userId="6a45007046124a3d" providerId="LiveId" clId="{31B64E46-1C5C-4743-A303-318E4CF79BB5}" dt="2026-08-06T14:01:22.254" v="138" actId="403"/>
          <ac:spMkLst>
            <pc:docMk/>
            <pc:sldMk cId="365308250" sldId="272"/>
            <ac:spMk id="43" creationId="{859C9C71-02CC-426E-B7E6-8CE3D1719C4B}"/>
          </ac:spMkLst>
        </pc:spChg>
      </pc:sldChg>
      <pc:sldChg chg="modSp add del mod modNotes">
        <pc:chgData name="Trevoir Williams" userId="6a45007046124a3d" providerId="LiveId" clId="{31B64E46-1C5C-4743-A303-318E4CF79BB5}" dt="2026-08-07T12:32:23.514" v="956" actId="47"/>
        <pc:sldMkLst>
          <pc:docMk/>
          <pc:sldMk cId="1436911029" sldId="273"/>
        </pc:sldMkLst>
        <pc:spChg chg="mod">
          <ac:chgData name="Trevoir Williams" userId="6a45007046124a3d" providerId="LiveId" clId="{31B64E46-1C5C-4743-A303-318E4CF79BB5}" dt="2026-08-05T22:36:15.895" v="44" actId="26606"/>
          <ac:spMkLst>
            <pc:docMk/>
            <pc:sldMk cId="1436911029" sldId="273"/>
            <ac:spMk id="4" creationId="{E2FBB65B-ECD7-49FC-964E-991E95CE05E9}"/>
          </ac:spMkLst>
        </pc:spChg>
        <pc:spChg chg="mod">
          <ac:chgData name="Trevoir Williams" userId="6a45007046124a3d" providerId="LiveId" clId="{31B64E46-1C5C-4743-A303-318E4CF79BB5}" dt="2026-08-05T22:36:15.895" v="44" actId="26606"/>
          <ac:spMkLst>
            <pc:docMk/>
            <pc:sldMk cId="1436911029" sldId="273"/>
            <ac:spMk id="6" creationId="{C85EA4CA-C465-43A4-87F4-8199B5E80AB3}"/>
          </ac:spMkLst>
        </pc:spChg>
        <pc:spChg chg="mod">
          <ac:chgData name="Trevoir Williams" userId="6a45007046124a3d" providerId="LiveId" clId="{31B64E46-1C5C-4743-A303-318E4CF79BB5}" dt="2026-08-05T22:36:15.895" v="44" actId="26606"/>
          <ac:spMkLst>
            <pc:docMk/>
            <pc:sldMk cId="1436911029" sldId="273"/>
            <ac:spMk id="7" creationId="{0B588175-4D98-442A-9805-13B4DC29A28E}"/>
          </ac:spMkLst>
        </pc:spChg>
        <pc:spChg chg="mod">
          <ac:chgData name="Trevoir Williams" userId="6a45007046124a3d" providerId="LiveId" clId="{31B64E46-1C5C-4743-A303-318E4CF79BB5}" dt="2026-08-05T22:36:15.895" v="44" actId="26606"/>
          <ac:spMkLst>
            <pc:docMk/>
            <pc:sldMk cId="1436911029" sldId="273"/>
            <ac:spMk id="10" creationId="{D87B2452-1269-4C1D-8A91-0CDA0AFDC53E}"/>
          </ac:spMkLst>
        </pc:spChg>
        <pc:spChg chg="mod">
          <ac:chgData name="Trevoir Williams" userId="6a45007046124a3d" providerId="LiveId" clId="{31B64E46-1C5C-4743-A303-318E4CF79BB5}" dt="2026-08-05T22:36:15.895" v="44" actId="26606"/>
          <ac:spMkLst>
            <pc:docMk/>
            <pc:sldMk cId="1436911029" sldId="273"/>
            <ac:spMk id="11" creationId="{4978B366-2098-430D-B5F4-D1F0873E4FE3}"/>
          </ac:spMkLst>
        </pc:spChg>
        <pc:spChg chg="mod">
          <ac:chgData name="Trevoir Williams" userId="6a45007046124a3d" providerId="LiveId" clId="{31B64E46-1C5C-4743-A303-318E4CF79BB5}" dt="2026-08-05T22:36:15.895" v="44" actId="26606"/>
          <ac:spMkLst>
            <pc:docMk/>
            <pc:sldMk cId="1436911029" sldId="273"/>
            <ac:spMk id="12" creationId="{EAF2D74C-1D30-4E7F-BF6C-4C03B8F6D5FF}"/>
          </ac:spMkLst>
        </pc:spChg>
      </pc:sldChg>
      <pc:sldChg chg="modSp add del mod modNotes">
        <pc:chgData name="Trevoir Williams" userId="6a45007046124a3d" providerId="LiveId" clId="{31B64E46-1C5C-4743-A303-318E4CF79BB5}" dt="2026-08-07T12:32:24.977" v="957" actId="47"/>
        <pc:sldMkLst>
          <pc:docMk/>
          <pc:sldMk cId="365308250" sldId="274"/>
        </pc:sldMkLst>
        <pc:spChg chg="mod">
          <ac:chgData name="Trevoir Williams" userId="6a45007046124a3d" providerId="LiveId" clId="{31B64E46-1C5C-4743-A303-318E4CF79BB5}" dt="2026-08-05T22:36:15.895" v="44" actId="26606"/>
          <ac:spMkLst>
            <pc:docMk/>
            <pc:sldMk cId="365308250" sldId="274"/>
            <ac:spMk id="4" creationId="{3AA28FDA-7224-43EE-B775-82AA23818811}"/>
          </ac:spMkLst>
        </pc:spChg>
        <pc:spChg chg="mod">
          <ac:chgData name="Trevoir Williams" userId="6a45007046124a3d" providerId="LiveId" clId="{31B64E46-1C5C-4743-A303-318E4CF79BB5}" dt="2026-08-05T22:36:15.895" v="44" actId="26606"/>
          <ac:spMkLst>
            <pc:docMk/>
            <pc:sldMk cId="365308250" sldId="274"/>
            <ac:spMk id="5" creationId="{9DA2A51F-E1F0-4271-9284-AB3641828F1C}"/>
          </ac:spMkLst>
        </pc:spChg>
        <pc:spChg chg="mod">
          <ac:chgData name="Trevoir Williams" userId="6a45007046124a3d" providerId="LiveId" clId="{31B64E46-1C5C-4743-A303-318E4CF79BB5}" dt="2026-08-05T22:36:15.895" v="44" actId="26606"/>
          <ac:spMkLst>
            <pc:docMk/>
            <pc:sldMk cId="365308250" sldId="274"/>
            <ac:spMk id="6" creationId="{88F908A6-BC8C-4D1C-8202-3B8C793BA5A1}"/>
          </ac:spMkLst>
        </pc:spChg>
        <pc:spChg chg="mod">
          <ac:chgData name="Trevoir Williams" userId="6a45007046124a3d" providerId="LiveId" clId="{31B64E46-1C5C-4743-A303-318E4CF79BB5}" dt="2026-08-05T22:36:15.895" v="44" actId="26606"/>
          <ac:spMkLst>
            <pc:docMk/>
            <pc:sldMk cId="365308250" sldId="274"/>
            <ac:spMk id="21" creationId="{41782C0D-2CB0-457E-A76C-E447A44D4074}"/>
          </ac:spMkLst>
        </pc:spChg>
        <pc:spChg chg="mod">
          <ac:chgData name="Trevoir Williams" userId="6a45007046124a3d" providerId="LiveId" clId="{31B64E46-1C5C-4743-A303-318E4CF79BB5}" dt="2026-08-05T22:36:15.895" v="44" actId="26606"/>
          <ac:spMkLst>
            <pc:docMk/>
            <pc:sldMk cId="365308250" sldId="274"/>
            <ac:spMk id="22" creationId="{D1778A04-3D90-4FD2-8B6A-72F96C1E4A13}"/>
          </ac:spMkLst>
        </pc:spChg>
        <pc:spChg chg="mod">
          <ac:chgData name="Trevoir Williams" userId="6a45007046124a3d" providerId="LiveId" clId="{31B64E46-1C5C-4743-A303-318E4CF79BB5}" dt="2026-08-05T22:36:15.895" v="44" actId="26606"/>
          <ac:spMkLst>
            <pc:docMk/>
            <pc:sldMk cId="365308250" sldId="274"/>
            <ac:spMk id="23" creationId="{A3AE264A-9696-42BC-937B-DE401B9239CC}"/>
          </ac:spMkLst>
        </pc:spChg>
        <pc:spChg chg="mod">
          <ac:chgData name="Trevoir Williams" userId="6a45007046124a3d" providerId="LiveId" clId="{31B64E46-1C5C-4743-A303-318E4CF79BB5}" dt="2026-08-05T22:36:15.895" v="44" actId="26606"/>
          <ac:spMkLst>
            <pc:docMk/>
            <pc:sldMk cId="365308250" sldId="274"/>
            <ac:spMk id="41" creationId="{7D33EDCA-7575-4C37-BD5D-027A01D73256}"/>
          </ac:spMkLst>
        </pc:spChg>
        <pc:spChg chg="mod">
          <ac:chgData name="Trevoir Williams" userId="6a45007046124a3d" providerId="LiveId" clId="{31B64E46-1C5C-4743-A303-318E4CF79BB5}" dt="2026-08-05T22:36:15.895" v="44" actId="26606"/>
          <ac:spMkLst>
            <pc:docMk/>
            <pc:sldMk cId="365308250" sldId="274"/>
            <ac:spMk id="42" creationId="{6D16289C-26F6-4DAA-9A47-27F70AB10470}"/>
          </ac:spMkLst>
        </pc:spChg>
        <pc:spChg chg="mod">
          <ac:chgData name="Trevoir Williams" userId="6a45007046124a3d" providerId="LiveId" clId="{31B64E46-1C5C-4743-A303-318E4CF79BB5}" dt="2026-08-05T22:36:15.895" v="44" actId="26606"/>
          <ac:spMkLst>
            <pc:docMk/>
            <pc:sldMk cId="365308250" sldId="274"/>
            <ac:spMk id="43" creationId="{859C9C71-02CC-426E-B7E6-8CE3D1719C4B}"/>
          </ac:spMkLst>
        </pc:spChg>
      </pc:sldChg>
      <pc:sldChg chg="modSp add del mod modNotes">
        <pc:chgData name="Trevoir Williams" userId="6a45007046124a3d" providerId="LiveId" clId="{31B64E46-1C5C-4743-A303-318E4CF79BB5}" dt="2026-08-07T12:32:26.343" v="958" actId="47"/>
        <pc:sldMkLst>
          <pc:docMk/>
          <pc:sldMk cId="2754288496" sldId="275"/>
        </pc:sldMkLst>
        <pc:spChg chg="mod">
          <ac:chgData name="Trevoir Williams" userId="6a45007046124a3d" providerId="LiveId" clId="{31B64E46-1C5C-4743-A303-318E4CF79BB5}" dt="2026-08-05T22:36:15.895" v="44" actId="26606"/>
          <ac:spMkLst>
            <pc:docMk/>
            <pc:sldMk cId="2754288496" sldId="275"/>
            <ac:spMk id="4" creationId="{47C2ED1A-65E2-CBC7-7458-02C7580D5B3F}"/>
          </ac:spMkLst>
        </pc:spChg>
        <pc:spChg chg="mod">
          <ac:chgData name="Trevoir Williams" userId="6a45007046124a3d" providerId="LiveId" clId="{31B64E46-1C5C-4743-A303-318E4CF79BB5}" dt="2026-08-05T22:36:15.895" v="44" actId="26606"/>
          <ac:spMkLst>
            <pc:docMk/>
            <pc:sldMk cId="2754288496" sldId="275"/>
            <ac:spMk id="5" creationId="{27A8D024-8998-17BC-3F40-3014CBC718C0}"/>
          </ac:spMkLst>
        </pc:spChg>
        <pc:spChg chg="mod">
          <ac:chgData name="Trevoir Williams" userId="6a45007046124a3d" providerId="LiveId" clId="{31B64E46-1C5C-4743-A303-318E4CF79BB5}" dt="2026-08-05T22:36:15.895" v="44" actId="26606"/>
          <ac:spMkLst>
            <pc:docMk/>
            <pc:sldMk cId="2754288496" sldId="275"/>
            <ac:spMk id="6" creationId="{75ABE2C3-A94F-4747-E714-95C4E58F9CF3}"/>
          </ac:spMkLst>
        </pc:spChg>
        <pc:spChg chg="mod">
          <ac:chgData name="Trevoir Williams" userId="6a45007046124a3d" providerId="LiveId" clId="{31B64E46-1C5C-4743-A303-318E4CF79BB5}" dt="2026-08-05T22:36:15.895" v="44" actId="26606"/>
          <ac:spMkLst>
            <pc:docMk/>
            <pc:sldMk cId="2754288496" sldId="275"/>
            <ac:spMk id="22" creationId="{2477C9D2-128B-0E4B-581A-6B2B19ECAE1D}"/>
          </ac:spMkLst>
        </pc:spChg>
        <pc:spChg chg="mod">
          <ac:chgData name="Trevoir Williams" userId="6a45007046124a3d" providerId="LiveId" clId="{31B64E46-1C5C-4743-A303-318E4CF79BB5}" dt="2026-08-05T22:36:15.895" v="44" actId="26606"/>
          <ac:spMkLst>
            <pc:docMk/>
            <pc:sldMk cId="2754288496" sldId="275"/>
            <ac:spMk id="23" creationId="{497931DC-1DE9-1B1B-9E5F-280FD516B9FB}"/>
          </ac:spMkLst>
        </pc:spChg>
        <pc:spChg chg="mod">
          <ac:chgData name="Trevoir Williams" userId="6a45007046124a3d" providerId="LiveId" clId="{31B64E46-1C5C-4743-A303-318E4CF79BB5}" dt="2026-08-05T22:36:15.895" v="44" actId="26606"/>
          <ac:spMkLst>
            <pc:docMk/>
            <pc:sldMk cId="2754288496" sldId="275"/>
            <ac:spMk id="24" creationId="{71301F7C-5E99-3507-667E-A94B059777B2}"/>
          </ac:spMkLst>
        </pc:spChg>
        <pc:spChg chg="mod">
          <ac:chgData name="Trevoir Williams" userId="6a45007046124a3d" providerId="LiveId" clId="{31B64E46-1C5C-4743-A303-318E4CF79BB5}" dt="2026-08-05T22:36:15.895" v="44" actId="26606"/>
          <ac:spMkLst>
            <pc:docMk/>
            <pc:sldMk cId="2754288496" sldId="275"/>
            <ac:spMk id="32" creationId="{9F916CB9-DE1D-6402-4169-513EECF8616F}"/>
          </ac:spMkLst>
        </pc:spChg>
        <pc:spChg chg="mod">
          <ac:chgData name="Trevoir Williams" userId="6a45007046124a3d" providerId="LiveId" clId="{31B64E46-1C5C-4743-A303-318E4CF79BB5}" dt="2026-08-05T22:36:15.895" v="44" actId="26606"/>
          <ac:spMkLst>
            <pc:docMk/>
            <pc:sldMk cId="2754288496" sldId="275"/>
            <ac:spMk id="33" creationId="{CB6C9478-2D84-AE77-6160-B8EAEBBE920C}"/>
          </ac:spMkLst>
        </pc:spChg>
        <pc:spChg chg="mod">
          <ac:chgData name="Trevoir Williams" userId="6a45007046124a3d" providerId="LiveId" clId="{31B64E46-1C5C-4743-A303-318E4CF79BB5}" dt="2026-08-05T22:36:15.895" v="44" actId="26606"/>
          <ac:spMkLst>
            <pc:docMk/>
            <pc:sldMk cId="2754288496" sldId="275"/>
            <ac:spMk id="34" creationId="{E042B20B-6C42-48AC-5C9D-CAB302E91DD3}"/>
          </ac:spMkLst>
        </pc:spChg>
      </pc:sldChg>
      <pc:sldChg chg="modSp add del mod modNotes">
        <pc:chgData name="Trevoir Williams" userId="6a45007046124a3d" providerId="LiveId" clId="{31B64E46-1C5C-4743-A303-318E4CF79BB5}" dt="2026-08-07T12:32:27.715" v="959" actId="47"/>
        <pc:sldMkLst>
          <pc:docMk/>
          <pc:sldMk cId="1436911029" sldId="276"/>
        </pc:sldMkLst>
        <pc:spChg chg="mod">
          <ac:chgData name="Trevoir Williams" userId="6a45007046124a3d" providerId="LiveId" clId="{31B64E46-1C5C-4743-A303-318E4CF79BB5}" dt="2026-08-05T22:36:15.895" v="44" actId="26606"/>
          <ac:spMkLst>
            <pc:docMk/>
            <pc:sldMk cId="1436911029" sldId="276"/>
            <ac:spMk id="4" creationId="{E2FBB65B-ECD7-49FC-964E-991E95CE05E9}"/>
          </ac:spMkLst>
        </pc:spChg>
        <pc:spChg chg="mod">
          <ac:chgData name="Trevoir Williams" userId="6a45007046124a3d" providerId="LiveId" clId="{31B64E46-1C5C-4743-A303-318E4CF79BB5}" dt="2026-08-05T22:36:15.895" v="44" actId="26606"/>
          <ac:spMkLst>
            <pc:docMk/>
            <pc:sldMk cId="1436911029" sldId="276"/>
            <ac:spMk id="5" creationId="{D7ED262D-2607-4BBD-92DB-993F1B5EA6C0}"/>
          </ac:spMkLst>
        </pc:spChg>
        <pc:spChg chg="mod">
          <ac:chgData name="Trevoir Williams" userId="6a45007046124a3d" providerId="LiveId" clId="{31B64E46-1C5C-4743-A303-318E4CF79BB5}" dt="2026-08-05T22:36:15.895" v="44" actId="26606"/>
          <ac:spMkLst>
            <pc:docMk/>
            <pc:sldMk cId="1436911029" sldId="276"/>
            <ac:spMk id="6" creationId="{C85EA4CA-C465-43A4-87F4-8199B5E80AB3}"/>
          </ac:spMkLst>
        </pc:spChg>
        <pc:spChg chg="mod">
          <ac:chgData name="Trevoir Williams" userId="6a45007046124a3d" providerId="LiveId" clId="{31B64E46-1C5C-4743-A303-318E4CF79BB5}" dt="2026-08-05T22:36:15.895" v="44" actId="26606"/>
          <ac:spMkLst>
            <pc:docMk/>
            <pc:sldMk cId="1436911029" sldId="276"/>
            <ac:spMk id="7" creationId="{0B588175-4D98-442A-9805-13B4DC29A28E}"/>
          </ac:spMkLst>
        </pc:spChg>
        <pc:spChg chg="mod">
          <ac:chgData name="Trevoir Williams" userId="6a45007046124a3d" providerId="LiveId" clId="{31B64E46-1C5C-4743-A303-318E4CF79BB5}" dt="2026-08-05T22:36:15.895" v="44" actId="26606"/>
          <ac:spMkLst>
            <pc:docMk/>
            <pc:sldMk cId="1436911029" sldId="276"/>
            <ac:spMk id="10" creationId="{D87B2452-1269-4C1D-8A91-0CDA0AFDC53E}"/>
          </ac:spMkLst>
        </pc:spChg>
        <pc:spChg chg="mod">
          <ac:chgData name="Trevoir Williams" userId="6a45007046124a3d" providerId="LiveId" clId="{31B64E46-1C5C-4743-A303-318E4CF79BB5}" dt="2026-08-05T22:36:15.895" v="44" actId="26606"/>
          <ac:spMkLst>
            <pc:docMk/>
            <pc:sldMk cId="1436911029" sldId="276"/>
            <ac:spMk id="11" creationId="{4978B366-2098-430D-B5F4-D1F0873E4FE3}"/>
          </ac:spMkLst>
        </pc:spChg>
        <pc:spChg chg="mod">
          <ac:chgData name="Trevoir Williams" userId="6a45007046124a3d" providerId="LiveId" clId="{31B64E46-1C5C-4743-A303-318E4CF79BB5}" dt="2026-08-05T22:36:15.895" v="44" actId="26606"/>
          <ac:spMkLst>
            <pc:docMk/>
            <pc:sldMk cId="1436911029" sldId="276"/>
            <ac:spMk id="12" creationId="{EAF2D74C-1D30-4E7F-BF6C-4C03B8F6D5FF}"/>
          </ac:spMkLst>
        </pc:spChg>
      </pc:sldChg>
      <pc:sldChg chg="modSp add del mod modNotes">
        <pc:chgData name="Trevoir Williams" userId="6a45007046124a3d" providerId="LiveId" clId="{31B64E46-1C5C-4743-A303-318E4CF79BB5}" dt="2026-08-07T12:32:29.361" v="960" actId="47"/>
        <pc:sldMkLst>
          <pc:docMk/>
          <pc:sldMk cId="1436911029" sldId="277"/>
        </pc:sldMkLst>
        <pc:spChg chg="mod">
          <ac:chgData name="Trevoir Williams" userId="6a45007046124a3d" providerId="LiveId" clId="{31B64E46-1C5C-4743-A303-318E4CF79BB5}" dt="2026-08-05T22:36:15.895" v="44" actId="26606"/>
          <ac:spMkLst>
            <pc:docMk/>
            <pc:sldMk cId="1436911029" sldId="277"/>
            <ac:spMk id="4" creationId="{E2FBB65B-ECD7-49FC-964E-991E95CE05E9}"/>
          </ac:spMkLst>
        </pc:spChg>
        <pc:spChg chg="mod">
          <ac:chgData name="Trevoir Williams" userId="6a45007046124a3d" providerId="LiveId" clId="{31B64E46-1C5C-4743-A303-318E4CF79BB5}" dt="2026-08-05T22:36:15.895" v="44" actId="26606"/>
          <ac:spMkLst>
            <pc:docMk/>
            <pc:sldMk cId="1436911029" sldId="277"/>
            <ac:spMk id="5" creationId="{D7ED262D-2607-4BBD-92DB-993F1B5EA6C0}"/>
          </ac:spMkLst>
        </pc:spChg>
        <pc:spChg chg="mod">
          <ac:chgData name="Trevoir Williams" userId="6a45007046124a3d" providerId="LiveId" clId="{31B64E46-1C5C-4743-A303-318E4CF79BB5}" dt="2026-08-05T22:36:15.895" v="44" actId="26606"/>
          <ac:spMkLst>
            <pc:docMk/>
            <pc:sldMk cId="1436911029" sldId="277"/>
            <ac:spMk id="6" creationId="{C85EA4CA-C465-43A4-87F4-8199B5E80AB3}"/>
          </ac:spMkLst>
        </pc:spChg>
        <pc:spChg chg="mod">
          <ac:chgData name="Trevoir Williams" userId="6a45007046124a3d" providerId="LiveId" clId="{31B64E46-1C5C-4743-A303-318E4CF79BB5}" dt="2026-08-05T22:36:15.895" v="44" actId="26606"/>
          <ac:spMkLst>
            <pc:docMk/>
            <pc:sldMk cId="1436911029" sldId="277"/>
            <ac:spMk id="7" creationId="{0B588175-4D98-442A-9805-13B4DC29A28E}"/>
          </ac:spMkLst>
        </pc:spChg>
        <pc:spChg chg="mod">
          <ac:chgData name="Trevoir Williams" userId="6a45007046124a3d" providerId="LiveId" clId="{31B64E46-1C5C-4743-A303-318E4CF79BB5}" dt="2026-08-05T22:36:15.895" v="44" actId="26606"/>
          <ac:spMkLst>
            <pc:docMk/>
            <pc:sldMk cId="1436911029" sldId="277"/>
            <ac:spMk id="10" creationId="{D87B2452-1269-4C1D-8A91-0CDA0AFDC53E}"/>
          </ac:spMkLst>
        </pc:spChg>
        <pc:spChg chg="mod">
          <ac:chgData name="Trevoir Williams" userId="6a45007046124a3d" providerId="LiveId" clId="{31B64E46-1C5C-4743-A303-318E4CF79BB5}" dt="2026-08-05T22:36:15.895" v="44" actId="26606"/>
          <ac:spMkLst>
            <pc:docMk/>
            <pc:sldMk cId="1436911029" sldId="277"/>
            <ac:spMk id="11" creationId="{4978B366-2098-430D-B5F4-D1F0873E4FE3}"/>
          </ac:spMkLst>
        </pc:spChg>
        <pc:spChg chg="mod">
          <ac:chgData name="Trevoir Williams" userId="6a45007046124a3d" providerId="LiveId" clId="{31B64E46-1C5C-4743-A303-318E4CF79BB5}" dt="2026-08-05T22:36:15.895" v="44" actId="26606"/>
          <ac:spMkLst>
            <pc:docMk/>
            <pc:sldMk cId="1436911029" sldId="277"/>
            <ac:spMk id="12" creationId="{EAF2D74C-1D30-4E7F-BF6C-4C03B8F6D5FF}"/>
          </ac:spMkLst>
        </pc:spChg>
      </pc:sldChg>
      <pc:sldChg chg="modSp add del mod modNotes">
        <pc:chgData name="Trevoir Williams" userId="6a45007046124a3d" providerId="LiveId" clId="{31B64E46-1C5C-4743-A303-318E4CF79BB5}" dt="2026-08-07T12:32:30.499" v="961" actId="47"/>
        <pc:sldMkLst>
          <pc:docMk/>
          <pc:sldMk cId="5393360" sldId="278"/>
        </pc:sldMkLst>
        <pc:spChg chg="mod">
          <ac:chgData name="Trevoir Williams" userId="6a45007046124a3d" providerId="LiveId" clId="{31B64E46-1C5C-4743-A303-318E4CF79BB5}" dt="2026-08-05T22:36:15.895" v="44" actId="26606"/>
          <ac:spMkLst>
            <pc:docMk/>
            <pc:sldMk cId="5393360" sldId="278"/>
            <ac:spMk id="5" creationId="{4E741F3E-B1F4-4F5C-817A-EC3CE6EBE2E0}"/>
          </ac:spMkLst>
        </pc:spChg>
        <pc:spChg chg="mod">
          <ac:chgData name="Trevoir Williams" userId="6a45007046124a3d" providerId="LiveId" clId="{31B64E46-1C5C-4743-A303-318E4CF79BB5}" dt="2026-08-05T22:36:15.895" v="44" actId="26606"/>
          <ac:spMkLst>
            <pc:docMk/>
            <pc:sldMk cId="5393360" sldId="278"/>
            <ac:spMk id="6" creationId="{943DBD22-89C7-4A32-B800-EBCC3D0CA376}"/>
          </ac:spMkLst>
        </pc:spChg>
        <pc:spChg chg="mod">
          <ac:chgData name="Trevoir Williams" userId="6a45007046124a3d" providerId="LiveId" clId="{31B64E46-1C5C-4743-A303-318E4CF79BB5}" dt="2026-08-05T22:36:15.895" v="44" actId="26606"/>
          <ac:spMkLst>
            <pc:docMk/>
            <pc:sldMk cId="5393360" sldId="278"/>
            <ac:spMk id="8" creationId="{4631D177-9E3D-4408-8F54-4D6028C46831}"/>
          </ac:spMkLst>
        </pc:spChg>
        <pc:spChg chg="mod">
          <ac:chgData name="Trevoir Williams" userId="6a45007046124a3d" providerId="LiveId" clId="{31B64E46-1C5C-4743-A303-318E4CF79BB5}" dt="2026-08-05T22:36:15.895" v="44" actId="26606"/>
          <ac:spMkLst>
            <pc:docMk/>
            <pc:sldMk cId="5393360" sldId="278"/>
            <ac:spMk id="11" creationId="{E1AF0949-D240-4A2D-B63D-804E66C73995}"/>
          </ac:spMkLst>
        </pc:spChg>
        <pc:spChg chg="mod">
          <ac:chgData name="Trevoir Williams" userId="6a45007046124a3d" providerId="LiveId" clId="{31B64E46-1C5C-4743-A303-318E4CF79BB5}" dt="2026-08-05T22:36:15.895" v="44" actId="26606"/>
          <ac:spMkLst>
            <pc:docMk/>
            <pc:sldMk cId="5393360" sldId="278"/>
            <ac:spMk id="14" creationId="{9AC36E34-A37B-48CC-954D-E0B5A9BD435B}"/>
          </ac:spMkLst>
        </pc:spChg>
        <pc:spChg chg="mod">
          <ac:chgData name="Trevoir Williams" userId="6a45007046124a3d" providerId="LiveId" clId="{31B64E46-1C5C-4743-A303-318E4CF79BB5}" dt="2026-08-05T22:36:15.895" v="44" actId="26606"/>
          <ac:spMkLst>
            <pc:docMk/>
            <pc:sldMk cId="5393360" sldId="278"/>
            <ac:spMk id="17" creationId="{BC8407D7-9D70-4D9F-BA6B-8C419A65B819}"/>
          </ac:spMkLst>
        </pc:spChg>
      </pc:sldChg>
      <pc:sldChg chg="modSp add del mod ord modAnim modNotes">
        <pc:chgData name="Trevoir Williams" userId="6a45007046124a3d" providerId="LiveId" clId="{31B64E46-1C5C-4743-A303-318E4CF79BB5}" dt="2026-08-06T16:24:48.047" v="584"/>
        <pc:sldMkLst>
          <pc:docMk/>
          <pc:sldMk cId="5393360" sldId="279"/>
        </pc:sldMkLst>
        <pc:spChg chg="mod">
          <ac:chgData name="Trevoir Williams" userId="6a45007046124a3d" providerId="LiveId" clId="{31B64E46-1C5C-4743-A303-318E4CF79BB5}" dt="2026-08-05T22:36:15.895" v="44" actId="26606"/>
          <ac:spMkLst>
            <pc:docMk/>
            <pc:sldMk cId="5393360" sldId="279"/>
            <ac:spMk id="6" creationId="{943DBD22-89C7-4A32-B800-EBCC3D0CA376}"/>
          </ac:spMkLst>
        </pc:spChg>
        <pc:spChg chg="mod">
          <ac:chgData name="Trevoir Williams" userId="6a45007046124a3d" providerId="LiveId" clId="{31B64E46-1C5C-4743-A303-318E4CF79BB5}" dt="2026-08-05T22:36:15.895" v="44" actId="26606"/>
          <ac:spMkLst>
            <pc:docMk/>
            <pc:sldMk cId="5393360" sldId="279"/>
            <ac:spMk id="8" creationId="{4631D177-9E3D-4408-8F54-4D6028C46831}"/>
          </ac:spMkLst>
        </pc:spChg>
        <pc:spChg chg="mod">
          <ac:chgData name="Trevoir Williams" userId="6a45007046124a3d" providerId="LiveId" clId="{31B64E46-1C5C-4743-A303-318E4CF79BB5}" dt="2026-08-05T22:36:15.895" v="44" actId="26606"/>
          <ac:spMkLst>
            <pc:docMk/>
            <pc:sldMk cId="5393360" sldId="279"/>
            <ac:spMk id="11" creationId="{E1AF0949-D240-4A2D-B63D-804E66C73995}"/>
          </ac:spMkLst>
        </pc:spChg>
        <pc:spChg chg="mod">
          <ac:chgData name="Trevoir Williams" userId="6a45007046124a3d" providerId="LiveId" clId="{31B64E46-1C5C-4743-A303-318E4CF79BB5}" dt="2026-08-05T22:36:15.895" v="44" actId="26606"/>
          <ac:spMkLst>
            <pc:docMk/>
            <pc:sldMk cId="5393360" sldId="279"/>
            <ac:spMk id="14" creationId="{9AC36E34-A37B-48CC-954D-E0B5A9BD435B}"/>
          </ac:spMkLst>
        </pc:spChg>
        <pc:spChg chg="mod">
          <ac:chgData name="Trevoir Williams" userId="6a45007046124a3d" providerId="LiveId" clId="{31B64E46-1C5C-4743-A303-318E4CF79BB5}" dt="2026-08-05T22:36:15.895" v="44" actId="26606"/>
          <ac:spMkLst>
            <pc:docMk/>
            <pc:sldMk cId="5393360" sldId="279"/>
            <ac:spMk id="17" creationId="{BC8407D7-9D70-4D9F-BA6B-8C419A65B819}"/>
          </ac:spMkLst>
        </pc:spChg>
        <pc:spChg chg="mod">
          <ac:chgData name="Trevoir Williams" userId="6a45007046124a3d" providerId="LiveId" clId="{31B64E46-1C5C-4743-A303-318E4CF79BB5}" dt="2026-08-06T16:24:42" v="583" actId="20577"/>
          <ac:spMkLst>
            <pc:docMk/>
            <pc:sldMk cId="5393360" sldId="279"/>
            <ac:spMk id="20" creationId="{D1483F30-27BB-4068-9386-A1E2FE50E886}"/>
          </ac:spMkLst>
        </pc:spChg>
      </pc:sldChg>
      <pc:sldChg chg="modSp add del mod modAnim modNotes">
        <pc:chgData name="Trevoir Williams" userId="6a45007046124a3d" providerId="LiveId" clId="{31B64E46-1C5C-4743-A303-318E4CF79BB5}" dt="2026-08-06T16:24:11.872" v="572" actId="20577"/>
        <pc:sldMkLst>
          <pc:docMk/>
          <pc:sldMk cId="1436911029" sldId="280"/>
        </pc:sldMkLst>
        <pc:spChg chg="mod">
          <ac:chgData name="Trevoir Williams" userId="6a45007046124a3d" providerId="LiveId" clId="{31B64E46-1C5C-4743-A303-318E4CF79BB5}" dt="2026-08-05T22:36:15.895" v="44" actId="26606"/>
          <ac:spMkLst>
            <pc:docMk/>
            <pc:sldMk cId="1436911029" sldId="280"/>
            <ac:spMk id="4" creationId="{E2FBB65B-ECD7-49FC-964E-991E95CE05E9}"/>
          </ac:spMkLst>
        </pc:spChg>
        <pc:spChg chg="mod">
          <ac:chgData name="Trevoir Williams" userId="6a45007046124a3d" providerId="LiveId" clId="{31B64E46-1C5C-4743-A303-318E4CF79BB5}" dt="2026-08-06T16:23:37.979" v="473" actId="20577"/>
          <ac:spMkLst>
            <pc:docMk/>
            <pc:sldMk cId="1436911029" sldId="280"/>
            <ac:spMk id="5" creationId="{D7ED262D-2607-4BBD-92DB-993F1B5EA6C0}"/>
          </ac:spMkLst>
        </pc:spChg>
        <pc:spChg chg="mod">
          <ac:chgData name="Trevoir Williams" userId="6a45007046124a3d" providerId="LiveId" clId="{31B64E46-1C5C-4743-A303-318E4CF79BB5}" dt="2026-08-06T16:23:13.169" v="465" actId="20577"/>
          <ac:spMkLst>
            <pc:docMk/>
            <pc:sldMk cId="1436911029" sldId="280"/>
            <ac:spMk id="6" creationId="{C85EA4CA-C465-43A4-87F4-8199B5E80AB3}"/>
          </ac:spMkLst>
        </pc:spChg>
        <pc:spChg chg="mod">
          <ac:chgData name="Trevoir Williams" userId="6a45007046124a3d" providerId="LiveId" clId="{31B64E46-1C5C-4743-A303-318E4CF79BB5}" dt="2026-08-05T22:36:15.895" v="44" actId="26606"/>
          <ac:spMkLst>
            <pc:docMk/>
            <pc:sldMk cId="1436911029" sldId="280"/>
            <ac:spMk id="7" creationId="{0B588175-4D98-442A-9805-13B4DC29A28E}"/>
          </ac:spMkLst>
        </pc:spChg>
        <pc:spChg chg="mod">
          <ac:chgData name="Trevoir Williams" userId="6a45007046124a3d" providerId="LiveId" clId="{31B64E46-1C5C-4743-A303-318E4CF79BB5}" dt="2026-08-05T22:36:15.895" v="44" actId="26606"/>
          <ac:spMkLst>
            <pc:docMk/>
            <pc:sldMk cId="1436911029" sldId="280"/>
            <ac:spMk id="10" creationId="{D87B2452-1269-4C1D-8A91-0CDA0AFDC53E}"/>
          </ac:spMkLst>
        </pc:spChg>
        <pc:spChg chg="mod">
          <ac:chgData name="Trevoir Williams" userId="6a45007046124a3d" providerId="LiveId" clId="{31B64E46-1C5C-4743-A303-318E4CF79BB5}" dt="2026-08-05T22:36:15.895" v="44" actId="26606"/>
          <ac:spMkLst>
            <pc:docMk/>
            <pc:sldMk cId="1436911029" sldId="280"/>
            <ac:spMk id="11" creationId="{4978B366-2098-430D-B5F4-D1F0873E4FE3}"/>
          </ac:spMkLst>
        </pc:spChg>
        <pc:spChg chg="mod">
          <ac:chgData name="Trevoir Williams" userId="6a45007046124a3d" providerId="LiveId" clId="{31B64E46-1C5C-4743-A303-318E4CF79BB5}" dt="2026-08-06T16:24:11.872" v="572" actId="20577"/>
          <ac:spMkLst>
            <pc:docMk/>
            <pc:sldMk cId="1436911029" sldId="280"/>
            <ac:spMk id="12" creationId="{EAF2D74C-1D30-4E7F-BF6C-4C03B8F6D5FF}"/>
          </ac:spMkLst>
        </pc:spChg>
      </pc:sldChg>
      <pc:sldChg chg="modSp add del mod modNotes">
        <pc:chgData name="Trevoir Williams" userId="6a45007046124a3d" providerId="LiveId" clId="{31B64E46-1C5C-4743-A303-318E4CF79BB5}" dt="2026-08-06T14:08:29.959" v="139" actId="26606"/>
        <pc:sldMkLst>
          <pc:docMk/>
          <pc:sldMk cId="365308250" sldId="281"/>
        </pc:sldMkLst>
        <pc:spChg chg="mod">
          <ac:chgData name="Trevoir Williams" userId="6a45007046124a3d" providerId="LiveId" clId="{31B64E46-1C5C-4743-A303-318E4CF79BB5}" dt="2026-08-05T22:36:15.895" v="44" actId="26606"/>
          <ac:spMkLst>
            <pc:docMk/>
            <pc:sldMk cId="365308250" sldId="281"/>
            <ac:spMk id="4" creationId="{3AA28FDA-7224-43EE-B775-82AA23818811}"/>
          </ac:spMkLst>
        </pc:spChg>
        <pc:spChg chg="mod">
          <ac:chgData name="Trevoir Williams" userId="6a45007046124a3d" providerId="LiveId" clId="{31B64E46-1C5C-4743-A303-318E4CF79BB5}" dt="2026-08-05T22:36:15.895" v="44" actId="26606"/>
          <ac:spMkLst>
            <pc:docMk/>
            <pc:sldMk cId="365308250" sldId="281"/>
            <ac:spMk id="6" creationId="{88F908A6-BC8C-4D1C-8202-3B8C793BA5A1}"/>
          </ac:spMkLst>
        </pc:spChg>
        <pc:spChg chg="mod">
          <ac:chgData name="Trevoir Williams" userId="6a45007046124a3d" providerId="LiveId" clId="{31B64E46-1C5C-4743-A303-318E4CF79BB5}" dt="2026-08-05T22:36:15.895" v="44" actId="26606"/>
          <ac:spMkLst>
            <pc:docMk/>
            <pc:sldMk cId="365308250" sldId="281"/>
            <ac:spMk id="21" creationId="{41782C0D-2CB0-457E-A76C-E447A44D4074}"/>
          </ac:spMkLst>
        </pc:spChg>
        <pc:spChg chg="mod">
          <ac:chgData name="Trevoir Williams" userId="6a45007046124a3d" providerId="LiveId" clId="{31B64E46-1C5C-4743-A303-318E4CF79BB5}" dt="2026-08-05T22:36:15.895" v="44" actId="26606"/>
          <ac:spMkLst>
            <pc:docMk/>
            <pc:sldMk cId="365308250" sldId="281"/>
            <ac:spMk id="22" creationId="{D1778A04-3D90-4FD2-8B6A-72F96C1E4A13}"/>
          </ac:spMkLst>
        </pc:spChg>
        <pc:spChg chg="mod">
          <ac:chgData name="Trevoir Williams" userId="6a45007046124a3d" providerId="LiveId" clId="{31B64E46-1C5C-4743-A303-318E4CF79BB5}" dt="2026-08-05T22:36:15.895" v="44" actId="26606"/>
          <ac:spMkLst>
            <pc:docMk/>
            <pc:sldMk cId="365308250" sldId="281"/>
            <ac:spMk id="23" creationId="{A3AE264A-9696-42BC-937B-DE401B9239CC}"/>
          </ac:spMkLst>
        </pc:spChg>
        <pc:spChg chg="mod">
          <ac:chgData name="Trevoir Williams" userId="6a45007046124a3d" providerId="LiveId" clId="{31B64E46-1C5C-4743-A303-318E4CF79BB5}" dt="2026-08-05T22:36:15.895" v="44" actId="26606"/>
          <ac:spMkLst>
            <pc:docMk/>
            <pc:sldMk cId="365308250" sldId="281"/>
            <ac:spMk id="41" creationId="{7D33EDCA-7575-4C37-BD5D-027A01D73256}"/>
          </ac:spMkLst>
        </pc:spChg>
        <pc:spChg chg="mod">
          <ac:chgData name="Trevoir Williams" userId="6a45007046124a3d" providerId="LiveId" clId="{31B64E46-1C5C-4743-A303-318E4CF79BB5}" dt="2026-08-05T22:36:15.895" v="44" actId="26606"/>
          <ac:spMkLst>
            <pc:docMk/>
            <pc:sldMk cId="365308250" sldId="281"/>
            <ac:spMk id="42" creationId="{6D16289C-26F6-4DAA-9A47-27F70AB10470}"/>
          </ac:spMkLst>
        </pc:spChg>
        <pc:spChg chg="mod">
          <ac:chgData name="Trevoir Williams" userId="6a45007046124a3d" providerId="LiveId" clId="{31B64E46-1C5C-4743-A303-318E4CF79BB5}" dt="2026-08-05T22:36:15.895" v="44" actId="26606"/>
          <ac:spMkLst>
            <pc:docMk/>
            <pc:sldMk cId="365308250" sldId="281"/>
            <ac:spMk id="43" creationId="{859C9C71-02CC-426E-B7E6-8CE3D1719C4B}"/>
          </ac:spMkLst>
        </pc:spChg>
        <pc:spChg chg="mod">
          <ac:chgData name="Trevoir Williams" userId="6a45007046124a3d" providerId="LiveId" clId="{31B64E46-1C5C-4743-A303-318E4CF79BB5}" dt="2026-08-05T22:36:15.895" v="44" actId="26606"/>
          <ac:spMkLst>
            <pc:docMk/>
            <pc:sldMk cId="365308250" sldId="281"/>
            <ac:spMk id="50" creationId="{AF56B58B-2DCF-4059-889F-0FF65F30C9DF}"/>
          </ac:spMkLst>
        </pc:spChg>
      </pc:sldChg>
      <pc:sldChg chg="modSp add del mod modNotes">
        <pc:chgData name="Trevoir Williams" userId="6a45007046124a3d" providerId="LiveId" clId="{31B64E46-1C5C-4743-A303-318E4CF79BB5}" dt="2026-08-07T12:32:51.517" v="964" actId="47"/>
        <pc:sldMkLst>
          <pc:docMk/>
          <pc:sldMk cId="867276265" sldId="282"/>
        </pc:sldMkLst>
        <pc:spChg chg="mod">
          <ac:chgData name="Trevoir Williams" userId="6a45007046124a3d" providerId="LiveId" clId="{31B64E46-1C5C-4743-A303-318E4CF79BB5}" dt="2026-08-05T22:36:15.895" v="44" actId="26606"/>
          <ac:spMkLst>
            <pc:docMk/>
            <pc:sldMk cId="867276265" sldId="282"/>
            <ac:spMk id="4" creationId="{C683551C-183D-40A6-9546-A9EC011964FF}"/>
          </ac:spMkLst>
        </pc:spChg>
        <pc:spChg chg="mod">
          <ac:chgData name="Trevoir Williams" userId="6a45007046124a3d" providerId="LiveId" clId="{31B64E46-1C5C-4743-A303-318E4CF79BB5}" dt="2026-08-05T22:36:15.895" v="44" actId="26606"/>
          <ac:spMkLst>
            <pc:docMk/>
            <pc:sldMk cId="867276265" sldId="282"/>
            <ac:spMk id="5" creationId="{238F0CFC-8655-4FB3-9CF5-DC92FA36B5DE}"/>
          </ac:spMkLst>
        </pc:spChg>
        <pc:spChg chg="mod">
          <ac:chgData name="Trevoir Williams" userId="6a45007046124a3d" providerId="LiveId" clId="{31B64E46-1C5C-4743-A303-318E4CF79BB5}" dt="2026-08-05T22:36:15.895" v="44" actId="26606"/>
          <ac:spMkLst>
            <pc:docMk/>
            <pc:sldMk cId="867276265" sldId="282"/>
            <ac:spMk id="6" creationId="{F306497F-2EFB-4708-959B-EF21F67D997F}"/>
          </ac:spMkLst>
        </pc:spChg>
        <pc:spChg chg="mod">
          <ac:chgData name="Trevoir Williams" userId="6a45007046124a3d" providerId="LiveId" clId="{31B64E46-1C5C-4743-A303-318E4CF79BB5}" dt="2026-08-05T22:36:15.895" v="44" actId="26606"/>
          <ac:spMkLst>
            <pc:docMk/>
            <pc:sldMk cId="867276265" sldId="282"/>
            <ac:spMk id="7" creationId="{646D59EF-DC10-407F-95E0-FA377E3FFBD8}"/>
          </ac:spMkLst>
        </pc:spChg>
        <pc:spChg chg="mod">
          <ac:chgData name="Trevoir Williams" userId="6a45007046124a3d" providerId="LiveId" clId="{31B64E46-1C5C-4743-A303-318E4CF79BB5}" dt="2026-08-05T22:36:15.895" v="44" actId="26606"/>
          <ac:spMkLst>
            <pc:docMk/>
            <pc:sldMk cId="867276265" sldId="282"/>
            <ac:spMk id="10" creationId="{26E1B714-DB0B-45D7-9ECC-579736A95EEB}"/>
          </ac:spMkLst>
        </pc:spChg>
        <pc:spChg chg="mod">
          <ac:chgData name="Trevoir Williams" userId="6a45007046124a3d" providerId="LiveId" clId="{31B64E46-1C5C-4743-A303-318E4CF79BB5}" dt="2026-08-05T22:36:15.895" v="44" actId="26606"/>
          <ac:spMkLst>
            <pc:docMk/>
            <pc:sldMk cId="867276265" sldId="282"/>
            <ac:spMk id="11" creationId="{9DB56303-8099-454A-ADEE-00C2247D56F3}"/>
          </ac:spMkLst>
        </pc:spChg>
        <pc:spChg chg="mod">
          <ac:chgData name="Trevoir Williams" userId="6a45007046124a3d" providerId="LiveId" clId="{31B64E46-1C5C-4743-A303-318E4CF79BB5}" dt="2026-08-05T22:36:15.895" v="44" actId="26606"/>
          <ac:spMkLst>
            <pc:docMk/>
            <pc:sldMk cId="867276265" sldId="282"/>
            <ac:spMk id="12" creationId="{998779C8-5FED-44DA-886A-1E7175DACA3E}"/>
          </ac:spMkLst>
        </pc:spChg>
      </pc:sldChg>
      <pc:sldChg chg="modSp add del mod modNotes">
        <pc:chgData name="Trevoir Williams" userId="6a45007046124a3d" providerId="LiveId" clId="{31B64E46-1C5C-4743-A303-318E4CF79BB5}" dt="2026-08-07T12:33:17.154" v="968" actId="47"/>
        <pc:sldMkLst>
          <pc:docMk/>
          <pc:sldMk cId="2754288496" sldId="283"/>
        </pc:sldMkLst>
        <pc:spChg chg="mod">
          <ac:chgData name="Trevoir Williams" userId="6a45007046124a3d" providerId="LiveId" clId="{31B64E46-1C5C-4743-A303-318E4CF79BB5}" dt="2026-08-05T22:36:15.895" v="44" actId="26606"/>
          <ac:spMkLst>
            <pc:docMk/>
            <pc:sldMk cId="2754288496" sldId="283"/>
            <ac:spMk id="4" creationId="{47C2ED1A-65E2-CBC7-7458-02C7580D5B3F}"/>
          </ac:spMkLst>
        </pc:spChg>
        <pc:spChg chg="mod">
          <ac:chgData name="Trevoir Williams" userId="6a45007046124a3d" providerId="LiveId" clId="{31B64E46-1C5C-4743-A303-318E4CF79BB5}" dt="2026-08-05T22:36:15.895" v="44" actId="26606"/>
          <ac:spMkLst>
            <pc:docMk/>
            <pc:sldMk cId="2754288496" sldId="283"/>
            <ac:spMk id="5" creationId="{27A8D024-8998-17BC-3F40-3014CBC718C0}"/>
          </ac:spMkLst>
        </pc:spChg>
        <pc:spChg chg="mod">
          <ac:chgData name="Trevoir Williams" userId="6a45007046124a3d" providerId="LiveId" clId="{31B64E46-1C5C-4743-A303-318E4CF79BB5}" dt="2026-08-05T22:36:15.895" v="44" actId="26606"/>
          <ac:spMkLst>
            <pc:docMk/>
            <pc:sldMk cId="2754288496" sldId="283"/>
            <ac:spMk id="6" creationId="{75ABE2C3-A94F-4747-E714-95C4E58F9CF3}"/>
          </ac:spMkLst>
        </pc:spChg>
        <pc:spChg chg="mod">
          <ac:chgData name="Trevoir Williams" userId="6a45007046124a3d" providerId="LiveId" clId="{31B64E46-1C5C-4743-A303-318E4CF79BB5}" dt="2026-08-05T22:36:15.895" v="44" actId="26606"/>
          <ac:spMkLst>
            <pc:docMk/>
            <pc:sldMk cId="2754288496" sldId="283"/>
            <ac:spMk id="22" creationId="{2477C9D2-128B-0E4B-581A-6B2B19ECAE1D}"/>
          </ac:spMkLst>
        </pc:spChg>
        <pc:spChg chg="mod">
          <ac:chgData name="Trevoir Williams" userId="6a45007046124a3d" providerId="LiveId" clId="{31B64E46-1C5C-4743-A303-318E4CF79BB5}" dt="2026-08-05T22:36:15.895" v="44" actId="26606"/>
          <ac:spMkLst>
            <pc:docMk/>
            <pc:sldMk cId="2754288496" sldId="283"/>
            <ac:spMk id="23" creationId="{497931DC-1DE9-1B1B-9E5F-280FD516B9FB}"/>
          </ac:spMkLst>
        </pc:spChg>
        <pc:spChg chg="mod">
          <ac:chgData name="Trevoir Williams" userId="6a45007046124a3d" providerId="LiveId" clId="{31B64E46-1C5C-4743-A303-318E4CF79BB5}" dt="2026-08-05T22:36:15.895" v="44" actId="26606"/>
          <ac:spMkLst>
            <pc:docMk/>
            <pc:sldMk cId="2754288496" sldId="283"/>
            <ac:spMk id="24" creationId="{71301F7C-5E99-3507-667E-A94B059777B2}"/>
          </ac:spMkLst>
        </pc:spChg>
        <pc:spChg chg="mod">
          <ac:chgData name="Trevoir Williams" userId="6a45007046124a3d" providerId="LiveId" clId="{31B64E46-1C5C-4743-A303-318E4CF79BB5}" dt="2026-08-05T22:36:15.895" v="44" actId="26606"/>
          <ac:spMkLst>
            <pc:docMk/>
            <pc:sldMk cId="2754288496" sldId="283"/>
            <ac:spMk id="32" creationId="{9F916CB9-DE1D-6402-4169-513EECF8616F}"/>
          </ac:spMkLst>
        </pc:spChg>
        <pc:spChg chg="mod">
          <ac:chgData name="Trevoir Williams" userId="6a45007046124a3d" providerId="LiveId" clId="{31B64E46-1C5C-4743-A303-318E4CF79BB5}" dt="2026-08-05T22:36:15.895" v="44" actId="26606"/>
          <ac:spMkLst>
            <pc:docMk/>
            <pc:sldMk cId="2754288496" sldId="283"/>
            <ac:spMk id="33" creationId="{CB6C9478-2D84-AE77-6160-B8EAEBBE920C}"/>
          </ac:spMkLst>
        </pc:spChg>
        <pc:spChg chg="mod">
          <ac:chgData name="Trevoir Williams" userId="6a45007046124a3d" providerId="LiveId" clId="{31B64E46-1C5C-4743-A303-318E4CF79BB5}" dt="2026-08-05T22:36:15.895" v="44" actId="26606"/>
          <ac:spMkLst>
            <pc:docMk/>
            <pc:sldMk cId="2754288496" sldId="283"/>
            <ac:spMk id="34" creationId="{E042B20B-6C42-48AC-5C9D-CAB302E91DD3}"/>
          </ac:spMkLst>
        </pc:spChg>
      </pc:sldChg>
      <pc:sldChg chg="modSp add del mod modNotes">
        <pc:chgData name="Trevoir Williams" userId="6a45007046124a3d" providerId="LiveId" clId="{31B64E46-1C5C-4743-A303-318E4CF79BB5}" dt="2026-08-07T12:33:20.144" v="969" actId="47"/>
        <pc:sldMkLst>
          <pc:docMk/>
          <pc:sldMk cId="1436911029" sldId="284"/>
        </pc:sldMkLst>
        <pc:spChg chg="mod">
          <ac:chgData name="Trevoir Williams" userId="6a45007046124a3d" providerId="LiveId" clId="{31B64E46-1C5C-4743-A303-318E4CF79BB5}" dt="2026-08-05T22:36:15.895" v="44" actId="26606"/>
          <ac:spMkLst>
            <pc:docMk/>
            <pc:sldMk cId="1436911029" sldId="284"/>
            <ac:spMk id="4" creationId="{E2FBB65B-ECD7-49FC-964E-991E95CE05E9}"/>
          </ac:spMkLst>
        </pc:spChg>
        <pc:spChg chg="mod">
          <ac:chgData name="Trevoir Williams" userId="6a45007046124a3d" providerId="LiveId" clId="{31B64E46-1C5C-4743-A303-318E4CF79BB5}" dt="2026-08-05T22:36:15.895" v="44" actId="26606"/>
          <ac:spMkLst>
            <pc:docMk/>
            <pc:sldMk cId="1436911029" sldId="284"/>
            <ac:spMk id="5" creationId="{D7ED262D-2607-4BBD-92DB-993F1B5EA6C0}"/>
          </ac:spMkLst>
        </pc:spChg>
        <pc:spChg chg="mod">
          <ac:chgData name="Trevoir Williams" userId="6a45007046124a3d" providerId="LiveId" clId="{31B64E46-1C5C-4743-A303-318E4CF79BB5}" dt="2026-08-05T22:36:15.895" v="44" actId="26606"/>
          <ac:spMkLst>
            <pc:docMk/>
            <pc:sldMk cId="1436911029" sldId="284"/>
            <ac:spMk id="6" creationId="{C85EA4CA-C465-43A4-87F4-8199B5E80AB3}"/>
          </ac:spMkLst>
        </pc:spChg>
        <pc:spChg chg="mod">
          <ac:chgData name="Trevoir Williams" userId="6a45007046124a3d" providerId="LiveId" clId="{31B64E46-1C5C-4743-A303-318E4CF79BB5}" dt="2026-08-05T22:36:15.895" v="44" actId="26606"/>
          <ac:spMkLst>
            <pc:docMk/>
            <pc:sldMk cId="1436911029" sldId="284"/>
            <ac:spMk id="7" creationId="{0B588175-4D98-442A-9805-13B4DC29A28E}"/>
          </ac:spMkLst>
        </pc:spChg>
        <pc:spChg chg="mod">
          <ac:chgData name="Trevoir Williams" userId="6a45007046124a3d" providerId="LiveId" clId="{31B64E46-1C5C-4743-A303-318E4CF79BB5}" dt="2026-08-05T22:36:15.895" v="44" actId="26606"/>
          <ac:spMkLst>
            <pc:docMk/>
            <pc:sldMk cId="1436911029" sldId="284"/>
            <ac:spMk id="10" creationId="{D87B2452-1269-4C1D-8A91-0CDA0AFDC53E}"/>
          </ac:spMkLst>
        </pc:spChg>
        <pc:spChg chg="mod">
          <ac:chgData name="Trevoir Williams" userId="6a45007046124a3d" providerId="LiveId" clId="{31B64E46-1C5C-4743-A303-318E4CF79BB5}" dt="2026-08-05T22:36:15.895" v="44" actId="26606"/>
          <ac:spMkLst>
            <pc:docMk/>
            <pc:sldMk cId="1436911029" sldId="284"/>
            <ac:spMk id="11" creationId="{4978B366-2098-430D-B5F4-D1F0873E4FE3}"/>
          </ac:spMkLst>
        </pc:spChg>
        <pc:spChg chg="mod">
          <ac:chgData name="Trevoir Williams" userId="6a45007046124a3d" providerId="LiveId" clId="{31B64E46-1C5C-4743-A303-318E4CF79BB5}" dt="2026-08-05T22:36:15.895" v="44" actId="26606"/>
          <ac:spMkLst>
            <pc:docMk/>
            <pc:sldMk cId="1436911029" sldId="284"/>
            <ac:spMk id="12" creationId="{EAF2D74C-1D30-4E7F-BF6C-4C03B8F6D5FF}"/>
          </ac:spMkLst>
        </pc:spChg>
      </pc:sldChg>
      <pc:sldChg chg="modSp add del mod modNotes">
        <pc:chgData name="Trevoir Williams" userId="6a45007046124a3d" providerId="LiveId" clId="{31B64E46-1C5C-4743-A303-318E4CF79BB5}" dt="2026-08-06T14:08:29.959" v="139" actId="26606"/>
        <pc:sldMkLst>
          <pc:docMk/>
          <pc:sldMk cId="1436911029" sldId="285"/>
        </pc:sldMkLst>
        <pc:spChg chg="mod">
          <ac:chgData name="Trevoir Williams" userId="6a45007046124a3d" providerId="LiveId" clId="{31B64E46-1C5C-4743-A303-318E4CF79BB5}" dt="2026-08-05T22:36:15.895" v="44" actId="26606"/>
          <ac:spMkLst>
            <pc:docMk/>
            <pc:sldMk cId="1436911029" sldId="285"/>
            <ac:spMk id="4" creationId="{E2FBB65B-ECD7-49FC-964E-991E95CE05E9}"/>
          </ac:spMkLst>
        </pc:spChg>
        <pc:spChg chg="mod">
          <ac:chgData name="Trevoir Williams" userId="6a45007046124a3d" providerId="LiveId" clId="{31B64E46-1C5C-4743-A303-318E4CF79BB5}" dt="2026-08-05T22:36:15.895" v="44" actId="26606"/>
          <ac:spMkLst>
            <pc:docMk/>
            <pc:sldMk cId="1436911029" sldId="285"/>
            <ac:spMk id="5" creationId="{D7ED262D-2607-4BBD-92DB-993F1B5EA6C0}"/>
          </ac:spMkLst>
        </pc:spChg>
        <pc:spChg chg="mod">
          <ac:chgData name="Trevoir Williams" userId="6a45007046124a3d" providerId="LiveId" clId="{31B64E46-1C5C-4743-A303-318E4CF79BB5}" dt="2026-08-05T22:36:15.895" v="44" actId="26606"/>
          <ac:spMkLst>
            <pc:docMk/>
            <pc:sldMk cId="1436911029" sldId="285"/>
            <ac:spMk id="6" creationId="{C85EA4CA-C465-43A4-87F4-8199B5E80AB3}"/>
          </ac:spMkLst>
        </pc:spChg>
        <pc:spChg chg="mod">
          <ac:chgData name="Trevoir Williams" userId="6a45007046124a3d" providerId="LiveId" clId="{31B64E46-1C5C-4743-A303-318E4CF79BB5}" dt="2026-08-05T22:36:15.895" v="44" actId="26606"/>
          <ac:spMkLst>
            <pc:docMk/>
            <pc:sldMk cId="1436911029" sldId="285"/>
            <ac:spMk id="7" creationId="{0B588175-4D98-442A-9805-13B4DC29A28E}"/>
          </ac:spMkLst>
        </pc:spChg>
        <pc:spChg chg="mod">
          <ac:chgData name="Trevoir Williams" userId="6a45007046124a3d" providerId="LiveId" clId="{31B64E46-1C5C-4743-A303-318E4CF79BB5}" dt="2026-08-05T22:36:15.895" v="44" actId="26606"/>
          <ac:spMkLst>
            <pc:docMk/>
            <pc:sldMk cId="1436911029" sldId="285"/>
            <ac:spMk id="10" creationId="{D87B2452-1269-4C1D-8A91-0CDA0AFDC53E}"/>
          </ac:spMkLst>
        </pc:spChg>
        <pc:spChg chg="mod">
          <ac:chgData name="Trevoir Williams" userId="6a45007046124a3d" providerId="LiveId" clId="{31B64E46-1C5C-4743-A303-318E4CF79BB5}" dt="2026-08-05T22:36:15.895" v="44" actId="26606"/>
          <ac:spMkLst>
            <pc:docMk/>
            <pc:sldMk cId="1436911029" sldId="285"/>
            <ac:spMk id="11" creationId="{4978B366-2098-430D-B5F4-D1F0873E4FE3}"/>
          </ac:spMkLst>
        </pc:spChg>
        <pc:spChg chg="mod">
          <ac:chgData name="Trevoir Williams" userId="6a45007046124a3d" providerId="LiveId" clId="{31B64E46-1C5C-4743-A303-318E4CF79BB5}" dt="2026-08-05T22:36:15.895" v="44" actId="26606"/>
          <ac:spMkLst>
            <pc:docMk/>
            <pc:sldMk cId="1436911029" sldId="285"/>
            <ac:spMk id="12" creationId="{EAF2D74C-1D30-4E7F-BF6C-4C03B8F6D5FF}"/>
          </ac:spMkLst>
        </pc:spChg>
      </pc:sldChg>
      <pc:sldChg chg="modSp add del mod modNotes">
        <pc:chgData name="Trevoir Williams" userId="6a45007046124a3d" providerId="LiveId" clId="{31B64E46-1C5C-4743-A303-318E4CF79BB5}" dt="2026-08-06T14:08:29.959" v="139" actId="26606"/>
        <pc:sldMkLst>
          <pc:docMk/>
          <pc:sldMk cId="5393360" sldId="286"/>
        </pc:sldMkLst>
        <pc:spChg chg="mod">
          <ac:chgData name="Trevoir Williams" userId="6a45007046124a3d" providerId="LiveId" clId="{31B64E46-1C5C-4743-A303-318E4CF79BB5}" dt="2026-08-05T22:36:15.895" v="44" actId="26606"/>
          <ac:spMkLst>
            <pc:docMk/>
            <pc:sldMk cId="5393360" sldId="286"/>
            <ac:spMk id="6" creationId="{943DBD22-89C7-4A32-B800-EBCC3D0CA376}"/>
          </ac:spMkLst>
        </pc:spChg>
        <pc:spChg chg="mod">
          <ac:chgData name="Trevoir Williams" userId="6a45007046124a3d" providerId="LiveId" clId="{31B64E46-1C5C-4743-A303-318E4CF79BB5}" dt="2026-08-05T22:36:15.895" v="44" actId="26606"/>
          <ac:spMkLst>
            <pc:docMk/>
            <pc:sldMk cId="5393360" sldId="286"/>
            <ac:spMk id="8" creationId="{4631D177-9E3D-4408-8F54-4D6028C46831}"/>
          </ac:spMkLst>
        </pc:spChg>
        <pc:spChg chg="mod">
          <ac:chgData name="Trevoir Williams" userId="6a45007046124a3d" providerId="LiveId" clId="{31B64E46-1C5C-4743-A303-318E4CF79BB5}" dt="2026-08-05T22:36:15.895" v="44" actId="26606"/>
          <ac:spMkLst>
            <pc:docMk/>
            <pc:sldMk cId="5393360" sldId="286"/>
            <ac:spMk id="11" creationId="{E1AF0949-D240-4A2D-B63D-804E66C73995}"/>
          </ac:spMkLst>
        </pc:spChg>
        <pc:spChg chg="mod">
          <ac:chgData name="Trevoir Williams" userId="6a45007046124a3d" providerId="LiveId" clId="{31B64E46-1C5C-4743-A303-318E4CF79BB5}" dt="2026-08-05T22:36:15.895" v="44" actId="26606"/>
          <ac:spMkLst>
            <pc:docMk/>
            <pc:sldMk cId="5393360" sldId="286"/>
            <ac:spMk id="14" creationId="{9AC36E34-A37B-48CC-954D-E0B5A9BD435B}"/>
          </ac:spMkLst>
        </pc:spChg>
        <pc:spChg chg="mod">
          <ac:chgData name="Trevoir Williams" userId="6a45007046124a3d" providerId="LiveId" clId="{31B64E46-1C5C-4743-A303-318E4CF79BB5}" dt="2026-08-05T22:36:15.895" v="44" actId="26606"/>
          <ac:spMkLst>
            <pc:docMk/>
            <pc:sldMk cId="5393360" sldId="286"/>
            <ac:spMk id="17" creationId="{BC8407D7-9D70-4D9F-BA6B-8C419A65B819}"/>
          </ac:spMkLst>
        </pc:spChg>
      </pc:sldChg>
      <pc:sldChg chg="addSp delSp modSp add mod setBg modNotes">
        <pc:chgData name="Trevoir Williams" userId="6a45007046124a3d" providerId="LiveId" clId="{31B64E46-1C5C-4743-A303-318E4CF79BB5}" dt="2026-08-05T22:36:15.895" v="44" actId="26606"/>
        <pc:sldMkLst>
          <pc:docMk/>
          <pc:sldMk cId="1151594996" sldId="287"/>
        </pc:sldMkLst>
        <pc:spChg chg="mod">
          <ac:chgData name="Trevoir Williams" userId="6a45007046124a3d" providerId="LiveId" clId="{31B64E46-1C5C-4743-A303-318E4CF79BB5}" dt="2026-08-05T22:18:18.988" v="34" actId="1036"/>
          <ac:spMkLst>
            <pc:docMk/>
            <pc:sldMk cId="1151594996" sldId="287"/>
            <ac:spMk id="5" creationId="{8673B7F4-CA73-41EF-AC22-3305226CE332}"/>
          </ac:spMkLst>
        </pc:spChg>
        <pc:spChg chg="mod">
          <ac:chgData name="Trevoir Williams" userId="6a45007046124a3d" providerId="LiveId" clId="{31B64E46-1C5C-4743-A303-318E4CF79BB5}" dt="2026-08-05T22:36:15.895" v="44" actId="26606"/>
          <ac:spMkLst>
            <pc:docMk/>
            <pc:sldMk cId="1151594996" sldId="287"/>
            <ac:spMk id="8" creationId="{08A344FA-2D7E-43C4-9769-81AA5E74542A}"/>
          </ac:spMkLst>
        </pc:spChg>
        <pc:spChg chg="mod">
          <ac:chgData name="Trevoir Williams" userId="6a45007046124a3d" providerId="LiveId" clId="{31B64E46-1C5C-4743-A303-318E4CF79BB5}" dt="2026-08-05T22:36:15.895" v="44" actId="26606"/>
          <ac:spMkLst>
            <pc:docMk/>
            <pc:sldMk cId="1151594996" sldId="287"/>
            <ac:spMk id="9" creationId="{A28C273F-B097-4F1D-8D67-79973A1EC52C}"/>
          </ac:spMkLst>
        </pc:spChg>
        <pc:picChg chg="add mod">
          <ac:chgData name="Trevoir Williams" userId="6a45007046124a3d" providerId="LiveId" clId="{31B64E46-1C5C-4743-A303-318E4CF79BB5}" dt="2026-08-05T22:36:15.895" v="44" actId="26606"/>
          <ac:picMkLst>
            <pc:docMk/>
            <pc:sldMk cId="1151594996" sldId="287"/>
            <ac:picMk id="11" creationId="{828FA070-2C75-DA65-11D2-D2A8DD388911}"/>
          </ac:picMkLst>
        </pc:picChg>
      </pc:sldChg>
      <pc:sldChg chg="modSp add del mod">
        <pc:chgData name="Trevoir Williams" userId="6a45007046124a3d" providerId="LiveId" clId="{31B64E46-1C5C-4743-A303-318E4CF79BB5}" dt="2026-08-05T22:36:15.895" v="44" actId="26606"/>
        <pc:sldMkLst>
          <pc:docMk/>
          <pc:sldMk cId="0" sldId="288"/>
        </pc:sldMkLst>
        <pc:spChg chg="mod">
          <ac:chgData name="Trevoir Williams" userId="6a45007046124a3d" providerId="LiveId" clId="{31B64E46-1C5C-4743-A303-318E4CF79BB5}" dt="2026-08-05T22:18:59.416" v="40"/>
          <ac:spMkLst>
            <pc:docMk/>
            <pc:sldMk cId="0" sldId="288"/>
            <ac:spMk id="379" creationId="{00000000-0000-0000-0000-000000000000}"/>
          </ac:spMkLst>
        </pc:spChg>
        <pc:spChg chg="mod">
          <ac:chgData name="Trevoir Williams" userId="6a45007046124a3d" providerId="LiveId" clId="{31B64E46-1C5C-4743-A303-318E4CF79BB5}" dt="2026-08-05T22:18:59.416" v="40"/>
          <ac:spMkLst>
            <pc:docMk/>
            <pc:sldMk cId="0" sldId="288"/>
            <ac:spMk id="380" creationId="{00000000-0000-0000-0000-000000000000}"/>
          </ac:spMkLst>
        </pc:spChg>
        <pc:spChg chg="mod">
          <ac:chgData name="Trevoir Williams" userId="6a45007046124a3d" providerId="LiveId" clId="{31B64E46-1C5C-4743-A303-318E4CF79BB5}" dt="2026-08-05T22:36:15.895" v="44" actId="26606"/>
          <ac:spMkLst>
            <pc:docMk/>
            <pc:sldMk cId="0" sldId="288"/>
            <ac:spMk id="381" creationId="{00000000-0000-0000-0000-000000000000}"/>
          </ac:spMkLst>
        </pc:spChg>
      </pc:sldChg>
      <pc:sldChg chg="delSp modSp add del mod setBg modNotes">
        <pc:chgData name="Trevoir Williams" userId="6a45007046124a3d" providerId="LiveId" clId="{31B64E46-1C5C-4743-A303-318E4CF79BB5}" dt="2026-08-05T22:36:15.895" v="44" actId="26606"/>
        <pc:sldMkLst>
          <pc:docMk/>
          <pc:sldMk cId="417662482" sldId="289"/>
        </pc:sldMkLst>
        <pc:spChg chg="mod">
          <ac:chgData name="Trevoir Williams" userId="6a45007046124a3d" providerId="LiveId" clId="{31B64E46-1C5C-4743-A303-318E4CF79BB5}" dt="2026-08-05T22:36:15.895" v="44" actId="26606"/>
          <ac:spMkLst>
            <pc:docMk/>
            <pc:sldMk cId="417662482" sldId="289"/>
            <ac:spMk id="4" creationId="{6F429AB3-BB83-4A98-8155-13640227BFDA}"/>
          </ac:spMkLst>
        </pc:spChg>
        <pc:spChg chg="mod">
          <ac:chgData name="Trevoir Williams" userId="6a45007046124a3d" providerId="LiveId" clId="{31B64E46-1C5C-4743-A303-318E4CF79BB5}" dt="2026-08-05T22:36:15.895" v="44" actId="26606"/>
          <ac:spMkLst>
            <pc:docMk/>
            <pc:sldMk cId="417662482" sldId="289"/>
            <ac:spMk id="6" creationId="{96BF939E-35E0-4618-833F-DB8E54D223A9}"/>
          </ac:spMkLst>
        </pc:spChg>
      </pc:sldChg>
      <pc:sldChg chg="modSp add del">
        <pc:chgData name="Trevoir Williams" userId="6a45007046124a3d" providerId="LiveId" clId="{31B64E46-1C5C-4743-A303-318E4CF79BB5}" dt="2026-08-06T15:18:42.836" v="227"/>
        <pc:sldMkLst>
          <pc:docMk/>
          <pc:sldMk cId="0" sldId="654"/>
        </pc:sldMkLst>
        <pc:spChg chg="mod">
          <ac:chgData name="Trevoir Williams" userId="6a45007046124a3d" providerId="LiveId" clId="{31B64E46-1C5C-4743-A303-318E4CF79BB5}" dt="2026-08-06T15:18:39.216" v="225"/>
          <ac:spMkLst>
            <pc:docMk/>
            <pc:sldMk cId="0" sldId="654"/>
            <ac:spMk id="2223" creationId="{00000000-0000-0000-0000-000000000000}"/>
          </ac:spMkLst>
        </pc:spChg>
        <pc:spChg chg="mod">
          <ac:chgData name="Trevoir Williams" userId="6a45007046124a3d" providerId="LiveId" clId="{31B64E46-1C5C-4743-A303-318E4CF79BB5}" dt="2026-08-06T15:18:39.216" v="225"/>
          <ac:spMkLst>
            <pc:docMk/>
            <pc:sldMk cId="0" sldId="654"/>
            <ac:spMk id="2224" creationId="{00000000-0000-0000-0000-000000000000}"/>
          </ac:spMkLst>
        </pc:spChg>
      </pc:sldChg>
      <pc:sldChg chg="add">
        <pc:chgData name="Trevoir Williams" userId="6a45007046124a3d" providerId="LiveId" clId="{31B64E46-1C5C-4743-A303-318E4CF79BB5}" dt="2026-08-06T15:45:28.081" v="228" actId="26606"/>
        <pc:sldMkLst>
          <pc:docMk/>
          <pc:sldMk cId="3081216334" sldId="655"/>
        </pc:sldMkLst>
      </pc:sldChg>
      <pc:sldChg chg="add del">
        <pc:chgData name="Trevoir Williams" userId="6a45007046124a3d" providerId="LiveId" clId="{31B64E46-1C5C-4743-A303-318E4CF79BB5}" dt="2026-08-07T12:31:39.606" v="944" actId="47"/>
        <pc:sldMkLst>
          <pc:docMk/>
          <pc:sldMk cId="3882954390" sldId="656"/>
        </pc:sldMkLst>
      </pc:sldChg>
      <pc:sldChg chg="add del">
        <pc:chgData name="Trevoir Williams" userId="6a45007046124a3d" providerId="LiveId" clId="{31B64E46-1C5C-4743-A303-318E4CF79BB5}" dt="2026-08-07T12:31:44.033" v="945" actId="47"/>
        <pc:sldMkLst>
          <pc:docMk/>
          <pc:sldMk cId="3211769729" sldId="657"/>
        </pc:sldMkLst>
      </pc:sldChg>
      <pc:sldChg chg="add modAnim">
        <pc:chgData name="Trevoir Williams" userId="6a45007046124a3d" providerId="LiveId" clId="{31B64E46-1C5C-4743-A303-318E4CF79BB5}" dt="2026-08-06T16:10:59.267" v="369"/>
        <pc:sldMkLst>
          <pc:docMk/>
          <pc:sldMk cId="2778142919" sldId="658"/>
        </pc:sldMkLst>
      </pc:sldChg>
      <pc:sldChg chg="add ord">
        <pc:chgData name="Trevoir Williams" userId="6a45007046124a3d" providerId="LiveId" clId="{31B64E46-1C5C-4743-A303-318E4CF79BB5}" dt="2026-08-07T12:32:37.066" v="963"/>
        <pc:sldMkLst>
          <pc:docMk/>
          <pc:sldMk cId="3027230438" sldId="659"/>
        </pc:sldMkLst>
      </pc:sldChg>
      <pc:sldChg chg="modSp add ord">
        <pc:chgData name="Trevoir Williams" userId="6a45007046124a3d" providerId="LiveId" clId="{31B64E46-1C5C-4743-A303-318E4CF79BB5}" dt="2026-08-06T16:09:42.392" v="368" actId="20577"/>
        <pc:sldMkLst>
          <pc:docMk/>
          <pc:sldMk cId="541999091" sldId="660"/>
        </pc:sldMkLst>
        <pc:spChg chg="mod">
          <ac:chgData name="Trevoir Williams" userId="6a45007046124a3d" providerId="LiveId" clId="{31B64E46-1C5C-4743-A303-318E4CF79BB5}" dt="2026-08-06T16:09:42.392" v="368" actId="20577"/>
          <ac:spMkLst>
            <pc:docMk/>
            <pc:sldMk cId="541999091" sldId="660"/>
            <ac:spMk id="7" creationId="{97F83042-8E97-434B-A68A-E0C180E2A042}"/>
          </ac:spMkLst>
        </pc:spChg>
      </pc:sldChg>
      <pc:sldChg chg="add del ord">
        <pc:chgData name="Trevoir Williams" userId="6a45007046124a3d" providerId="LiveId" clId="{31B64E46-1C5C-4743-A303-318E4CF79BB5}" dt="2026-08-07T12:31:49.049" v="946" actId="47"/>
        <pc:sldMkLst>
          <pc:docMk/>
          <pc:sldMk cId="1624409193" sldId="661"/>
        </pc:sldMkLst>
      </pc:sldChg>
      <pc:sldChg chg="add del">
        <pc:chgData name="Trevoir Williams" userId="6a45007046124a3d" providerId="LiveId" clId="{31B64E46-1C5C-4743-A303-318E4CF79BB5}" dt="2026-08-07T12:32:01.019" v="947" actId="47"/>
        <pc:sldMkLst>
          <pc:docMk/>
          <pc:sldMk cId="4116059331" sldId="662"/>
        </pc:sldMkLst>
      </pc:sldChg>
      <pc:sldChg chg="modSp add mod setBg">
        <pc:chgData name="Trevoir Williams" userId="6a45007046124a3d" providerId="LiveId" clId="{31B64E46-1C5C-4743-A303-318E4CF79BB5}" dt="2026-08-06T15:56:59.437" v="285"/>
        <pc:sldMkLst>
          <pc:docMk/>
          <pc:sldMk cId="4246478239" sldId="663"/>
        </pc:sldMkLst>
        <pc:spChg chg="mod">
          <ac:chgData name="Trevoir Williams" userId="6a45007046124a3d" providerId="LiveId" clId="{31B64E46-1C5C-4743-A303-318E4CF79BB5}" dt="2026-08-06T15:46:44.663" v="233" actId="1076"/>
          <ac:spMkLst>
            <pc:docMk/>
            <pc:sldMk cId="4246478239" sldId="663"/>
            <ac:spMk id="4" creationId="{96E3DE35-BA34-3827-96DD-BC7373BE05C3}"/>
          </ac:spMkLst>
        </pc:spChg>
        <pc:spChg chg="mod">
          <ac:chgData name="Trevoir Williams" userId="6a45007046124a3d" providerId="LiveId" clId="{31B64E46-1C5C-4743-A303-318E4CF79BB5}" dt="2026-08-06T15:56:59.437" v="285"/>
          <ac:spMkLst>
            <pc:docMk/>
            <pc:sldMk cId="4246478239" sldId="663"/>
            <ac:spMk id="5" creationId="{2717C751-4F52-7EDF-84C1-330CB2AF934E}"/>
          </ac:spMkLst>
        </pc:spChg>
        <pc:spChg chg="mod">
          <ac:chgData name="Trevoir Williams" userId="6a45007046124a3d" providerId="LiveId" clId="{31B64E46-1C5C-4743-A303-318E4CF79BB5}" dt="2026-08-06T15:49:48.408" v="273" actId="20577"/>
          <ac:spMkLst>
            <pc:docMk/>
            <pc:sldMk cId="4246478239" sldId="663"/>
            <ac:spMk id="6" creationId="{144CA54D-752C-4FEF-AA20-7B78B88D0454}"/>
          </ac:spMkLst>
        </pc:spChg>
      </pc:sldChg>
      <pc:sldChg chg="modSp add mod">
        <pc:chgData name="Trevoir Williams" userId="6a45007046124a3d" providerId="LiveId" clId="{31B64E46-1C5C-4743-A303-318E4CF79BB5}" dt="2026-08-06T16:06:48.821" v="353" actId="20577"/>
        <pc:sldMkLst>
          <pc:docMk/>
          <pc:sldMk cId="2063561648" sldId="664"/>
        </pc:sldMkLst>
        <pc:spChg chg="mod">
          <ac:chgData name="Trevoir Williams" userId="6a45007046124a3d" providerId="LiveId" clId="{31B64E46-1C5C-4743-A303-318E4CF79BB5}" dt="2026-08-06T16:06:48.821" v="353" actId="20577"/>
          <ac:spMkLst>
            <pc:docMk/>
            <pc:sldMk cId="2063561648" sldId="664"/>
            <ac:spMk id="12" creationId="{6F222253-0603-4055-8F66-A3D97A58AF7E}"/>
          </ac:spMkLst>
        </pc:spChg>
      </pc:sldChg>
      <pc:sldChg chg="add del">
        <pc:chgData name="Trevoir Williams" userId="6a45007046124a3d" providerId="LiveId" clId="{31B64E46-1C5C-4743-A303-318E4CF79BB5}" dt="2026-08-07T12:31:29.307" v="942" actId="47"/>
        <pc:sldMkLst>
          <pc:docMk/>
          <pc:sldMk cId="1658535165" sldId="665"/>
        </pc:sldMkLst>
      </pc:sldChg>
      <pc:sldChg chg="add del">
        <pc:chgData name="Trevoir Williams" userId="6a45007046124a3d" providerId="LiveId" clId="{31B64E46-1C5C-4743-A303-318E4CF79BB5}" dt="2026-08-07T12:31:31.466" v="943" actId="47"/>
        <pc:sldMkLst>
          <pc:docMk/>
          <pc:sldMk cId="647116027" sldId="666"/>
        </pc:sldMkLst>
      </pc:sldChg>
      <pc:sldChg chg="add ord">
        <pc:chgData name="Trevoir Williams" userId="6a45007046124a3d" providerId="LiveId" clId="{31B64E46-1C5C-4743-A303-318E4CF79BB5}" dt="2026-08-06T16:08:20.763" v="355"/>
        <pc:sldMkLst>
          <pc:docMk/>
          <pc:sldMk cId="107188624" sldId="667"/>
        </pc:sldMkLst>
      </pc:sldChg>
      <pc:sldChg chg="modSp add mod">
        <pc:chgData name="Trevoir Williams" userId="6a45007046124a3d" providerId="LiveId" clId="{31B64E46-1C5C-4743-A303-318E4CF79BB5}" dt="2026-08-06T16:22:35.034" v="430" actId="20577"/>
        <pc:sldMkLst>
          <pc:docMk/>
          <pc:sldMk cId="4072061008" sldId="668"/>
        </pc:sldMkLst>
        <pc:spChg chg="mod">
          <ac:chgData name="Trevoir Williams" userId="6a45007046124a3d" providerId="LiveId" clId="{31B64E46-1C5C-4743-A303-318E4CF79BB5}" dt="2026-08-06T16:22:02.246" v="410" actId="20577"/>
          <ac:spMkLst>
            <pc:docMk/>
            <pc:sldMk cId="4072061008" sldId="668"/>
            <ac:spMk id="5" creationId="{636408B4-7D58-9F77-D811-934FB1DDD925}"/>
          </ac:spMkLst>
        </pc:spChg>
        <pc:spChg chg="mod">
          <ac:chgData name="Trevoir Williams" userId="6a45007046124a3d" providerId="LiveId" clId="{31B64E46-1C5C-4743-A303-318E4CF79BB5}" dt="2026-08-06T16:22:35.034" v="430" actId="20577"/>
          <ac:spMkLst>
            <pc:docMk/>
            <pc:sldMk cId="4072061008" sldId="668"/>
            <ac:spMk id="6" creationId="{936B6BC6-3EF5-A03F-A96E-8170E62EE57D}"/>
          </ac:spMkLst>
        </pc:spChg>
      </pc:sldChg>
      <pc:sldChg chg="modSp add mod modAnim">
        <pc:chgData name="Trevoir Williams" userId="6a45007046124a3d" providerId="LiveId" clId="{31B64E46-1C5C-4743-A303-318E4CF79BB5}" dt="2026-08-06T19:53:26.400" v="820" actId="20577"/>
        <pc:sldMkLst>
          <pc:docMk/>
          <pc:sldMk cId="4077324849" sldId="669"/>
        </pc:sldMkLst>
        <pc:spChg chg="mod">
          <ac:chgData name="Trevoir Williams" userId="6a45007046124a3d" providerId="LiveId" clId="{31B64E46-1C5C-4743-A303-318E4CF79BB5}" dt="2026-08-06T19:50:06.565" v="597" actId="20577"/>
          <ac:spMkLst>
            <pc:docMk/>
            <pc:sldMk cId="4077324849" sldId="669"/>
            <ac:spMk id="5" creationId="{6592ACBD-5600-41E5-A0E5-868C0CF13553}"/>
          </ac:spMkLst>
        </pc:spChg>
        <pc:spChg chg="mod">
          <ac:chgData name="Trevoir Williams" userId="6a45007046124a3d" providerId="LiveId" clId="{31B64E46-1C5C-4743-A303-318E4CF79BB5}" dt="2026-08-06T19:53:26.400" v="820" actId="20577"/>
          <ac:spMkLst>
            <pc:docMk/>
            <pc:sldMk cId="4077324849" sldId="669"/>
            <ac:spMk id="6" creationId="{A44DDFBC-B476-4A7F-9AD4-7F82E1751E38}"/>
          </ac:spMkLst>
        </pc:spChg>
        <pc:spChg chg="mod">
          <ac:chgData name="Trevoir Williams" userId="6a45007046124a3d" providerId="LiveId" clId="{31B64E46-1C5C-4743-A303-318E4CF79BB5}" dt="2026-08-06T19:52:58.734" v="751" actId="20577"/>
          <ac:spMkLst>
            <pc:docMk/>
            <pc:sldMk cId="4077324849" sldId="669"/>
            <ac:spMk id="7" creationId="{379A4FDA-67C1-4247-8FFF-8325606D95AB}"/>
          </ac:spMkLst>
        </pc:spChg>
        <pc:spChg chg="mod">
          <ac:chgData name="Trevoir Williams" userId="6a45007046124a3d" providerId="LiveId" clId="{31B64E46-1C5C-4743-A303-318E4CF79BB5}" dt="2026-08-06T19:50:24.337" v="632" actId="20577"/>
          <ac:spMkLst>
            <pc:docMk/>
            <pc:sldMk cId="4077324849" sldId="669"/>
            <ac:spMk id="12" creationId="{282EC67D-377D-423B-B9B4-0E218CFB6C9B}"/>
          </ac:spMkLst>
        </pc:spChg>
      </pc:sldChg>
      <pc:sldChg chg="add">
        <pc:chgData name="Trevoir Williams" userId="6a45007046124a3d" providerId="LiveId" clId="{31B64E46-1C5C-4743-A303-318E4CF79BB5}" dt="2026-08-06T17:52:11.887" v="585" actId="26606"/>
        <pc:sldMkLst>
          <pc:docMk/>
          <pc:sldMk cId="3750798774" sldId="670"/>
        </pc:sldMkLst>
      </pc:sldChg>
      <pc:sldChg chg="add del">
        <pc:chgData name="Trevoir Williams" userId="6a45007046124a3d" providerId="LiveId" clId="{31B64E46-1C5C-4743-A303-318E4CF79BB5}" dt="2026-08-07T12:33:09.087" v="965" actId="47"/>
        <pc:sldMkLst>
          <pc:docMk/>
          <pc:sldMk cId="900375162" sldId="671"/>
        </pc:sldMkLst>
      </pc:sldChg>
      <pc:sldChg chg="add del">
        <pc:chgData name="Trevoir Williams" userId="6a45007046124a3d" providerId="LiveId" clId="{31B64E46-1C5C-4743-A303-318E4CF79BB5}" dt="2026-08-07T12:33:10.355" v="966" actId="47"/>
        <pc:sldMkLst>
          <pc:docMk/>
          <pc:sldMk cId="2639784520" sldId="672"/>
        </pc:sldMkLst>
      </pc:sldChg>
      <pc:sldChg chg="add del">
        <pc:chgData name="Trevoir Williams" userId="6a45007046124a3d" providerId="LiveId" clId="{31B64E46-1C5C-4743-A303-318E4CF79BB5}" dt="2026-08-07T12:33:12.333" v="967" actId="47"/>
        <pc:sldMkLst>
          <pc:docMk/>
          <pc:sldMk cId="2861275964" sldId="673"/>
        </pc:sldMkLst>
      </pc:sldChg>
      <pc:sldChg chg="add">
        <pc:chgData name="Trevoir Williams" userId="6a45007046124a3d" providerId="LiveId" clId="{31B64E46-1C5C-4743-A303-318E4CF79BB5}" dt="2026-08-06T17:52:11.887" v="585" actId="26606"/>
        <pc:sldMkLst>
          <pc:docMk/>
          <pc:sldMk cId="596762869" sldId="674"/>
        </pc:sldMkLst>
      </pc:sldChg>
      <pc:sldChg chg="modSp add mod">
        <pc:chgData name="Trevoir Williams" userId="6a45007046124a3d" providerId="LiveId" clId="{31B64E46-1C5C-4743-A303-318E4CF79BB5}" dt="2026-08-06T19:54:19.267" v="940" actId="20577"/>
        <pc:sldMkLst>
          <pc:docMk/>
          <pc:sldMk cId="3549336323" sldId="675"/>
        </pc:sldMkLst>
        <pc:spChg chg="mod">
          <ac:chgData name="Trevoir Williams" userId="6a45007046124a3d" providerId="LiveId" clId="{31B64E46-1C5C-4743-A303-318E4CF79BB5}" dt="2026-08-06T19:54:01.239" v="862" actId="20577"/>
          <ac:spMkLst>
            <pc:docMk/>
            <pc:sldMk cId="3549336323" sldId="675"/>
            <ac:spMk id="5" creationId="{C6C9B8BB-D950-2D37-8320-5531061958D2}"/>
          </ac:spMkLst>
        </pc:spChg>
        <pc:spChg chg="mod">
          <ac:chgData name="Trevoir Williams" userId="6a45007046124a3d" providerId="LiveId" clId="{31B64E46-1C5C-4743-A303-318E4CF79BB5}" dt="2026-08-06T19:54:19.267" v="940" actId="20577"/>
          <ac:spMkLst>
            <pc:docMk/>
            <pc:sldMk cId="3549336323" sldId="675"/>
            <ac:spMk id="6" creationId="{ACD3C8F5-949A-D3FC-88E7-60599AB3311F}"/>
          </ac:spMkLst>
        </pc:spChg>
      </pc:sldChg>
      <pc:sldMasterChg chg="delSldLayout">
        <pc:chgData name="Trevoir Williams" userId="6a45007046124a3d" providerId="LiveId" clId="{31B64E46-1C5C-4743-A303-318E4CF79BB5}" dt="2026-08-05T22:18:51.543" v="39" actId="47"/>
        <pc:sldMasterMkLst>
          <pc:docMk/>
          <pc:sldMasterMk cId="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the course. </a:t>
            </a:r>
            <a:r>
              <a:rPr lang="en-US"/>
              <a:t>Everything you do here </a:t>
            </a:r>
            <a:r>
              <a:t>is </a:t>
            </a:r>
            <a:r>
              <a:rPr lang="en-US"/>
              <a:t>built </a:t>
            </a:r>
            <a:r>
              <a:t>around </a:t>
            </a:r>
            <a:r>
              <a:rPr lang="en-US"/>
              <a:t>one running scenario - a governed </a:t>
            </a:r>
            <a:r>
              <a:t>enterprise </a:t>
            </a:r>
            <a:r>
              <a:rPr lang="en-US"/>
              <a:t>agent platform on Microsoft Foundry - and it grows right </a:t>
            </a:r>
            <a:r>
              <a:t>alongside the lessons. </a:t>
            </a:r>
            <a:r>
              <a:rPr lang="en-US"/>
              <a:t>You </a:t>
            </a:r>
            <a:r>
              <a:t>will </a:t>
            </a:r>
            <a:r>
              <a:rPr lang="en-US"/>
              <a:t>start </a:t>
            </a:r>
            <a:r>
              <a:t>with </a:t>
            </a:r>
            <a:r>
              <a:rPr lang="en-US"/>
              <a:t>the platform foundation</a:t>
            </a:r>
            <a:r>
              <a:t>, </a:t>
            </a:r>
            <a:r>
              <a:rPr lang="en-US"/>
              <a:t>then build an agent</a:t>
            </a:r>
            <a:r>
              <a:t>, </a:t>
            </a:r>
            <a:r>
              <a:rPr lang="en-US"/>
              <a:t>ground it in enterprise knowledge</a:t>
            </a:r>
            <a:r>
              <a:t>, </a:t>
            </a:r>
            <a:r>
              <a:rPr lang="en-US"/>
              <a:t>connect approved tools</a:t>
            </a:r>
            <a:r>
              <a:t>, </a:t>
            </a:r>
            <a:r>
              <a:rPr lang="en-US"/>
              <a:t>coordinate multiple </a:t>
            </a:r>
            <a:r>
              <a:t>agents, </a:t>
            </a:r>
            <a:r>
              <a:rPr lang="en-US"/>
              <a:t>and finish with evaluation</a:t>
            </a:r>
            <a:r>
              <a:t>, </a:t>
            </a:r>
            <a:r>
              <a:rPr lang="en-US"/>
              <a:t>monitoring</a:t>
            </a:r>
            <a:r>
              <a:t>, and </a:t>
            </a:r>
            <a:r>
              <a:rPr lang="en-US"/>
              <a:t>governance</a:t>
            </a:r>
            <a:r>
              <a:t>.</a:t>
            </a:r>
          </a:p>
          <a:p>
            <a:endParaRPr/>
          </a:p>
          <a:p>
            <a:r>
              <a:t>The balance </a:t>
            </a:r>
            <a:r>
              <a:rPr lang="en-US"/>
              <a:t>between theory and practice </a:t>
            </a:r>
            <a:r>
              <a:t>is </a:t>
            </a:r>
            <a:r>
              <a:rPr lang="en-US"/>
              <a:t>deliberate. The </a:t>
            </a:r>
            <a:r>
              <a:t>theory </a:t>
            </a:r>
            <a:r>
              <a:rPr lang="en-US"/>
              <a:t>gives you </a:t>
            </a:r>
            <a:r>
              <a:t>the engineering decision, and </a:t>
            </a:r>
            <a:r>
              <a:rPr lang="en-US"/>
              <a:t>then you </a:t>
            </a:r>
            <a:r>
              <a:t>implement and validate that decision in </a:t>
            </a:r>
            <a:r>
              <a:rPr lang="en-US"/>
              <a:t>the portal and in </a:t>
            </a:r>
            <a:r>
              <a:t>C#. </a:t>
            </a:r>
            <a:r>
              <a:rPr lang="en-US"/>
              <a:t>By the end you will have </a:t>
            </a:r>
            <a:r>
              <a:t>more than a </a:t>
            </a:r>
            <a:r>
              <a:rPr lang="en-US"/>
              <a:t>set </a:t>
            </a:r>
            <a:r>
              <a:t>of </a:t>
            </a:r>
            <a:r>
              <a:rPr lang="en-US"/>
              <a:t>working demos - you will </a:t>
            </a:r>
            <a:r>
              <a:t>be able to explain the architecture and </a:t>
            </a:r>
            <a:r>
              <a:rPr lang="en-US"/>
              <a:t>point to </a:t>
            </a:r>
            <a:r>
              <a:t>the evidence that makes </a:t>
            </a:r>
            <a:r>
              <a:rPr lang="en-US"/>
              <a:t>your platform</a:t>
            </a:r>
            <a:r>
              <a:t> defensible.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first section you build </a:t>
            </a:r>
            <a:r>
              <a:t>the shared mental model for everything that follows. </a:t>
            </a:r>
            <a:r>
              <a:rPr lang="en-US"/>
              <a:t>You </a:t>
            </a:r>
            <a:r>
              <a:t>will </a:t>
            </a:r>
            <a:r>
              <a:rPr lang="en-US"/>
              <a:t>see </a:t>
            </a:r>
            <a:r>
              <a:t>the difference between a successful model call and a dependable </a:t>
            </a:r>
            <a:r>
              <a:rPr lang="en-US"/>
              <a:t>enterprise system</a:t>
            </a:r>
            <a:r>
              <a:t>, </a:t>
            </a:r>
            <a:r>
              <a:rPr lang="en-US"/>
              <a:t>walk through </a:t>
            </a:r>
            <a:r>
              <a:t>the architecture</a:t>
            </a:r>
            <a:r>
              <a:rPr lang="en-US"/>
              <a:t> of the governed agent platform you build on Microsoft Foundry</a:t>
            </a:r>
            <a:r>
              <a:t>, </a:t>
            </a:r>
            <a:r>
              <a:rPr lang="en-US"/>
              <a:t>see </a:t>
            </a:r>
            <a:r>
              <a:t>how </a:t>
            </a:r>
            <a:r>
              <a:rPr lang="en-US"/>
              <a:t>that </a:t>
            </a:r>
            <a:r>
              <a:t>project </a:t>
            </a:r>
            <a:r>
              <a:rPr lang="en-US"/>
              <a:t>grows </a:t>
            </a:r>
            <a:r>
              <a:t>across the course, connect the work to </a:t>
            </a:r>
            <a:r>
              <a:rPr lang="en-US"/>
              <a:t>the AI-901, </a:t>
            </a:r>
            <a:r>
              <a:t>AI-103</a:t>
            </a:r>
            <a:r>
              <a:rPr lang="en-US"/>
              <a:t>,</a:t>
            </a:r>
            <a:r>
              <a:t> and </a:t>
            </a:r>
            <a:r>
              <a:rPr lang="en-US"/>
              <a:t>AB-100 credential </a:t>
            </a:r>
            <a:r>
              <a:t>areas, and </a:t>
            </a:r>
            <a:r>
              <a:rPr lang="en-US"/>
              <a:t>get your Azure workspace ready for </a:t>
            </a:r>
            <a:r>
              <a:t>the </a:t>
            </a:r>
            <a:r>
              <a:rPr lang="en-US"/>
              <a:t>first lab</a:t>
            </a:r>
            <a:r>
              <a:t>.</a:t>
            </a:r>
          </a:p>
          <a:p>
            <a:endParaRPr/>
          </a:p>
          <a:p>
            <a:r>
              <a:rPr lang="en-US"/>
              <a:t>Keep this section as your reference point - once you have this foundation</a:t>
            </a:r>
            <a:r>
              <a:t>, </a:t>
            </a:r>
            <a:r>
              <a:rPr lang="en-US"/>
              <a:t>every later module simply adds another layer to </a:t>
            </a:r>
            <a:r>
              <a:t>the </a:t>
            </a:r>
            <a:r>
              <a:rPr lang="en-US"/>
              <a:t>same platform you are building</a:t>
            </a:r>
            <a:r>
              <a:t>.</a:t>
            </a:r>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roadmap is the section at a glance. The first lesson sets the production standard. The second anchors the course in one application and user journey. The third explains the build sequence. The fourth shows how AI application engineering and Azure cloud engineering complement each other. The fifth makes the development workflow concrete so every later demonstration starts from a known state and ends with observable evidence.</a:t>
            </a:r>
          </a:p>
        </p:txBody>
      </p:sp>
      <p:sp>
        <p:nvSpPr>
          <p:cNvPr id="4" name="Slide Number Placeholder 3"/>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your job </a:t>
            </a:r>
            <a:r>
              <a:t>is to turn AI capability into </a:t>
            </a:r>
            <a:r>
              <a:rPr lang="en-US"/>
              <a:t>something </a:t>
            </a:r>
            <a:r>
              <a:t>a </a:t>
            </a:r>
            <a:r>
              <a:rPr lang="en-US"/>
              <a:t>whole </a:t>
            </a:r>
            <a:r>
              <a:t>team can understand and operate</a:t>
            </a:r>
            <a:r>
              <a:rPr lang="en-US"/>
              <a:t>, this course was built for you</a:t>
            </a:r>
            <a:r>
              <a:t>. </a:t>
            </a:r>
            <a:r>
              <a:rPr lang="en-US"/>
              <a:t>If you work with models or machine learning, you </a:t>
            </a:r>
            <a:r>
              <a:t>will see how models and agent behavior fit into a larger platform. </a:t>
            </a:r>
            <a:r>
              <a:rPr lang="en-US"/>
              <a:t>And if you build cloud or </a:t>
            </a:r>
            <a:r>
              <a:t>enterprise </a:t>
            </a:r>
            <a:r>
              <a:rPr lang="en-US"/>
              <a:t>applications, you </a:t>
            </a:r>
            <a:r>
              <a:t>will </a:t>
            </a:r>
            <a:r>
              <a:rPr lang="en-US"/>
              <a:t>be connecting </a:t>
            </a:r>
            <a:r>
              <a:t>Foundry capabilities to </a:t>
            </a:r>
            <a:r>
              <a:rPr lang="en-US"/>
              <a:t>the things you already care about - </a:t>
            </a:r>
            <a:r>
              <a:t>application boundaries, identity, data, tools, and operations.</a:t>
            </a:r>
          </a:p>
          <a:p>
            <a:endParaRPr/>
          </a:p>
          <a:p>
            <a:r>
              <a:rPr lang="en-US"/>
              <a:t>You will </a:t>
            </a:r>
            <a:r>
              <a:t>also </a:t>
            </a:r>
            <a:r>
              <a:rPr lang="en-US"/>
              <a:t>get a lot out of this if you are an architect </a:t>
            </a:r>
            <a:r>
              <a:t>who </a:t>
            </a:r>
            <a:r>
              <a:rPr lang="en-US"/>
              <a:t>wants </a:t>
            </a:r>
            <a:r>
              <a:t>practical evidence behind </a:t>
            </a:r>
            <a:r>
              <a:rPr lang="en-US"/>
              <a:t>your </a:t>
            </a:r>
            <a:r>
              <a:t>design decisions. Microsoft describes AI-103 candidates as Azure AI engineers who collaborate with architects, data scientists, DevOps engineers, security engineers, and business stakeholders</a:t>
            </a:r>
            <a:r>
              <a:rPr lang="en-US"/>
              <a:t> - so you will see that </a:t>
            </a:r>
            <a:r>
              <a:t>cross-functional </a:t>
            </a:r>
            <a:r>
              <a:rPr lang="en-US"/>
              <a:t>view </a:t>
            </a:r>
            <a:r>
              <a:t>throughout, even though the </a:t>
            </a:r>
            <a:r>
              <a:rPr lang="en-US"/>
              <a:t>code you write here is</a:t>
            </a:r>
            <a:r>
              <a:t> .NET.</a:t>
            </a:r>
          </a:p>
          <a:p>
            <a:endParaRPr/>
          </a:p>
          <a:p>
            <a:r>
              <a:t>[Sources]</a:t>
            </a:r>
          </a:p>
          <a:p>
            <a:r>
              <a:t>- https://learn.microsoft.com/en-us/credentials/certifications/resources/study-guides/ai-103</a:t>
            </a:r>
          </a:p>
          <a:p>
            <a:r>
              <a:t>- https://learn.microsoft.com/en-us/azure/foundry/what-is-foundry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a:t>
            </a:r>
            <a:r>
              <a:t>is </a:t>
            </a:r>
            <a:r>
              <a:rPr lang="en-US"/>
              <a:t>the good news - </a:t>
            </a:r>
            <a:r>
              <a:t>you do not need to </a:t>
            </a:r>
            <a:r>
              <a:rPr lang="en-US"/>
              <a:t>walk in already </a:t>
            </a:r>
            <a:r>
              <a:t>knowing the Foundry resource model or </a:t>
            </a:r>
            <a:r>
              <a:rPr lang="en-US"/>
              <a:t>the </a:t>
            </a:r>
            <a:r>
              <a:t>portal. </a:t>
            </a:r>
            <a:r>
              <a:rPr lang="en-US"/>
              <a:t>We start with the platform vocabulary together</a:t>
            </a:r>
            <a:r>
              <a:t>. </a:t>
            </a:r>
            <a:r>
              <a:rPr lang="en-US"/>
              <a:t>From there you will work through resources</a:t>
            </a:r>
            <a:r>
              <a:t>, </a:t>
            </a:r>
            <a:r>
              <a:rPr lang="en-US"/>
              <a:t>projects</a:t>
            </a:r>
            <a:r>
              <a:t>, </a:t>
            </a:r>
            <a:r>
              <a:rPr lang="en-US"/>
              <a:t>models</a:t>
            </a:r>
            <a:r>
              <a:t>, identity, quota, and </a:t>
            </a:r>
            <a:r>
              <a:rPr lang="en-US"/>
              <a:t>the </a:t>
            </a:r>
            <a:r>
              <a:t>cost decisions </a:t>
            </a:r>
            <a:r>
              <a:rPr lang="en-US"/>
              <a:t>that come with them</a:t>
            </a:r>
            <a:r>
              <a:t>. Only </a:t>
            </a:r>
            <a:r>
              <a:rPr lang="en-US"/>
              <a:t>once that groundwork is solid </a:t>
            </a:r>
            <a:r>
              <a:t>do you build </a:t>
            </a:r>
            <a:r>
              <a:rPr lang="en-US"/>
              <a:t>your first </a:t>
            </a:r>
            <a:r>
              <a:t>agent, </a:t>
            </a:r>
            <a:r>
              <a:rPr lang="en-US"/>
              <a:t>give it </a:t>
            </a:r>
            <a:r>
              <a:t>knowledge and tools, </a:t>
            </a:r>
            <a:r>
              <a:rPr lang="en-US"/>
              <a:t>add </a:t>
            </a:r>
            <a:r>
              <a:t>orchestration, and </a:t>
            </a:r>
            <a:r>
              <a:rPr lang="en-US"/>
              <a:t>then look at </a:t>
            </a:r>
            <a:r>
              <a:t>evaluation and governance.</a:t>
            </a:r>
          </a:p>
          <a:p>
            <a:endParaRPr/>
          </a:p>
          <a:p>
            <a:r>
              <a:rPr lang="en-US"/>
              <a:t>Everything you build here </a:t>
            </a:r>
            <a:r>
              <a:t>is </a:t>
            </a:r>
            <a:r>
              <a:rPr lang="en-US"/>
              <a:t>implemented in </a:t>
            </a:r>
            <a:r>
              <a:t>.NET 10 with C# 14. Microsoft Learn recommends the latest supported .NET SDK for C# development with Foundry</a:t>
            </a:r>
            <a:r>
              <a:rPr lang="en-US"/>
              <a:t>,</a:t>
            </a:r>
            <a:r>
              <a:t> and </a:t>
            </a:r>
            <a:r>
              <a:rPr lang="en-US"/>
              <a:t>it </a:t>
            </a:r>
            <a:r>
              <a:t>documents the C# tooling path in Visual Studio Code</a:t>
            </a:r>
            <a:r>
              <a:rPr lang="en-US"/>
              <a:t>, so that is the setup you will be using</a:t>
            </a:r>
            <a:r>
              <a:t>. </a:t>
            </a:r>
            <a:r>
              <a:rPr lang="en-US"/>
              <a:t>One thing to keep in mind - the </a:t>
            </a:r>
            <a:r>
              <a:t>certification alignment </a:t>
            </a:r>
            <a:r>
              <a:rPr lang="en-US"/>
              <a:t>we talk about </a:t>
            </a:r>
            <a:r>
              <a:t>later is broader than the language </a:t>
            </a:r>
            <a:r>
              <a:rPr lang="en-US"/>
              <a:t>we chose for this course</a:t>
            </a:r>
            <a:r>
              <a:t>, so </a:t>
            </a:r>
            <a:r>
              <a:rPr lang="en-US"/>
              <a:t>hold the </a:t>
            </a:r>
            <a:r>
              <a:t>course prerequisites </a:t>
            </a:r>
            <a:r>
              <a:rPr lang="en-US"/>
              <a:t>and the </a:t>
            </a:r>
            <a:r>
              <a:t>exam prerequisites</a:t>
            </a:r>
            <a:r>
              <a:rPr lang="en-US"/>
              <a:t> separately in your head</a:t>
            </a:r>
            <a:r>
              <a:t>.</a:t>
            </a:r>
          </a:p>
          <a:p>
            <a:endParaRPr/>
          </a:p>
          <a:p>
            <a:r>
              <a:t>[Sources]</a:t>
            </a:r>
          </a:p>
          <a:p>
            <a:r>
              <a:t>- https://learn.microsoft.com/en-us/azure/foundry/how-to/develop/install-cli-sdk</a:t>
            </a:r>
          </a:p>
          <a:p>
            <a:r>
              <a:t>- https://learn.microsoft.com/en-us/dotnet/core/whats-new/dotnet-10/overview</a:t>
            </a:r>
          </a:p>
          <a:p>
            <a:r>
              <a:t>- https://learn.microsoft.com/en-us/dotnet/csharp/whats-new/csharp-14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topic you work through here moves in the same four steps</a:t>
            </a:r>
            <a:r>
              <a:t>. </a:t>
            </a:r>
            <a:r>
              <a:rPr lang="en-US"/>
              <a:t>First, a </a:t>
            </a:r>
            <a:r>
              <a:t>concept lesson </a:t>
            </a:r>
            <a:r>
              <a:rPr lang="en-US"/>
              <a:t>gives you </a:t>
            </a:r>
            <a:r>
              <a:t>one decision or mental model</a:t>
            </a:r>
            <a:r>
              <a:rPr lang="en-US"/>
              <a:t> to hold onto</a:t>
            </a:r>
            <a:r>
              <a:t>. </a:t>
            </a:r>
            <a:r>
              <a:rPr lang="en-US"/>
              <a:t>Then a </a:t>
            </a:r>
            <a:r>
              <a:t>guided walkthrough shows </a:t>
            </a:r>
            <a:r>
              <a:rPr lang="en-US"/>
              <a:t>you exactly </a:t>
            </a:r>
            <a:r>
              <a:t>where that decision </a:t>
            </a:r>
            <a:r>
              <a:rPr lang="en-US"/>
              <a:t>shows up </a:t>
            </a:r>
            <a:r>
              <a:t>in Microsoft Foundry. </a:t>
            </a:r>
            <a:r>
              <a:rPr lang="en-US"/>
              <a:t>Next, a </a:t>
            </a:r>
            <a:r>
              <a:t>hands-on task </a:t>
            </a:r>
            <a:r>
              <a:rPr lang="en-US"/>
              <a:t>puts </a:t>
            </a:r>
            <a:r>
              <a:t>you </a:t>
            </a:r>
            <a:r>
              <a:rPr lang="en-US"/>
              <a:t>in the driver’s seat </a:t>
            </a:r>
            <a:r>
              <a:t>to produce a visible result</a:t>
            </a:r>
            <a:r>
              <a:rPr lang="en-US"/>
              <a:t>. Finally</a:t>
            </a:r>
            <a:r>
              <a:t>, a checkpoint confirms </a:t>
            </a:r>
            <a:r>
              <a:rPr lang="en-US"/>
              <a:t>your </a:t>
            </a:r>
            <a:r>
              <a:t>result is ready </a:t>
            </a:r>
            <a:r>
              <a:rPr lang="en-US"/>
              <a:t>before you move to </a:t>
            </a:r>
            <a:r>
              <a:t>the next lesson.</a:t>
            </a:r>
          </a:p>
          <a:p>
            <a:endParaRPr/>
          </a:p>
          <a:p>
            <a:r>
              <a:t>This rhythm </a:t>
            </a:r>
            <a:r>
              <a:rPr lang="en-US"/>
              <a:t>follows the same </a:t>
            </a:r>
            <a:r>
              <a:t>practical guidance</a:t>
            </a:r>
            <a:r>
              <a:rPr lang="en-US"/>
              <a:t> you will find on Microsoft Learn - get your </a:t>
            </a:r>
            <a:r>
              <a:t>environment</a:t>
            </a:r>
            <a:r>
              <a:rPr lang="en-US"/>
              <a:t> ready</a:t>
            </a:r>
            <a:r>
              <a:t>, </a:t>
            </a:r>
            <a:r>
              <a:rPr lang="en-US"/>
              <a:t>do one </a:t>
            </a:r>
            <a:r>
              <a:t>bounded task, verify </a:t>
            </a:r>
            <a:r>
              <a:rPr lang="en-US"/>
              <a:t>what came out of it</a:t>
            </a:r>
            <a:r>
              <a:t>, and </a:t>
            </a:r>
            <a:r>
              <a:rPr lang="en-US"/>
              <a:t>move on </a:t>
            </a:r>
            <a:r>
              <a:t>from a known state. </a:t>
            </a:r>
            <a:r>
              <a:rPr lang="en-US"/>
              <a:t>So please don’t just </a:t>
            </a:r>
            <a:r>
              <a:t>watch </a:t>
            </a:r>
            <a:r>
              <a:rPr lang="en-US"/>
              <a:t>these videos straight through</a:t>
            </a:r>
            <a:r>
              <a:t>. Pause</a:t>
            </a:r>
            <a:r>
              <a:rPr lang="en-US"/>
              <a:t> them</a:t>
            </a:r>
            <a:r>
              <a:t>, </a:t>
            </a:r>
            <a:r>
              <a:rPr lang="en-US"/>
              <a:t>redo </a:t>
            </a:r>
            <a:r>
              <a:t>the step</a:t>
            </a:r>
            <a:r>
              <a:rPr lang="en-US"/>
              <a:t> yourself</a:t>
            </a:r>
            <a:r>
              <a:t>, compare </a:t>
            </a:r>
            <a:r>
              <a:rPr lang="en-US"/>
              <a:t>what you are seeing with the </a:t>
            </a:r>
            <a:r>
              <a:t>evidence</a:t>
            </a:r>
            <a:r>
              <a:rPr lang="en-US"/>
              <a:t> on screen</a:t>
            </a:r>
            <a:r>
              <a:t>, and only </a:t>
            </a:r>
            <a:r>
              <a:rPr lang="en-US"/>
              <a:t>keep going once </a:t>
            </a:r>
            <a:r>
              <a:t>the checkpoint is </a:t>
            </a:r>
            <a:r>
              <a:rPr lang="en-US"/>
              <a:t>clearly met for you</a:t>
            </a:r>
            <a:r>
              <a:t>.</a:t>
            </a:r>
          </a:p>
          <a:p>
            <a:endParaRPr/>
          </a:p>
          <a:p>
            <a:r>
              <a:t>[Sources]</a:t>
            </a:r>
          </a:p>
          <a:p>
            <a:r>
              <a:t>- https://learn.microsoft.com/en-us/azure/foundry/how-to/develop/install-cli-sdk</a:t>
            </a:r>
          </a:p>
          <a:p>
            <a:r>
              <a:t>- https://learn.microsoft.com/en-us/azure/foundry/how-to/create-projects</a:t>
            </a:r>
          </a:p>
          <a:p>
            <a:r>
              <a:t>- https://learn.microsoft.com/en-us/azure/foundry/agents/overview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news - you don't </a:t>
            </a:r>
            <a:r>
              <a:t>need </a:t>
            </a:r>
            <a:r>
              <a:rPr lang="en-US"/>
              <a:t>any prior </a:t>
            </a:r>
            <a:r>
              <a:t>Microsoft Foundry experience</a:t>
            </a:r>
            <a:r>
              <a:rPr lang="en-US"/>
              <a:t> to follow along here. What will help is being </a:t>
            </a:r>
            <a:r>
              <a:t>comfortable with </a:t>
            </a:r>
            <a:r>
              <a:rPr lang="en-US"/>
              <a:t>the basics of software development</a:t>
            </a:r>
            <a:r>
              <a:t>. </a:t>
            </a:r>
            <a:r>
              <a:rPr lang="en-US"/>
              <a:t>If you </a:t>
            </a:r>
            <a:r>
              <a:t>recognize common generative AI terms, </a:t>
            </a:r>
            <a:r>
              <a:rPr lang="en-US"/>
              <a:t>you get </a:t>
            </a:r>
            <a:r>
              <a:t>that a cloud application </a:t>
            </a:r>
            <a:r>
              <a:rPr lang="en-US"/>
              <a:t>leans </a:t>
            </a:r>
            <a:r>
              <a:t>on managed services, and </a:t>
            </a:r>
            <a:r>
              <a:rPr lang="en-US"/>
              <a:t>you can </a:t>
            </a:r>
            <a:r>
              <a:t>read C# and JSON without needing a </a:t>
            </a:r>
            <a:r>
              <a:rPr lang="en-US"/>
              <a:t>language primer first, you're in a great spot to start</a:t>
            </a:r>
            <a:r>
              <a:t>.</a:t>
            </a:r>
          </a:p>
          <a:p>
            <a:endParaRPr/>
          </a:p>
          <a:p>
            <a:r>
              <a:rPr lang="en-US"/>
              <a:t>Some </a:t>
            </a:r>
            <a:r>
              <a:t>Azure experience </a:t>
            </a:r>
            <a:r>
              <a:rPr lang="en-US"/>
              <a:t>will make your life easier, </a:t>
            </a:r>
            <a:r>
              <a:t>because subscriptions, resource groups, regions, and role assignments </a:t>
            </a:r>
            <a:r>
              <a:rPr lang="en-US"/>
              <a:t>all show up </a:t>
            </a:r>
            <a:r>
              <a:t>in the labs. If </a:t>
            </a:r>
            <a:r>
              <a:rPr lang="en-US"/>
              <a:t>any of that sounds unfamiliar</a:t>
            </a:r>
            <a:r>
              <a:t>, </a:t>
            </a:r>
            <a:r>
              <a:rPr lang="en-US"/>
              <a:t>don't worry - </a:t>
            </a:r>
            <a:r>
              <a:t>the next slide</a:t>
            </a:r>
            <a:r>
              <a:rPr lang="en-US"/>
              <a:t> gives you a preparation path to get there</a:t>
            </a:r>
            <a:r>
              <a:t>. </a:t>
            </a:r>
            <a:r>
              <a:rPr lang="en-US"/>
              <a:t>And just so you know what to set up, Microsoft's </a:t>
            </a:r>
            <a:r>
              <a:t>Foundry development-environment guidance assumes </a:t>
            </a:r>
            <a:r>
              <a:rPr lang="en-US"/>
              <a:t>you have </a:t>
            </a:r>
            <a:r>
              <a:t>an active Azure subscription, an IDE, a supported language runtime,</a:t>
            </a:r>
            <a:r>
              <a:rPr lang="en-US"/>
              <a:t> the</a:t>
            </a:r>
            <a:r>
              <a:t> Azure CLI, and Git.</a:t>
            </a:r>
          </a:p>
          <a:p>
            <a:endParaRPr/>
          </a:p>
          <a:p>
            <a:r>
              <a:t>[Sources]</a:t>
            </a:r>
          </a:p>
          <a:p>
            <a:r>
              <a:t>- https://learn.microsoft.com/en-us/azure/foundry/how-to/develop/install-cli-sdk</a:t>
            </a:r>
          </a:p>
          <a:p>
            <a:r>
              <a:t>- https://learn.microsoft.com/en-us/azure/foundry/how-to/create-projects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By the </a:t>
            </a:r>
            <a:r>
              <a:rPr lang="en-US"/>
              <a:t>time you finish this </a:t>
            </a:r>
            <a:r>
              <a:t>course, you </a:t>
            </a:r>
            <a:r>
              <a:rPr lang="en-US"/>
              <a:t>will </a:t>
            </a:r>
            <a:r>
              <a:t>be able to </a:t>
            </a:r>
            <a:r>
              <a:rPr lang="en-US"/>
              <a:t>walk someone through a complete </a:t>
            </a:r>
            <a:r>
              <a:t>enterprise agent solution</a:t>
            </a:r>
            <a:r>
              <a:rPr lang="en-US"/>
              <a:t> and actually build one yourself</a:t>
            </a:r>
            <a:r>
              <a:t>. </a:t>
            </a:r>
            <a:r>
              <a:rPr lang="en-US"/>
              <a:t>You will start by choosing </a:t>
            </a:r>
            <a:r>
              <a:t>the </a:t>
            </a:r>
            <a:r>
              <a:rPr lang="en-US"/>
              <a:t>right </a:t>
            </a:r>
            <a:r>
              <a:t>Foundry project context and model approach</a:t>
            </a:r>
            <a:r>
              <a:rPr lang="en-US"/>
              <a:t>, then move on to creating your </a:t>
            </a:r>
            <a:r>
              <a:t>agent, grounding </a:t>
            </a:r>
            <a:r>
              <a:rPr lang="en-US"/>
              <a:t>it in your </a:t>
            </a:r>
            <a:r>
              <a:t>enterprise knowledge, </a:t>
            </a:r>
            <a:r>
              <a:rPr lang="en-US"/>
              <a:t>giving it </a:t>
            </a:r>
            <a:r>
              <a:t>approved </a:t>
            </a:r>
            <a:r>
              <a:rPr lang="en-US"/>
              <a:t>tools to </a:t>
            </a:r>
            <a:r>
              <a:t>use, and </a:t>
            </a:r>
            <a:r>
              <a:rPr lang="en-US"/>
              <a:t>orchestrating </a:t>
            </a:r>
            <a:r>
              <a:t>across </a:t>
            </a:r>
            <a:r>
              <a:rPr lang="en-US"/>
              <a:t>several </a:t>
            </a:r>
            <a:r>
              <a:t>agents</a:t>
            </a:r>
            <a:r>
              <a:rPr lang="en-US"/>
              <a:t> when the job calls for it</a:t>
            </a:r>
            <a:r>
              <a:t>.</a:t>
            </a:r>
          </a:p>
          <a:p>
            <a:endParaRPr/>
          </a:p>
          <a:p>
            <a:r>
              <a:t>The </a:t>
            </a:r>
            <a:r>
              <a:rPr lang="en-US"/>
              <a:t>last thing you will take away </a:t>
            </a:r>
            <a:r>
              <a:t>is operational judgment. </a:t>
            </a:r>
            <a:r>
              <a:rPr lang="en-US"/>
              <a:t>Getting a </a:t>
            </a:r>
            <a:r>
              <a:t>working response </a:t>
            </a:r>
            <a:r>
              <a:rPr lang="en-US"/>
              <a:t>back </a:t>
            </a:r>
            <a:r>
              <a:t>is </a:t>
            </a:r>
            <a:r>
              <a:rPr lang="en-US"/>
              <a:t>a good sign</a:t>
            </a:r>
            <a:r>
              <a:t>, but </a:t>
            </a:r>
            <a:r>
              <a:rPr lang="en-US"/>
              <a:t>you will also learn to ask the harder questions - is </a:t>
            </a:r>
            <a:r>
              <a:t>the behavior evaluated, </a:t>
            </a:r>
            <a:r>
              <a:rPr lang="en-US"/>
              <a:t>can you observe it</a:t>
            </a:r>
            <a:r>
              <a:t>, </a:t>
            </a:r>
            <a:r>
              <a:rPr lang="en-US"/>
              <a:t>is it </a:t>
            </a:r>
            <a:r>
              <a:t>secure, </a:t>
            </a:r>
            <a:r>
              <a:rPr lang="en-US"/>
              <a:t>is it </a:t>
            </a:r>
            <a:r>
              <a:t>cost-aware, and </a:t>
            </a:r>
            <a:r>
              <a:rPr lang="en-US"/>
              <a:t>is it </a:t>
            </a:r>
            <a:r>
              <a:t>governed</a:t>
            </a:r>
            <a:r>
              <a:rPr lang="en-US"/>
              <a:t>? That is exactly how </a:t>
            </a:r>
            <a:r>
              <a:t>Microsoft </a:t>
            </a:r>
            <a:r>
              <a:rPr lang="en-US"/>
              <a:t>Learn frames </a:t>
            </a:r>
            <a:r>
              <a:t>Foundry</a:t>
            </a:r>
            <a:r>
              <a:rPr lang="en-US"/>
              <a:t>:</a:t>
            </a:r>
            <a:r>
              <a:t> a platform that </a:t>
            </a:r>
            <a:r>
              <a:rPr lang="en-US"/>
              <a:t>brings </a:t>
            </a:r>
            <a:r>
              <a:t>creation and enterprise readiness </a:t>
            </a:r>
            <a:r>
              <a:rPr lang="en-US"/>
              <a:t>together, </a:t>
            </a:r>
            <a:r>
              <a:t>rather than treating the model </a:t>
            </a:r>
            <a:r>
              <a:rPr lang="en-US"/>
              <a:t>on its own </a:t>
            </a:r>
            <a:r>
              <a:t>as the </a:t>
            </a:r>
            <a:r>
              <a:rPr lang="en-US"/>
              <a:t>whole</a:t>
            </a:r>
            <a:r>
              <a:t> solution.</a:t>
            </a:r>
          </a:p>
          <a:p>
            <a:endParaRPr/>
          </a:p>
          <a:p>
            <a:r>
              <a:t>[Sources]</a:t>
            </a:r>
          </a:p>
          <a:p>
            <a:r>
              <a:t>- https://learn.microsoft.com/en-us/azure/foundry/what-is-foundry</a:t>
            </a:r>
          </a:p>
          <a:p>
            <a:r>
              <a:t>- https://learn.microsoft.com/en-us/azure/foundry/concepts/architecture</a:t>
            </a:r>
          </a:p>
          <a:p>
            <a:r>
              <a:t>- https://learn.microsoft.com/en-us/azure/foundry/agents/overview</a:t>
            </a:r>
          </a:p>
          <a:p>
            <a:r>
              <a:t>- https://learn.microsoft.com/en-us/azure/foundry/control-plane/overview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2"/>
        <p:cNvGrpSpPr/>
        <p:nvPr/>
      </p:nvGrpSpPr>
      <p:grpSpPr>
        <a:xfrm>
          <a:off x="0" y="0"/>
          <a:ext cx="0" cy="0"/>
          <a:chOff x="0" y="0"/>
          <a:chExt cx="0" cy="0"/>
        </a:xfrm>
      </p:grpSpPr>
      <p:sp>
        <p:nvSpPr>
          <p:cNvPr id="2073" name="Google Shape;2073;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4" name="Google Shape;2074;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a:t>Together, we’ll unlock the power of Generative AI with .NET and Azure AI Services. From fundamental concepts to hands-on labs, this course will give you the skills to build intelligent, cutting-edge applications. Let’s get to work and make something amazing!"</a:t>
            </a: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7DDE6-F12E-C138-3D5F-A6B3F0950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B93C1-0DF9-A2FF-2320-0017EA5EED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7CFA2B-C631-10B7-361F-EAE266864555}"/>
              </a:ext>
            </a:extLst>
          </p:cNvPr>
          <p:cNvSpPr>
            <a:spLocks noGrp="1"/>
          </p:cNvSpPr>
          <p:nvPr>
            <p:ph type="body" idx="1"/>
          </p:nvPr>
        </p:nvSpPr>
        <p:spPr/>
        <p:txBody>
          <a:bodyPr/>
          <a:lstStyle/>
          <a:p>
            <a:r>
              <a:rPr lang="en-US"/>
              <a:t>In this first section you build </a:t>
            </a:r>
            <a:r>
              <a:t>the shared mental model for everything that follows. </a:t>
            </a:r>
            <a:r>
              <a:rPr lang="en-US"/>
              <a:t>You </a:t>
            </a:r>
            <a:r>
              <a:t>will </a:t>
            </a:r>
            <a:r>
              <a:rPr lang="en-US"/>
              <a:t>see </a:t>
            </a:r>
            <a:r>
              <a:t>the difference between a successful model call and a dependable </a:t>
            </a:r>
            <a:r>
              <a:rPr lang="en-US"/>
              <a:t>enterprise system</a:t>
            </a:r>
            <a:r>
              <a:t>, </a:t>
            </a:r>
            <a:r>
              <a:rPr lang="en-US"/>
              <a:t>walk through </a:t>
            </a:r>
            <a:r>
              <a:t>the architecture</a:t>
            </a:r>
            <a:r>
              <a:rPr lang="en-US"/>
              <a:t> of the governed agent platform you build on Microsoft Foundry</a:t>
            </a:r>
            <a:r>
              <a:t>, </a:t>
            </a:r>
            <a:r>
              <a:rPr lang="en-US"/>
              <a:t>see </a:t>
            </a:r>
            <a:r>
              <a:t>how </a:t>
            </a:r>
            <a:r>
              <a:rPr lang="en-US"/>
              <a:t>that </a:t>
            </a:r>
            <a:r>
              <a:t>project </a:t>
            </a:r>
            <a:r>
              <a:rPr lang="en-US"/>
              <a:t>grows </a:t>
            </a:r>
            <a:r>
              <a:t>across the course, connect the work to </a:t>
            </a:r>
            <a:r>
              <a:rPr lang="en-US"/>
              <a:t>the AI-901, </a:t>
            </a:r>
            <a:r>
              <a:t>AI-103</a:t>
            </a:r>
            <a:r>
              <a:rPr lang="en-US"/>
              <a:t>,</a:t>
            </a:r>
            <a:r>
              <a:t> and </a:t>
            </a:r>
            <a:r>
              <a:rPr lang="en-US"/>
              <a:t>AB-100 credential </a:t>
            </a:r>
            <a:r>
              <a:t>areas, and </a:t>
            </a:r>
            <a:r>
              <a:rPr lang="en-US"/>
              <a:t>get your Azure workspace ready for </a:t>
            </a:r>
            <a:r>
              <a:t>the </a:t>
            </a:r>
            <a:r>
              <a:rPr lang="en-US"/>
              <a:t>first lab</a:t>
            </a:r>
            <a:r>
              <a:t>.</a:t>
            </a:r>
          </a:p>
          <a:p>
            <a:endParaRPr/>
          </a:p>
          <a:p>
            <a:r>
              <a:rPr lang="en-US"/>
              <a:t>Keep this section as your reference point - once you have this foundation</a:t>
            </a:r>
            <a:r>
              <a:t>, </a:t>
            </a:r>
            <a:r>
              <a:rPr lang="en-US"/>
              <a:t>every later module simply adds another layer to </a:t>
            </a:r>
            <a:r>
              <a:t>the </a:t>
            </a:r>
            <a:r>
              <a:rPr lang="en-US"/>
              <a:t>same platform you are building</a:t>
            </a:r>
            <a:r>
              <a:t>.</a:t>
            </a:r>
          </a:p>
        </p:txBody>
      </p:sp>
      <p:sp>
        <p:nvSpPr>
          <p:cNvPr id="4" name="Slide Number Placeholder 3">
            <a:extLst>
              <a:ext uri="{FF2B5EF4-FFF2-40B4-BE49-F238E27FC236}">
                <a16:creationId xmlns:a16="http://schemas.microsoft.com/office/drawing/2014/main" id="{BBB94439-2880-747B-FEDC-FC74FADE13A4}"/>
              </a:ext>
            </a:extLst>
          </p:cNvPr>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1536277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Northstar is the fictional enterprise scenario that anchors this entire course. It is not a real company and it is not a Microsoft product - it is the organization you are building for.</a:t>
            </a:r>
          </a:p>
          <a:p>
            <a:endParaRPr/>
          </a:p>
          <a:p>
            <a:r>
              <a:rPr lang="en-US"/>
              <a:t>Northstar is a growing, multi-department organization with distributed operations. Its teams depend on information spread across operational manuals and standard procedures, incident reports and maintenance records, service documentation and troubleshooting guides, internal policies and compliance requirements, support tickets and business systems, and the APIs behind ticketing, notifications, asset management, and approvals.</a:t>
            </a:r>
          </a:p>
          <a:p>
            <a:endParaRPr/>
          </a:p>
          <a:p>
            <a:r>
              <a:rPr lang="en-US"/>
              <a:t>Different departments have already built isolated chatbots and model experiments. None of them are consistently grounded, secured, monitored, or governed. That is the starting condition you inherit.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the problems the platform exists to solve, and each one drives a section of the course.</a:t>
            </a:r>
          </a:p>
          <a:p>
            <a:endParaRPr/>
          </a:p>
          <a:p>
            <a:r>
              <a:rPr lang="en-US"/>
              <a:t>Fragmented knowledge means keyword search returns too many results without connecting evidence to the current incident, so you use enterprise retrieval and Foundry IQ knowledge patterns to produce grounded answers with citations. Slow investigation means one issue spans procedures, prior incidents, affected assets, and support records, so the assistant collects and synthesizes that into a single traceable investigation. Isolated departmental expertise is why you introduce specialist agents rather than one prompt pretending to be authoritative everywhere.</a:t>
            </a:r>
          </a:p>
          <a:p>
            <a:endParaRPr/>
          </a:p>
          <a:p>
            <a:r>
              <a:rPr lang="en-US"/>
              <a:t>Uncontrolled actions are a security problem: an agent that can call APIs, MCP servers, databases, and business applications needs approved tool catalogs, allowlists, input validation, least-privilege identity, human approval, and complete auditing. Unsupported answers are a correctness problem: when evidence is missing, the right behavior is to clarify, escalate, or refuse. And the governance gap is why you work with Foundry evaluations, Application Insights, OpenTelemetry, responsible AI controls, Azure RBAC, managed identity, Azure Policy, and control plane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Northstar Operations Assistant is the project you build across this entire course. It is not a set of disconnected demos - every resource, model deployment, agent, knowledge source, tool, evaluation, and governance control you create belongs to this same system.</a:t>
            </a:r>
          </a:p>
          <a:p>
            <a:endParaRPr/>
          </a:p>
          <a:p>
            <a:r>
              <a:rPr lang="en-US"/>
              <a:t>The assistant supports internal service and support employees. Its job is to help them investigate customer issues using approved evidence and live operational information. It has to return grounded recommendations, cite the relevant policy, call only authorized tools, and place sensitive actions behind a human approval boundary.</a:t>
            </a:r>
          </a:p>
          <a:p>
            <a:endParaRPr/>
          </a:p>
          <a:p>
            <a:r>
              <a:rPr lang="en-US"/>
              <a:t>That gives you a realistic reason to reach for each Microsoft Foundry capability. You are not adding models, tools, or agents because the platform offers them - each one solves a specific operational problem you will run into.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course follows the same progression an enterprise team would use to build a production agent system.</a:t>
            </a:r>
          </a:p>
          <a:p>
            <a:endParaRPr/>
          </a:p>
          <a:p>
            <a:r>
              <a:rPr lang="en-US"/>
              <a:t>You start with the platform boundary - the Foundry resource, project, model deployment, identity, quota, and cost controls. Then you create the first governed Northstar agent. After that you add enterprise knowledge and citations, then operational tools. Multi-agent delegation comes only once the individual responsibilities are clear.</a:t>
            </a:r>
          </a:p>
          <a:p>
            <a:endParaRPr/>
          </a:p>
          <a:p>
            <a:r>
              <a:rPr lang="en-US"/>
              <a:t>The final stages focus on evaluation, monitoring, safety, cost, ownership, policy, and governance. Every section builds on the one before it, so you should never feel like you are starting another unrelated sample.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Microsoft Foundry pillar has a specific job in your architecture.</a:t>
            </a:r>
          </a:p>
          <a:p>
            <a:endParaRPr/>
          </a:p>
          <a:p>
            <a:r>
              <a:rPr lang="en-US"/>
              <a:t>Foundry Models gives you the model deployment layer. Agent Service manages the agent lifecycle - instructions, versions, conversations, and publishing. Foundry IQ provides reusable enterprise knowledge and citation-aware retrieval. Foundry Tools connects your agents to approved business capabilities, including custom APIs, connectors, MCP servers, and agent-to-agent integrations. The control plane gives you enterprise-wide visibility and governance across your deployed AI assets.</a:t>
            </a:r>
          </a:p>
          <a:p>
            <a:endParaRPr/>
          </a:p>
          <a:p>
            <a:r>
              <a:rPr lang="en-US"/>
              <a:t>Identity, networking, evaluation, monitoring, and responsible AI controls run across several of these pillars. That distinction matters: Foundry is not a set of unrelated portal pages, it is an integrated lifecycle platform.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Northstar starts as a single governed agent. It becomes a multi-agent system only when the workflow justifies the extra complexity.</a:t>
            </a:r>
          </a:p>
          <a:p>
            <a:endParaRPr/>
          </a:p>
          <a:p>
            <a:r>
              <a:rPr lang="en-US"/>
              <a:t>The coordinator runs the investigation - it decides which capabilities are needed and combines the evidence into one coherent response. The knowledge agent handles policies and runbooks. The diagnostics agent checks operational health and incidents. The case management agent retrieves case, subscription, and entitlement information. The review agent confirms the final response is supported and safe.</a:t>
            </a:r>
          </a:p>
          <a:p>
            <a:endParaRPr/>
          </a:p>
          <a:p>
            <a:r>
              <a:rPr lang="en-US"/>
              <a:t>These responsibilities are what make multi-agent orchestration worth introducing later. You are not splitting agents to show off a framework - each one owns a distinct operational or security responsibility.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4C9FD-206F-BC0B-85FC-6E0A5D2DD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BF444-8CE2-8FB1-E83E-EA3304A940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EA8668-8C10-6C36-800F-99E50D533BBF}"/>
              </a:ext>
            </a:extLst>
          </p:cNvPr>
          <p:cNvSpPr>
            <a:spLocks noGrp="1"/>
          </p:cNvSpPr>
          <p:nvPr>
            <p:ph type="body" idx="1"/>
          </p:nvPr>
        </p:nvSpPr>
        <p:spPr/>
        <p:txBody>
          <a:bodyPr/>
          <a:lstStyle/>
          <a:p>
            <a:r>
              <a:rPr lang="en-US"/>
              <a:t>In this first section you build </a:t>
            </a:r>
            <a:r>
              <a:t>the shared mental model for everything that follows. </a:t>
            </a:r>
            <a:r>
              <a:rPr lang="en-US"/>
              <a:t>You </a:t>
            </a:r>
            <a:r>
              <a:t>will </a:t>
            </a:r>
            <a:r>
              <a:rPr lang="en-US"/>
              <a:t>see </a:t>
            </a:r>
            <a:r>
              <a:t>the difference between a successful model call and a dependable </a:t>
            </a:r>
            <a:r>
              <a:rPr lang="en-US"/>
              <a:t>enterprise system</a:t>
            </a:r>
            <a:r>
              <a:t>, </a:t>
            </a:r>
            <a:r>
              <a:rPr lang="en-US"/>
              <a:t>walk through </a:t>
            </a:r>
            <a:r>
              <a:t>the architecture</a:t>
            </a:r>
            <a:r>
              <a:rPr lang="en-US"/>
              <a:t> of the governed agent platform you build on Microsoft Foundry</a:t>
            </a:r>
            <a:r>
              <a:t>, </a:t>
            </a:r>
            <a:r>
              <a:rPr lang="en-US"/>
              <a:t>see </a:t>
            </a:r>
            <a:r>
              <a:t>how </a:t>
            </a:r>
            <a:r>
              <a:rPr lang="en-US"/>
              <a:t>that </a:t>
            </a:r>
            <a:r>
              <a:t>project </a:t>
            </a:r>
            <a:r>
              <a:rPr lang="en-US"/>
              <a:t>grows </a:t>
            </a:r>
            <a:r>
              <a:t>across the course, connect the work to </a:t>
            </a:r>
            <a:r>
              <a:rPr lang="en-US"/>
              <a:t>the AI-901, </a:t>
            </a:r>
            <a:r>
              <a:t>AI-103</a:t>
            </a:r>
            <a:r>
              <a:rPr lang="en-US"/>
              <a:t>,</a:t>
            </a:r>
            <a:r>
              <a:t> and </a:t>
            </a:r>
            <a:r>
              <a:rPr lang="en-US"/>
              <a:t>AB-100 credential </a:t>
            </a:r>
            <a:r>
              <a:t>areas, and </a:t>
            </a:r>
            <a:r>
              <a:rPr lang="en-US"/>
              <a:t>get your Azure workspace ready for </a:t>
            </a:r>
            <a:r>
              <a:t>the </a:t>
            </a:r>
            <a:r>
              <a:rPr lang="en-US"/>
              <a:t>first lab</a:t>
            </a:r>
            <a:r>
              <a:t>.</a:t>
            </a:r>
          </a:p>
          <a:p>
            <a:endParaRPr/>
          </a:p>
          <a:p>
            <a:r>
              <a:rPr lang="en-US"/>
              <a:t>Keep this section as your reference point - once you have this foundation</a:t>
            </a:r>
            <a:r>
              <a:t>, </a:t>
            </a:r>
            <a:r>
              <a:rPr lang="en-US"/>
              <a:t>every later module simply adds another layer to </a:t>
            </a:r>
            <a:r>
              <a:t>the </a:t>
            </a:r>
            <a:r>
              <a:rPr lang="en-US"/>
              <a:t>same platform you are building</a:t>
            </a:r>
            <a:r>
              <a:t>.</a:t>
            </a:r>
          </a:p>
        </p:txBody>
      </p:sp>
      <p:sp>
        <p:nvSpPr>
          <p:cNvPr id="4" name="Slide Number Placeholder 3">
            <a:extLst>
              <a:ext uri="{FF2B5EF4-FFF2-40B4-BE49-F238E27FC236}">
                <a16:creationId xmlns:a16="http://schemas.microsoft.com/office/drawing/2014/main" id="{0E060998-62FF-0380-37ED-CD8473E4B23F}"/>
              </a:ext>
            </a:extLst>
          </p:cNvPr>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11004234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you are wondering how this maps to certifications, three </a:t>
            </a:r>
            <a:r>
              <a:t>current paths </a:t>
            </a:r>
            <a:r>
              <a:rPr lang="en-US"/>
              <a:t>give you </a:t>
            </a:r>
            <a:r>
              <a:t>useful </a:t>
            </a:r>
            <a:r>
              <a:rPr lang="en-US"/>
              <a:t>reference points</a:t>
            </a:r>
            <a:r>
              <a:t>. AI-901 covers foundational AI concepts and introductory Foundry implementation</a:t>
            </a:r>
            <a:r>
              <a:rPr lang="en-US"/>
              <a:t>, so it is a good place to start</a:t>
            </a:r>
            <a:r>
              <a:t>. AI-103 is the closest </a:t>
            </a:r>
            <a:r>
              <a:rPr lang="en-US"/>
              <a:t>match to what you are learning here, </a:t>
            </a:r>
            <a:r>
              <a:t>because it </a:t>
            </a:r>
            <a:r>
              <a:rPr lang="en-US"/>
              <a:t>covers </a:t>
            </a:r>
            <a:r>
              <a:t>planning and managing Azure AI solutions and implementing generative and agentic solutions. </a:t>
            </a:r>
            <a:r>
              <a:rPr lang="en-US"/>
              <a:t>And </a:t>
            </a:r>
            <a:r>
              <a:t>AB-100 overlaps with </a:t>
            </a:r>
            <a:r>
              <a:rPr lang="en-US"/>
              <a:t>parts of what you will do around </a:t>
            </a:r>
            <a:r>
              <a:t>enterprise architecture, orchestration, security, governance, and </a:t>
            </a:r>
            <a:r>
              <a:rPr lang="en-US"/>
              <a:t>operations</a:t>
            </a:r>
            <a:r>
              <a:t>.</a:t>
            </a:r>
          </a:p>
          <a:p>
            <a:endParaRPr/>
          </a:p>
          <a:p>
            <a:r>
              <a:rPr lang="en-US"/>
              <a:t>There is </a:t>
            </a:r>
            <a:r>
              <a:t>also an Applied Skills credential </a:t>
            </a:r>
            <a:r>
              <a:rPr lang="en-US"/>
              <a:t>you can look at, focused on </a:t>
            </a:r>
            <a:r>
              <a:t>getting started developing agents in Microsoft Foundry. </a:t>
            </a:r>
            <a:r>
              <a:rPr lang="en-US"/>
              <a:t>Keep in mind that credential </a:t>
            </a:r>
            <a:r>
              <a:t>requirements </a:t>
            </a:r>
            <a:r>
              <a:rPr lang="en-US"/>
              <a:t>do </a:t>
            </a:r>
            <a:r>
              <a:t>change over time, so </a:t>
            </a:r>
            <a:r>
              <a:rPr lang="en-US"/>
              <a:t>always treat </a:t>
            </a:r>
            <a:r>
              <a:t>the current Microsoft Learn certification and study-guide pages as </a:t>
            </a:r>
            <a:r>
              <a:rPr lang="en-US"/>
              <a:t>your </a:t>
            </a:r>
            <a:r>
              <a:t>source of truth. </a:t>
            </a:r>
            <a:r>
              <a:rPr lang="en-US"/>
              <a:t>In the </a:t>
            </a:r>
            <a:r>
              <a:t>next </a:t>
            </a:r>
            <a:r>
              <a:rPr lang="en-US"/>
              <a:t>few </a:t>
            </a:r>
            <a:r>
              <a:t>slides</a:t>
            </a:r>
            <a:r>
              <a:rPr lang="en-US"/>
              <a:t>, you will see where</a:t>
            </a:r>
            <a:r>
              <a:t> the overlap </a:t>
            </a:r>
            <a:r>
              <a:rPr lang="en-US"/>
              <a:t>is strongest - </a:t>
            </a:r>
            <a:r>
              <a:t>and </a:t>
            </a:r>
            <a:r>
              <a:rPr lang="en-US"/>
              <a:t>where it stops</a:t>
            </a:r>
            <a:r>
              <a:t>.</a:t>
            </a:r>
          </a:p>
          <a:p>
            <a:endParaRPr/>
          </a:p>
          <a:p>
            <a:r>
              <a:t>[Sources]</a:t>
            </a:r>
          </a:p>
          <a:p>
            <a:r>
              <a:t>- https://learn.microsoft.com/en-us/credentials/certifications/resources/study-guides/ai-901</a:t>
            </a:r>
          </a:p>
          <a:p>
            <a:r>
              <a:t>- https://learn.microsoft.com/en-us/credentials/certifications/resources/study-guides/ai-103</a:t>
            </a:r>
          </a:p>
          <a:p>
            <a:r>
              <a:t>- https://learn.microsoft.com/en-us/credentials/certifications/resources/study-guides/ab-100</a:t>
            </a:r>
          </a:p>
          <a:p>
            <a:r>
              <a:t>- https://learn.microsoft.com/en-us/credentials/applied-skills/get-started-developing-agents-in-microsoft-foundry/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you are wondering which certification lines up best with what you are learning here, it </a:t>
            </a:r>
            <a:r>
              <a:t>is </a:t>
            </a:r>
            <a:r>
              <a:rPr lang="en-US"/>
              <a:t>AI-103</a:t>
            </a:r>
            <a:r>
              <a:t>. Its </a:t>
            </a:r>
            <a:r>
              <a:rPr lang="en-US"/>
              <a:t>biggest </a:t>
            </a:r>
            <a:r>
              <a:t>domains </a:t>
            </a:r>
            <a:r>
              <a:rPr lang="en-US"/>
              <a:t>are </a:t>
            </a:r>
            <a:r>
              <a:t>planning and managing Azure AI solutions</a:t>
            </a:r>
            <a:r>
              <a:rPr lang="en-US"/>
              <a:t>,</a:t>
            </a:r>
            <a:r>
              <a:t> and implementing generative AI and agentic solutions</a:t>
            </a:r>
            <a:r>
              <a:rPr lang="en-US"/>
              <a:t> - which is pretty much what you will be doing</a:t>
            </a:r>
            <a:r>
              <a:t>. </a:t>
            </a:r>
            <a:r>
              <a:rPr lang="en-US"/>
              <a:t>You will see </a:t>
            </a:r>
            <a:r>
              <a:t>Foundry service selection, model and agent deployment, grounding, tools, multi-agent orchestration, evaluation, observability, security, quota, and cost.</a:t>
            </a:r>
          </a:p>
          <a:p>
            <a:endParaRPr/>
          </a:p>
          <a:p>
            <a:r>
              <a:rPr lang="en-US"/>
              <a:t>That said, the </a:t>
            </a:r>
            <a:r>
              <a:t>overlap is </a:t>
            </a:r>
            <a:r>
              <a:rPr lang="en-US"/>
              <a:t>strong </a:t>
            </a:r>
            <a:r>
              <a:t>but not </a:t>
            </a:r>
            <a:r>
              <a:rPr lang="en-US"/>
              <a:t>total, so go in with clear expectations</a:t>
            </a:r>
            <a:r>
              <a:t>. AI-103 also covers computer vision, text analysis, speech, and information extraction. Microsoft </a:t>
            </a:r>
            <a:r>
              <a:rPr lang="en-US"/>
              <a:t>also expects </a:t>
            </a:r>
            <a:r>
              <a:t>candidates </a:t>
            </a:r>
            <a:r>
              <a:rPr lang="en-US"/>
              <a:t>to </a:t>
            </a:r>
            <a:r>
              <a:t>have Python development experience, </a:t>
            </a:r>
            <a:r>
              <a:rPr lang="en-US"/>
              <a:t>and you will be working in </a:t>
            </a:r>
            <a:r>
              <a:t>.NET 10 and C# 14</a:t>
            </a:r>
            <a:r>
              <a:rPr lang="en-US"/>
              <a:t> here</a:t>
            </a:r>
            <a:r>
              <a:t>. </a:t>
            </a:r>
            <a:r>
              <a:rPr lang="en-US"/>
              <a:t>So think of this </a:t>
            </a:r>
            <a:r>
              <a:t>course as </a:t>
            </a:r>
            <a:r>
              <a:rPr lang="en-US"/>
              <a:t>hands-on </a:t>
            </a:r>
            <a:r>
              <a:t>Foundry engineering that reinforces </a:t>
            </a:r>
            <a:r>
              <a:rPr lang="en-US"/>
              <a:t>a lot of the </a:t>
            </a:r>
            <a:r>
              <a:t>AI-103 skills</a:t>
            </a:r>
            <a:r>
              <a:rPr lang="en-US"/>
              <a:t> - just do </a:t>
            </a:r>
            <a:r>
              <a:t>not </a:t>
            </a:r>
            <a:r>
              <a:rPr lang="en-US"/>
              <a:t>treat it </a:t>
            </a:r>
            <a:r>
              <a:t>as </a:t>
            </a:r>
            <a:r>
              <a:rPr lang="en-US"/>
              <a:t>your only exam prep</a:t>
            </a:r>
            <a:r>
              <a:t>.</a:t>
            </a:r>
          </a:p>
          <a:p>
            <a:endParaRPr/>
          </a:p>
          <a:p>
            <a:r>
              <a:t>[Sources]</a:t>
            </a:r>
          </a:p>
          <a:p>
            <a:r>
              <a:t>- https://learn.microsoft.com/en-us/credentials/certifications/resources/study-guides/ai-103</a:t>
            </a:r>
          </a:p>
          <a:p>
            <a:r>
              <a:t>- https://learn.microsoft.com/en-us/dotnet/core/whats-new/dotnet-10/overview</a:t>
            </a:r>
          </a:p>
          <a:p>
            <a:r>
              <a:t>- https://learn.microsoft.com/en-us/dotnet/csharp/whats-new/csharp-14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how this </a:t>
            </a:r>
            <a:r>
              <a:t>course </a:t>
            </a:r>
            <a:r>
              <a:rPr lang="en-US"/>
              <a:t>lines up with the certifications you may be eyeing. You get strong reinforcement on </a:t>
            </a:r>
            <a:r>
              <a:t>Foundry platform decisions, agents, enterprise grounding, approved tools, MCP, multi-agent architecture, evaluation, observability, and governance. Those </a:t>
            </a:r>
            <a:r>
              <a:rPr lang="en-US"/>
              <a:t>same </a:t>
            </a:r>
            <a:r>
              <a:t>topics </a:t>
            </a:r>
            <a:r>
              <a:rPr lang="en-US"/>
              <a:t>show up </a:t>
            </a:r>
            <a:r>
              <a:t>in AI-103 and in selected AB-100 architecture domains. </a:t>
            </a:r>
            <a:r>
              <a:rPr lang="en-US"/>
              <a:t>And if you want </a:t>
            </a:r>
            <a:r>
              <a:t>a foundation </a:t>
            </a:r>
            <a:r>
              <a:rPr lang="en-US"/>
              <a:t>first, AI-901 works well either </a:t>
            </a:r>
            <a:r>
              <a:t>before </a:t>
            </a:r>
            <a:r>
              <a:rPr lang="en-US"/>
              <a:t>this course </a:t>
            </a:r>
            <a:r>
              <a:t>or </a:t>
            </a:r>
            <a:r>
              <a:rPr lang="en-US"/>
              <a:t>right </a:t>
            </a:r>
            <a:r>
              <a:t>alongside </a:t>
            </a:r>
            <a:r>
              <a:rPr lang="en-US"/>
              <a:t>it</a:t>
            </a:r>
            <a:r>
              <a:t>.</a:t>
            </a:r>
          </a:p>
          <a:p>
            <a:endParaRPr/>
          </a:p>
          <a:p>
            <a:r>
              <a:rPr lang="en-US"/>
              <a:t>That said, do not treat this course as complete exam prep on its own</a:t>
            </a:r>
            <a:r>
              <a:t>. AI-103 </a:t>
            </a:r>
            <a:r>
              <a:rPr lang="en-US"/>
              <a:t>covers </a:t>
            </a:r>
            <a:r>
              <a:t>broader AI workloads and </a:t>
            </a:r>
            <a:r>
              <a:rPr lang="en-US"/>
              <a:t>expects </a:t>
            </a:r>
            <a:r>
              <a:t>Python. AB-100 </a:t>
            </a:r>
            <a:r>
              <a:rPr lang="en-US"/>
              <a:t>adds a </a:t>
            </a:r>
            <a:r>
              <a:t>substantial </a:t>
            </a:r>
            <a:r>
              <a:rPr lang="en-US"/>
              <a:t>amount of </a:t>
            </a:r>
            <a:r>
              <a:t>Power Platform, Dynamics 365, Copilot Studio, and business-solution architecture content</a:t>
            </a:r>
            <a:r>
              <a:rPr lang="en-US"/>
              <a:t> that you will need to study separately</a:t>
            </a:r>
            <a:r>
              <a:t>. </a:t>
            </a:r>
            <a:r>
              <a:rPr lang="en-US"/>
              <a:t>So before you book a </a:t>
            </a:r>
            <a:r>
              <a:t>date</a:t>
            </a:r>
            <a:r>
              <a:rPr lang="en-US"/>
              <a:t>, check</a:t>
            </a:r>
            <a:r>
              <a:t> the current Microsoft Learn study guide </a:t>
            </a:r>
            <a:r>
              <a:rPr lang="en-US"/>
              <a:t>for your exam - the </a:t>
            </a:r>
            <a:r>
              <a:t>measured skills and</a:t>
            </a:r>
            <a:r>
              <a:rPr lang="en-US"/>
              <a:t> even the</a:t>
            </a:r>
            <a:r>
              <a:t> retirement status can change.</a:t>
            </a:r>
          </a:p>
          <a:p>
            <a:endParaRPr/>
          </a:p>
          <a:p>
            <a:r>
              <a:t>[Sources]</a:t>
            </a:r>
          </a:p>
          <a:p>
            <a:r>
              <a:t>- https://learn.microsoft.com/en-us/credentials/certifications/resources/study-guides/ai-103</a:t>
            </a:r>
          </a:p>
          <a:p>
            <a:r>
              <a:t>- https://learn.microsoft.com/en-us/credentials/certifications/resources/study-guides/ai-901</a:t>
            </a:r>
          </a:p>
          <a:p>
            <a:r>
              <a:t>- https://learn.microsoft.com/en-us/credentials/certifications/resources/study-guides/ab-100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6EE1A-7C90-BB3C-F653-BCF155ED8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8AB74C-4A4A-FBD2-02FA-5335C8FF38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AB6B26-20FE-675F-8391-30179C96036F}"/>
              </a:ext>
            </a:extLst>
          </p:cNvPr>
          <p:cNvSpPr>
            <a:spLocks noGrp="1"/>
          </p:cNvSpPr>
          <p:nvPr>
            <p:ph type="body" idx="1"/>
          </p:nvPr>
        </p:nvSpPr>
        <p:spPr/>
        <p:txBody>
          <a:bodyPr/>
          <a:lstStyle/>
          <a:p>
            <a:r>
              <a:rPr lang="en-US"/>
              <a:t>In this first section you build </a:t>
            </a:r>
            <a:r>
              <a:t>the shared mental model for everything that follows. </a:t>
            </a:r>
            <a:r>
              <a:rPr lang="en-US"/>
              <a:t>You </a:t>
            </a:r>
            <a:r>
              <a:t>will </a:t>
            </a:r>
            <a:r>
              <a:rPr lang="en-US"/>
              <a:t>see </a:t>
            </a:r>
            <a:r>
              <a:t>the difference between a successful model call and a dependable </a:t>
            </a:r>
            <a:r>
              <a:rPr lang="en-US"/>
              <a:t>enterprise system</a:t>
            </a:r>
            <a:r>
              <a:t>, </a:t>
            </a:r>
            <a:r>
              <a:rPr lang="en-US"/>
              <a:t>walk through </a:t>
            </a:r>
            <a:r>
              <a:t>the architecture</a:t>
            </a:r>
            <a:r>
              <a:rPr lang="en-US"/>
              <a:t> of the governed agent platform you build on Microsoft Foundry</a:t>
            </a:r>
            <a:r>
              <a:t>, </a:t>
            </a:r>
            <a:r>
              <a:rPr lang="en-US"/>
              <a:t>see </a:t>
            </a:r>
            <a:r>
              <a:t>how </a:t>
            </a:r>
            <a:r>
              <a:rPr lang="en-US"/>
              <a:t>that </a:t>
            </a:r>
            <a:r>
              <a:t>project </a:t>
            </a:r>
            <a:r>
              <a:rPr lang="en-US"/>
              <a:t>grows </a:t>
            </a:r>
            <a:r>
              <a:t>across the course, connect the work to </a:t>
            </a:r>
            <a:r>
              <a:rPr lang="en-US"/>
              <a:t>the AI-901, </a:t>
            </a:r>
            <a:r>
              <a:t>AI-103</a:t>
            </a:r>
            <a:r>
              <a:rPr lang="en-US"/>
              <a:t>,</a:t>
            </a:r>
            <a:r>
              <a:t> and </a:t>
            </a:r>
            <a:r>
              <a:rPr lang="en-US"/>
              <a:t>AB-100 credential </a:t>
            </a:r>
            <a:r>
              <a:t>areas, and </a:t>
            </a:r>
            <a:r>
              <a:rPr lang="en-US"/>
              <a:t>get your Azure workspace ready for </a:t>
            </a:r>
            <a:r>
              <a:t>the </a:t>
            </a:r>
            <a:r>
              <a:rPr lang="en-US"/>
              <a:t>first lab</a:t>
            </a:r>
            <a:r>
              <a:t>.</a:t>
            </a:r>
          </a:p>
          <a:p>
            <a:endParaRPr/>
          </a:p>
          <a:p>
            <a:r>
              <a:rPr lang="en-US"/>
              <a:t>Keep this section as your reference point - once you have this foundation</a:t>
            </a:r>
            <a:r>
              <a:t>, </a:t>
            </a:r>
            <a:r>
              <a:rPr lang="en-US"/>
              <a:t>every later module simply adds another layer to </a:t>
            </a:r>
            <a:r>
              <a:t>the </a:t>
            </a:r>
            <a:r>
              <a:rPr lang="en-US"/>
              <a:t>same platform you are building</a:t>
            </a:r>
            <a:r>
              <a:t>.</a:t>
            </a:r>
          </a:p>
        </p:txBody>
      </p:sp>
      <p:sp>
        <p:nvSpPr>
          <p:cNvPr id="4" name="Slide Number Placeholder 3">
            <a:extLst>
              <a:ext uri="{FF2B5EF4-FFF2-40B4-BE49-F238E27FC236}">
                <a16:creationId xmlns:a16="http://schemas.microsoft.com/office/drawing/2014/main" id="{C0F98DF9-B215-93AD-1411-331A0D16183D}"/>
              </a:ext>
            </a:extLst>
          </p:cNvPr>
          <p:cNvSpPr>
            <a:spLocks noGrp="1"/>
          </p:cNvSpPr>
          <p:nvPr>
            <p:ph type="sldNum" idx="5"/>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17732007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Creating a model or an agent in the portal proves the Azure resource exists. It does not prove that a local application can authenticate to it - and that is a different problem.</a:t>
            </a:r>
          </a:p>
          <a:p>
            <a:endParaRPr/>
          </a:p>
          <a:p>
            <a:r>
              <a:rPr lang="en-US"/>
              <a:t>For Northstar you need a repeatable path from your workstation to the correct Azure tenant, subscription, project, and deployment. VS Code hosts the source workspace, .NET 10 builds and runs the application, the Azure CLI signs you in, Foundry exposes the project endpoint, and configuration ties the application to the right environment.</a:t>
            </a:r>
          </a:p>
          <a:p>
            <a:endParaRPr/>
          </a:p>
          <a:p>
            <a:r>
              <a:rPr lang="en-US"/>
              <a:t>Most early connection failures come from that identity and configuration path rather than the AI code itself. So the goal of this lesson is simply to prove your workstation can authenticate safely, before you write any agent logic.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are not building an application from an empty folder - the course supplies the Northstar starter assets. What you do need is a working toolchain so those projects can be restored, configured, run, and inspected.</a:t>
            </a:r>
          </a:p>
          <a:p>
            <a:endParaRPr/>
          </a:p>
          <a:p>
            <a:r>
              <a:rPr lang="en-US"/>
              <a:t>Visual Studio Code gives you the project and terminal, the C# Dev Kit adds C# editing, build, and debugging, the .NET 10 SDK builds and runs Northstar, the Azure CLI handles developer authentication and your Azure context, the Foundry Toolkit brings Foundry development into VS Code, and Git clones and manages the course assets.</a:t>
            </a:r>
          </a:p>
          <a:p>
            <a:endParaRPr/>
          </a:p>
          <a:p>
            <a:r>
              <a:rPr lang="en-US"/>
              <a:t>Rather than walking through every operating-system installer, verify what you have: code --version, dotnet --version, az version, and git --version. For this course the dotnet version should begin with 10. Microsoft recommends verifying the SDK this way and installing both the C# Dev Kit and the Foundry Toolkit for VS Code.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ready environment proves seven things: the required tools run, the correct tenant is active, the correct subscription is active, token acquisition succeeds, configuration values load, no credentials are committed, and the supplied application starts.</a:t>
            </a:r>
          </a:p>
          <a:p>
            <a:endParaRPr/>
          </a:p>
          <a:p>
            <a:r>
              <a:rPr lang="en-US"/>
              <a:t>Run dotnet restore, then dotnet run against the supplied Northstar.EnvironmentCheck project. You should see PASS for the .NET SDK, Azure CLI authentication, tenant, subscription, Foundry endpoint, and model deployment, and a created environment readiness report.</a:t>
            </a:r>
          </a:p>
          <a:p>
            <a:endParaRPr/>
          </a:p>
          <a:p>
            <a:r>
              <a:rPr lang="en-US"/>
              <a:t>A few failures are worth recognizing quickly. If az is not found, restart VS Code and the terminal. If browser login fails, use the device code flow. If the wrong resources appear, you are in the wrong tenant or subscription. A CredentialUnavailableException means no supported local credential - re-run az login. HTTP 403 means the identity lacks RBAC data actions; 404 usually means an incorrect project endpoint; model not found usually means you copied the model family instead of the deployment name; and works locally but fails in Azure means the hosted identity has no role assignment.</a:t>
            </a:r>
          </a:p>
          <a:p>
            <a:endParaRPr/>
          </a:p>
          <a:p>
            <a:r>
              <a:rPr lang="en-US"/>
              <a:t>That last group points at the control-plane versus data-plane distinction: you can have permission to view or create an Azure resource and still lack permission to invoke models, agents, evaluations, or tools. Stop the lesson here - the next lesson should begin from a known-good environment.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a:t>
            </a:r>
            <a:r>
              <a:rPr lang="en-US"/>
              <a:t>the </a:t>
            </a:r>
            <a:r>
              <a:t>portal activities, </a:t>
            </a:r>
            <a:r>
              <a:rPr lang="en-US"/>
              <a:t>all </a:t>
            </a:r>
            <a:r>
              <a:t>you need </a:t>
            </a:r>
            <a:r>
              <a:rPr lang="en-US"/>
              <a:t>is </a:t>
            </a:r>
            <a:r>
              <a:t>a supported browser, access to the Azure portal, and access to the Microsoft Foundry portal at ai.azure.com. </a:t>
            </a:r>
            <a:r>
              <a:rPr lang="en-US"/>
              <a:t>Once you are in, look along the top for </a:t>
            </a:r>
            <a:r>
              <a:t>Home, Discover, Build, Operate, and Docs </a:t>
            </a:r>
            <a:r>
              <a:rPr lang="en-US"/>
              <a:t>- those are your main </a:t>
            </a:r>
            <a:r>
              <a:t>landmarks. Home, Discover, and Build follow </a:t>
            </a:r>
            <a:r>
              <a:rPr lang="en-US"/>
              <a:t>whichever project you have </a:t>
            </a:r>
            <a:r>
              <a:t>selected</a:t>
            </a:r>
            <a:r>
              <a:rPr lang="en-US"/>
              <a:t>, while</a:t>
            </a:r>
            <a:r>
              <a:t> Operate can show </a:t>
            </a:r>
            <a:r>
              <a:rPr lang="en-US"/>
              <a:t>you </a:t>
            </a:r>
            <a:r>
              <a:t>broader subscription context.</a:t>
            </a:r>
          </a:p>
          <a:p>
            <a:endParaRPr/>
          </a:p>
          <a:p>
            <a:r>
              <a:t>For </a:t>
            </a:r>
            <a:r>
              <a:rPr lang="en-US"/>
              <a:t>the </a:t>
            </a:r>
            <a:r>
              <a:t>.NET exercises, install the .NET 10 SDK and </a:t>
            </a:r>
            <a:r>
              <a:rPr lang="en-US"/>
              <a:t>work in either </a:t>
            </a:r>
            <a:r>
              <a:t>Visual Studio or Visual Studio Code with </a:t>
            </a:r>
            <a:r>
              <a:rPr lang="en-US"/>
              <a:t>the </a:t>
            </a:r>
            <a:r>
              <a:t>C# Dev Kit. </a:t>
            </a:r>
            <a:r>
              <a:rPr lang="en-US"/>
              <a:t>You will use the </a:t>
            </a:r>
            <a:r>
              <a:t>Azure CLI </a:t>
            </a:r>
            <a:r>
              <a:rPr lang="en-US"/>
              <a:t>to sign in locally</a:t>
            </a:r>
            <a:r>
              <a:t>, and Git </a:t>
            </a:r>
            <a:r>
              <a:rPr lang="en-US"/>
              <a:t>to pull down </a:t>
            </a:r>
            <a:r>
              <a:t>the course assets and samples. </a:t>
            </a:r>
            <a:r>
              <a:rPr lang="en-US"/>
              <a:t>You may </a:t>
            </a:r>
            <a:r>
              <a:t>also </a:t>
            </a:r>
            <a:r>
              <a:rPr lang="en-US"/>
              <a:t>see </a:t>
            </a:r>
            <a:r>
              <a:t>Azure Developer CLI and the Foundry Toolkit</a:t>
            </a:r>
            <a:r>
              <a:rPr lang="en-US"/>
              <a:t> mentioned in the docs - hold off on those</a:t>
            </a:r>
            <a:r>
              <a:t>, </a:t>
            </a:r>
            <a:r>
              <a:rPr lang="en-US"/>
              <a:t>and only </a:t>
            </a:r>
            <a:r>
              <a:t>install them </a:t>
            </a:r>
            <a:r>
              <a:rPr lang="en-US"/>
              <a:t>if </a:t>
            </a:r>
            <a:r>
              <a:t>a later exercise </a:t>
            </a:r>
            <a:r>
              <a:rPr lang="en-US"/>
              <a:t>specifically asks you to</a:t>
            </a:r>
            <a:r>
              <a:t>.</a:t>
            </a:r>
          </a:p>
          <a:p>
            <a:endParaRPr/>
          </a:p>
          <a:p>
            <a:r>
              <a:t>[Sources]</a:t>
            </a:r>
          </a:p>
          <a:p>
            <a:r>
              <a:t>- https://learn.microsoft.com/en-us/azure/foundry/how-to/develop/install-cli-sdk</a:t>
            </a:r>
          </a:p>
          <a:p>
            <a:r>
              <a:t>- https://learn.microsoft.com/en-us/azure/foundry/tutorials/screen-reader</a:t>
            </a:r>
          </a:p>
          <a:p>
            <a:r>
              <a:t>- https://learn.microsoft.com/en-us/dotnet/core/whats-new/dotnet-10/overview</a:t>
            </a:r>
          </a:p>
          <a:p>
            <a:r>
              <a:t>- https://learn.microsoft.com/en-us/dotnet/csharp/whats-new/csharp-14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how do you know you </a:t>
            </a:r>
            <a:r>
              <a:t>are ready to </a:t>
            </a:r>
            <a:r>
              <a:rPr lang="en-US"/>
              <a:t>move on? Think of it as </a:t>
            </a:r>
            <a:r>
              <a:t>four </a:t>
            </a:r>
            <a:r>
              <a:rPr lang="en-US"/>
              <a:t>boxes to check</a:t>
            </a:r>
            <a:r>
              <a:t>. First, you can sign in</a:t>
            </a:r>
            <a:r>
              <a:rPr lang="en-US"/>
              <a:t>,</a:t>
            </a:r>
            <a:r>
              <a:t> and </a:t>
            </a:r>
            <a:r>
              <a:rPr lang="en-US"/>
              <a:t>you know which </a:t>
            </a:r>
            <a:r>
              <a:t>tenant and </a:t>
            </a:r>
            <a:r>
              <a:rPr lang="en-US"/>
              <a:t>which </a:t>
            </a:r>
            <a:r>
              <a:t>Azure subscription</a:t>
            </a:r>
            <a:r>
              <a:rPr lang="en-US"/>
              <a:t> you are meant to be working in</a:t>
            </a:r>
            <a:r>
              <a:t>. Second, </a:t>
            </a:r>
            <a:r>
              <a:rPr lang="en-US"/>
              <a:t>you have your tools in place - your </a:t>
            </a:r>
            <a:r>
              <a:t>browser, </a:t>
            </a:r>
            <a:r>
              <a:rPr lang="en-US"/>
              <a:t>the </a:t>
            </a:r>
            <a:r>
              <a:t>.NET SDK, </a:t>
            </a:r>
            <a:r>
              <a:rPr lang="en-US"/>
              <a:t>your </a:t>
            </a:r>
            <a:r>
              <a:t>IDE, </a:t>
            </a:r>
            <a:r>
              <a:rPr lang="en-US"/>
              <a:t>the </a:t>
            </a:r>
            <a:r>
              <a:t>Azure CLI, Git, and </a:t>
            </a:r>
            <a:r>
              <a:rPr lang="en-US"/>
              <a:t>the </a:t>
            </a:r>
            <a:r>
              <a:t>course assets. Third, you know whether </a:t>
            </a:r>
            <a:r>
              <a:rPr lang="en-US"/>
              <a:t>your </a:t>
            </a:r>
            <a:r>
              <a:t>workspace is temporary or persistent</a:t>
            </a:r>
            <a:r>
              <a:rPr lang="en-US"/>
              <a:t>,</a:t>
            </a:r>
            <a:r>
              <a:t> and </a:t>
            </a:r>
            <a:r>
              <a:rPr lang="en-US"/>
              <a:t>you know </a:t>
            </a:r>
            <a:r>
              <a:t>what project or region the later lab </a:t>
            </a:r>
            <a:r>
              <a:rPr lang="en-US"/>
              <a:t>is expecting from you</a:t>
            </a:r>
            <a:r>
              <a:t>.</a:t>
            </a:r>
          </a:p>
          <a:p>
            <a:endParaRPr/>
          </a:p>
          <a:p>
            <a:r>
              <a:rPr lang="en-US"/>
              <a:t>And fourth</a:t>
            </a:r>
            <a:r>
              <a:t>, you </a:t>
            </a:r>
            <a:r>
              <a:rPr lang="en-US"/>
              <a:t>are clear on what is yours to manage - </a:t>
            </a:r>
            <a:r>
              <a:t>evidence, cost, retention, and cleanup. </a:t>
            </a:r>
            <a:r>
              <a:rPr lang="en-US"/>
              <a:t>This one is worth pausing on. </a:t>
            </a:r>
            <a:r>
              <a:t>Closing </a:t>
            </a:r>
            <a:r>
              <a:rPr lang="en-US"/>
              <a:t>your </a:t>
            </a:r>
            <a:r>
              <a:t>browser does not delete </a:t>
            </a:r>
            <a:r>
              <a:rPr lang="en-US"/>
              <a:t>anything in </a:t>
            </a:r>
            <a:r>
              <a:t>Azure</a:t>
            </a:r>
            <a:r>
              <a:rPr lang="en-US"/>
              <a:t>. Those</a:t>
            </a:r>
            <a:r>
              <a:t> resources</a:t>
            </a:r>
            <a:r>
              <a:rPr lang="en-US"/>
              <a:t> keep running, and they keep costing</a:t>
            </a:r>
            <a:r>
              <a:t>. </a:t>
            </a:r>
            <a:r>
              <a:rPr lang="en-US"/>
              <a:t>So keep </a:t>
            </a:r>
            <a:r>
              <a:t>only what a later lab </a:t>
            </a:r>
            <a:r>
              <a:rPr lang="en-US"/>
              <a:t>actually needs</a:t>
            </a:r>
            <a:r>
              <a:t>, and </a:t>
            </a:r>
            <a:r>
              <a:rPr lang="en-US"/>
              <a:t>clean up the rest using </a:t>
            </a:r>
            <a:r>
              <a:t>the approved course process. </a:t>
            </a:r>
            <a:r>
              <a:rPr lang="en-US"/>
              <a:t>Once you have your </a:t>
            </a:r>
            <a:r>
              <a:t>destination, </a:t>
            </a:r>
            <a:r>
              <a:rPr lang="en-US"/>
              <a:t>your </a:t>
            </a:r>
            <a:r>
              <a:t>roadmap, and </a:t>
            </a:r>
            <a:r>
              <a:rPr lang="en-US"/>
              <a:t>your </a:t>
            </a:r>
            <a:r>
              <a:t>workspace </a:t>
            </a:r>
            <a:r>
              <a:rPr lang="en-US"/>
              <a:t>sorted</a:t>
            </a:r>
            <a:r>
              <a:t>, </a:t>
            </a:r>
            <a:r>
              <a:rPr lang="en-US"/>
              <a:t>you are set. In </a:t>
            </a:r>
            <a:r>
              <a:t>Section 2 </a:t>
            </a:r>
            <a:r>
              <a:rPr lang="en-US"/>
              <a:t>you will start building on </a:t>
            </a:r>
            <a:r>
              <a:t>the Microsoft Foundry platform </a:t>
            </a:r>
            <a:r>
              <a:rPr lang="en-US"/>
              <a:t>foundations</a:t>
            </a:r>
            <a:r>
              <a:t>.</a:t>
            </a:r>
          </a:p>
          <a:p>
            <a:endParaRPr/>
          </a:p>
          <a:p>
            <a:r>
              <a:t>[Sources]</a:t>
            </a:r>
          </a:p>
          <a:p>
            <a:r>
              <a:t>- https://learn.microsoft.com/en-us/azure/foundry/how-to/develop/install-cli-sdk</a:t>
            </a:r>
          </a:p>
          <a:p>
            <a:r>
              <a:t>- https://learn.microsoft.com/en-us/azure/foundry/tutorials/screen-reader</a:t>
            </a:r>
          </a:p>
          <a:p>
            <a:r>
              <a:t>- https://learn.microsoft.com/en-us/azure/foundry/concepts/manage-costs</a:t>
            </a:r>
          </a:p>
          <a:p>
            <a:r>
              <a:t>- https://learn.microsoft.com/en-us/azure/foundry/how-to/create-projects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BLANK">
    <p:bg>
      <p:bgPr>
        <a:solidFill>
          <a:srgbClr val="F3F6F8"/>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4837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ECTION">
    <p:bg>
      <p:bgPr>
        <a:solidFill>
          <a:srgbClr val="F3F6F8"/>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729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35100" y="2484800"/>
            <a:ext cx="6616800" cy="18884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endParaRPr/>
          </a:p>
        </p:txBody>
      </p:sp>
      <p:sp>
        <p:nvSpPr>
          <p:cNvPr id="11" name="Google Shape;11;p2"/>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772434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1447800" y="2708033"/>
            <a:ext cx="6235600" cy="1546400"/>
          </a:xfrm>
          <a:prstGeom prst="rect">
            <a:avLst/>
          </a:prstGeom>
        </p:spPr>
        <p:txBody>
          <a:bodyPr spcFirstLastPara="1" wrap="square" lIns="0" tIns="0" rIns="0" bIns="0" anchor="b" anchorCtr="0">
            <a:noAutofit/>
          </a:bodyPr>
          <a:lstStyle>
            <a:lvl1pPr lvl="0" rtl="0">
              <a:spcBef>
                <a:spcPts val="0"/>
              </a:spcBef>
              <a:spcAft>
                <a:spcPts val="0"/>
              </a:spcAft>
              <a:buSzPts val="4800"/>
              <a:buNone/>
              <a:defRPr sz="64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14" name="Google Shape;14;p3"/>
          <p:cNvSpPr txBox="1">
            <a:spLocks noGrp="1"/>
          </p:cNvSpPr>
          <p:nvPr>
            <p:ph type="subTitle" idx="1"/>
          </p:nvPr>
        </p:nvSpPr>
        <p:spPr>
          <a:xfrm>
            <a:off x="1447800" y="4383635"/>
            <a:ext cx="6235600" cy="511600"/>
          </a:xfrm>
          <a:prstGeom prst="rect">
            <a:avLst/>
          </a:prstGeom>
        </p:spPr>
        <p:txBody>
          <a:bodyPr spcFirstLastPara="1" wrap="square" lIns="0" tIns="0" rIns="0" bIns="0" anchor="t" anchorCtr="0">
            <a:noAutofit/>
          </a:bodyPr>
          <a:lstStyle>
            <a:lvl1pPr lvl="0" rtl="0">
              <a:spcBef>
                <a:spcPts val="0"/>
              </a:spcBef>
              <a:spcAft>
                <a:spcPts val="0"/>
              </a:spcAft>
              <a:buClr>
                <a:schemeClr val="dk2"/>
              </a:buClr>
              <a:buSzPts val="1800"/>
              <a:buNone/>
              <a:defRPr>
                <a:solidFill>
                  <a:schemeClr val="dk2"/>
                </a:solidFill>
              </a:defRPr>
            </a:lvl1pPr>
            <a:lvl2pPr lvl="1" rtl="0">
              <a:spcBef>
                <a:spcPts val="0"/>
              </a:spcBef>
              <a:spcAft>
                <a:spcPts val="0"/>
              </a:spcAft>
              <a:buClr>
                <a:schemeClr val="dk2"/>
              </a:buClr>
              <a:buSzPts val="3000"/>
              <a:buNone/>
              <a:defRPr sz="4000">
                <a:solidFill>
                  <a:schemeClr val="dk2"/>
                </a:solidFill>
              </a:defRPr>
            </a:lvl2pPr>
            <a:lvl3pPr lvl="2" rtl="0">
              <a:spcBef>
                <a:spcPts val="0"/>
              </a:spcBef>
              <a:spcAft>
                <a:spcPts val="0"/>
              </a:spcAft>
              <a:buClr>
                <a:schemeClr val="dk2"/>
              </a:buClr>
              <a:buSzPts val="3000"/>
              <a:buNone/>
              <a:defRPr sz="4000">
                <a:solidFill>
                  <a:schemeClr val="dk2"/>
                </a:solidFill>
              </a:defRPr>
            </a:lvl3pPr>
            <a:lvl4pPr lvl="3" rtl="0">
              <a:spcBef>
                <a:spcPts val="0"/>
              </a:spcBef>
              <a:spcAft>
                <a:spcPts val="0"/>
              </a:spcAft>
              <a:buClr>
                <a:schemeClr val="dk2"/>
              </a:buClr>
              <a:buSzPts val="3000"/>
              <a:buNone/>
              <a:defRPr sz="4000">
                <a:solidFill>
                  <a:schemeClr val="dk2"/>
                </a:solidFill>
              </a:defRPr>
            </a:lvl4pPr>
            <a:lvl5pPr lvl="4" rtl="0">
              <a:spcBef>
                <a:spcPts val="0"/>
              </a:spcBef>
              <a:spcAft>
                <a:spcPts val="0"/>
              </a:spcAft>
              <a:buClr>
                <a:schemeClr val="dk2"/>
              </a:buClr>
              <a:buSzPts val="3000"/>
              <a:buNone/>
              <a:defRPr sz="4000">
                <a:solidFill>
                  <a:schemeClr val="dk2"/>
                </a:solidFill>
              </a:defRPr>
            </a:lvl5pPr>
            <a:lvl6pPr lvl="5" rtl="0">
              <a:spcBef>
                <a:spcPts val="0"/>
              </a:spcBef>
              <a:spcAft>
                <a:spcPts val="0"/>
              </a:spcAft>
              <a:buClr>
                <a:schemeClr val="dk2"/>
              </a:buClr>
              <a:buSzPts val="3000"/>
              <a:buNone/>
              <a:defRPr sz="4000">
                <a:solidFill>
                  <a:schemeClr val="dk2"/>
                </a:solidFill>
              </a:defRPr>
            </a:lvl6pPr>
            <a:lvl7pPr lvl="6" rtl="0">
              <a:spcBef>
                <a:spcPts val="0"/>
              </a:spcBef>
              <a:spcAft>
                <a:spcPts val="0"/>
              </a:spcAft>
              <a:buClr>
                <a:schemeClr val="dk2"/>
              </a:buClr>
              <a:buSzPts val="3000"/>
              <a:buNone/>
              <a:defRPr sz="4000">
                <a:solidFill>
                  <a:schemeClr val="dk2"/>
                </a:solidFill>
              </a:defRPr>
            </a:lvl7pPr>
            <a:lvl8pPr lvl="7" rtl="0">
              <a:spcBef>
                <a:spcPts val="0"/>
              </a:spcBef>
              <a:spcAft>
                <a:spcPts val="0"/>
              </a:spcAft>
              <a:buClr>
                <a:schemeClr val="dk2"/>
              </a:buClr>
              <a:buSzPts val="3000"/>
              <a:buNone/>
              <a:defRPr sz="4000">
                <a:solidFill>
                  <a:schemeClr val="dk2"/>
                </a:solidFill>
              </a:defRPr>
            </a:lvl8pPr>
            <a:lvl9pPr lvl="8" rtl="0">
              <a:spcBef>
                <a:spcPts val="0"/>
              </a:spcBef>
              <a:spcAft>
                <a:spcPts val="0"/>
              </a:spcAft>
              <a:buClr>
                <a:schemeClr val="dk2"/>
              </a:buClr>
              <a:buSzPts val="3000"/>
              <a:buNone/>
              <a:defRPr sz="4000">
                <a:solidFill>
                  <a:schemeClr val="dk2"/>
                </a:solidFill>
              </a:defRPr>
            </a:lvl9pPr>
          </a:lstStyle>
          <a:p>
            <a:endParaRPr/>
          </a:p>
        </p:txBody>
      </p:sp>
      <p:sp>
        <p:nvSpPr>
          <p:cNvPr id="15" name="Google Shape;15;p3"/>
          <p:cNvSpPr/>
          <p:nvPr/>
        </p:nvSpPr>
        <p:spPr>
          <a:xfrm rot="5400000">
            <a:off x="-404500" y="2889207"/>
            <a:ext cx="1888400" cy="10796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585356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2"/>
        <p:cNvGrpSpPr/>
        <p:nvPr/>
      </p:nvGrpSpPr>
      <p:grpSpPr>
        <a:xfrm>
          <a:off x="0" y="0"/>
          <a:ext cx="0" cy="0"/>
          <a:chOff x="0" y="0"/>
          <a:chExt cx="0" cy="0"/>
        </a:xfrm>
      </p:grpSpPr>
      <p:sp>
        <p:nvSpPr>
          <p:cNvPr id="23" name="Google Shape;23;p5"/>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5"/>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5"/>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6" name="Google Shape;26;p5"/>
          <p:cNvSpPr txBox="1">
            <a:spLocks noGrp="1"/>
          </p:cNvSpPr>
          <p:nvPr>
            <p:ph type="body" idx="1"/>
          </p:nvPr>
        </p:nvSpPr>
        <p:spPr>
          <a:xfrm>
            <a:off x="609600" y="2661000"/>
            <a:ext cx="7521200" cy="35212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a:lvl1pPr>
            <a:lvl2pPr marL="1219170" lvl="1" indent="-457189">
              <a:spcBef>
                <a:spcPts val="800"/>
              </a:spcBef>
              <a:spcAft>
                <a:spcPts val="0"/>
              </a:spcAft>
              <a:buSzPts val="1800"/>
              <a:buChar char="▹"/>
              <a:defRPr/>
            </a:lvl2pPr>
            <a:lvl3pPr marL="1828754" lvl="2" indent="-457189">
              <a:spcBef>
                <a:spcPts val="800"/>
              </a:spcBef>
              <a:spcAft>
                <a:spcPts val="0"/>
              </a:spcAft>
              <a:buSzPts val="1800"/>
              <a:buChar char="▹"/>
              <a:defRPr/>
            </a:lvl3pPr>
            <a:lvl4pPr marL="2438339" lvl="3" indent="-474121">
              <a:spcBef>
                <a:spcPts val="800"/>
              </a:spcBef>
              <a:spcAft>
                <a:spcPts val="0"/>
              </a:spcAft>
              <a:buSzPts val="2000"/>
              <a:buChar char="▹"/>
              <a:defRPr/>
            </a:lvl4pPr>
            <a:lvl5pPr marL="3047924" lvl="4" indent="-474121">
              <a:spcBef>
                <a:spcPts val="800"/>
              </a:spcBef>
              <a:spcAft>
                <a:spcPts val="0"/>
              </a:spcAft>
              <a:buSzPts val="2000"/>
              <a:buChar char="▹"/>
              <a:defRPr/>
            </a:lvl5pPr>
            <a:lvl6pPr marL="3657509" lvl="5" indent="-474121">
              <a:spcBef>
                <a:spcPts val="800"/>
              </a:spcBef>
              <a:spcAft>
                <a:spcPts val="0"/>
              </a:spcAft>
              <a:buSzPts val="2000"/>
              <a:buChar char="▹"/>
              <a:defRPr/>
            </a:lvl6pPr>
            <a:lvl7pPr marL="4267093" lvl="6" indent="-474121">
              <a:spcBef>
                <a:spcPts val="800"/>
              </a:spcBef>
              <a:spcAft>
                <a:spcPts val="0"/>
              </a:spcAft>
              <a:buSzPts val="2000"/>
              <a:buChar char="▹"/>
              <a:defRPr/>
            </a:lvl7pPr>
            <a:lvl8pPr marL="4876678" lvl="7" indent="-474121">
              <a:spcBef>
                <a:spcPts val="800"/>
              </a:spcBef>
              <a:spcAft>
                <a:spcPts val="0"/>
              </a:spcAft>
              <a:buSzPts val="2000"/>
              <a:buChar char="▹"/>
              <a:defRPr/>
            </a:lvl8pPr>
            <a:lvl9pPr marL="5486263" lvl="8" indent="-474121">
              <a:spcBef>
                <a:spcPts val="800"/>
              </a:spcBef>
              <a:spcAft>
                <a:spcPts val="0"/>
              </a:spcAft>
              <a:buSzPts val="2000"/>
              <a:buChar char="▹"/>
              <a:defRPr/>
            </a:lvl9pPr>
          </a:lstStyle>
          <a:p>
            <a:endParaRPr/>
          </a:p>
        </p:txBody>
      </p:sp>
      <p:sp>
        <p:nvSpPr>
          <p:cNvPr id="27" name="Google Shape;27;p5"/>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rtl="0"/>
            <a:fld id="{00000000-1234-1234-1234-123412341234}" type="slidenum">
              <a:rPr lang="en" smtClean="0"/>
              <a:pPr rtl="0"/>
              <a:t>‹#›</a:t>
            </a:fld>
            <a:endParaRPr lang="en"/>
          </a:p>
        </p:txBody>
      </p:sp>
    </p:spTree>
    <p:extLst>
      <p:ext uri="{BB962C8B-B14F-4D97-AF65-F5344CB8AC3E}">
        <p14:creationId xmlns:p14="http://schemas.microsoft.com/office/powerpoint/2010/main" val="2280932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28"/>
        <p:cNvGrpSpPr/>
        <p:nvPr/>
      </p:nvGrpSpPr>
      <p:grpSpPr>
        <a:xfrm>
          <a:off x="0" y="0"/>
          <a:ext cx="0" cy="0"/>
          <a:chOff x="0" y="0"/>
          <a:chExt cx="0" cy="0"/>
        </a:xfrm>
      </p:grpSpPr>
      <p:sp>
        <p:nvSpPr>
          <p:cNvPr id="29" name="Google Shape;29;p6"/>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 name="Google Shape;30;p6"/>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 name="Google Shape;31;p6"/>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32" name="Google Shape;32;p6"/>
          <p:cNvSpPr txBox="1">
            <a:spLocks noGrp="1"/>
          </p:cNvSpPr>
          <p:nvPr>
            <p:ph type="body" idx="1"/>
          </p:nvPr>
        </p:nvSpPr>
        <p:spPr>
          <a:xfrm>
            <a:off x="609600"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3" name="Google Shape;33;p6"/>
          <p:cNvSpPr txBox="1">
            <a:spLocks noGrp="1"/>
          </p:cNvSpPr>
          <p:nvPr>
            <p:ph type="body" idx="2"/>
          </p:nvPr>
        </p:nvSpPr>
        <p:spPr>
          <a:xfrm>
            <a:off x="4554104" y="2661000"/>
            <a:ext cx="3576800" cy="3572000"/>
          </a:xfrm>
          <a:prstGeom prst="rect">
            <a:avLst/>
          </a:prstGeom>
        </p:spPr>
        <p:txBody>
          <a:bodyPr spcFirstLastPara="1" wrap="square" lIns="0" tIns="0" rIns="0" bIns="0" anchor="t" anchorCtr="0">
            <a:noAutofit/>
          </a:bodyPr>
          <a:lstStyle>
            <a:lvl1pPr marL="609585" lvl="0" indent="-457189">
              <a:spcBef>
                <a:spcPts val="800"/>
              </a:spcBef>
              <a:spcAft>
                <a:spcPts val="0"/>
              </a:spcAft>
              <a:buSzPts val="1800"/>
              <a:buChar char="▸"/>
              <a:defRPr sz="2400"/>
            </a:lvl1pPr>
            <a:lvl2pPr marL="1219170" lvl="1" indent="-457189">
              <a:spcBef>
                <a:spcPts val="800"/>
              </a:spcBef>
              <a:spcAft>
                <a:spcPts val="0"/>
              </a:spcAft>
              <a:buSzPts val="1800"/>
              <a:buChar char="▹"/>
              <a:defRPr sz="2400"/>
            </a:lvl2pPr>
            <a:lvl3pPr marL="1828754" lvl="2" indent="-457189">
              <a:spcBef>
                <a:spcPts val="800"/>
              </a:spcBef>
              <a:spcAft>
                <a:spcPts val="0"/>
              </a:spcAft>
              <a:buSzPts val="1800"/>
              <a:buChar char="▹"/>
              <a:defRPr sz="2400"/>
            </a:lvl3pPr>
            <a:lvl4pPr marL="2438339" lvl="3" indent="-457189">
              <a:spcBef>
                <a:spcPts val="800"/>
              </a:spcBef>
              <a:spcAft>
                <a:spcPts val="0"/>
              </a:spcAft>
              <a:buSzPts val="1800"/>
              <a:buChar char="▹"/>
              <a:defRPr sz="2400"/>
            </a:lvl4pPr>
            <a:lvl5pPr marL="3047924" lvl="4" indent="-457189">
              <a:spcBef>
                <a:spcPts val="800"/>
              </a:spcBef>
              <a:spcAft>
                <a:spcPts val="0"/>
              </a:spcAft>
              <a:buSzPts val="1800"/>
              <a:buChar char="▹"/>
              <a:defRPr sz="2400"/>
            </a:lvl5pPr>
            <a:lvl6pPr marL="3657509" lvl="5" indent="-457189">
              <a:spcBef>
                <a:spcPts val="800"/>
              </a:spcBef>
              <a:spcAft>
                <a:spcPts val="0"/>
              </a:spcAft>
              <a:buSzPts val="1800"/>
              <a:buChar char="▹"/>
              <a:defRPr sz="2400"/>
            </a:lvl6pPr>
            <a:lvl7pPr marL="4267093" lvl="6" indent="-457189">
              <a:spcBef>
                <a:spcPts val="800"/>
              </a:spcBef>
              <a:spcAft>
                <a:spcPts val="0"/>
              </a:spcAft>
              <a:buSzPts val="1800"/>
              <a:buChar char="▹"/>
              <a:defRPr sz="2400"/>
            </a:lvl7pPr>
            <a:lvl8pPr marL="4876678" lvl="7" indent="-457189">
              <a:spcBef>
                <a:spcPts val="800"/>
              </a:spcBef>
              <a:spcAft>
                <a:spcPts val="0"/>
              </a:spcAft>
              <a:buSzPts val="1800"/>
              <a:buChar char="▹"/>
              <a:defRPr sz="2400"/>
            </a:lvl8pPr>
            <a:lvl9pPr marL="5486263" lvl="8" indent="-457189">
              <a:spcBef>
                <a:spcPts val="800"/>
              </a:spcBef>
              <a:spcAft>
                <a:spcPts val="0"/>
              </a:spcAft>
              <a:buSzPts val="1800"/>
              <a:buChar char="▹"/>
              <a:defRPr sz="2400"/>
            </a:lvl9pPr>
          </a:lstStyle>
          <a:p>
            <a:endParaRPr/>
          </a:p>
        </p:txBody>
      </p:sp>
      <p:sp>
        <p:nvSpPr>
          <p:cNvPr id="34" name="Google Shape;34;p6"/>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rtl="0"/>
            <a:fld id="{00000000-1234-1234-1234-123412341234}" type="slidenum">
              <a:rPr lang="en" smtClean="0"/>
              <a:pPr rtl="0"/>
              <a:t>‹#›</a:t>
            </a:fld>
            <a:endParaRPr lang="en"/>
          </a:p>
        </p:txBody>
      </p:sp>
    </p:spTree>
    <p:extLst>
      <p:ext uri="{BB962C8B-B14F-4D97-AF65-F5344CB8AC3E}">
        <p14:creationId xmlns:p14="http://schemas.microsoft.com/office/powerpoint/2010/main" val="348870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35"/>
        <p:cNvGrpSpPr/>
        <p:nvPr/>
      </p:nvGrpSpPr>
      <p:grpSpPr>
        <a:xfrm>
          <a:off x="0" y="0"/>
          <a:ext cx="0" cy="0"/>
          <a:chOff x="0" y="0"/>
          <a:chExt cx="0" cy="0"/>
        </a:xfrm>
      </p:grpSpPr>
      <p:sp>
        <p:nvSpPr>
          <p:cNvPr id="36" name="Google Shape;36;p7"/>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7"/>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7"/>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9" name="Google Shape;39;p7"/>
          <p:cNvSpPr txBox="1">
            <a:spLocks noGrp="1"/>
          </p:cNvSpPr>
          <p:nvPr>
            <p:ph type="body" idx="1"/>
          </p:nvPr>
        </p:nvSpPr>
        <p:spPr>
          <a:xfrm>
            <a:off x="609600" y="2661000"/>
            <a:ext cx="3418000" cy="35720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800"/>
              </a:spcBef>
              <a:spcAft>
                <a:spcPts val="0"/>
              </a:spcAft>
              <a:buSzPts val="1600"/>
              <a:buChar char="▹"/>
              <a:defRPr sz="2133"/>
            </a:lvl2pPr>
            <a:lvl3pPr marL="1828754" lvl="2" indent="-440256" rtl="0">
              <a:spcBef>
                <a:spcPts val="800"/>
              </a:spcBef>
              <a:spcAft>
                <a:spcPts val="0"/>
              </a:spcAft>
              <a:buSzPts val="1600"/>
              <a:buChar char="▹"/>
              <a:defRPr sz="2133"/>
            </a:lvl3pPr>
            <a:lvl4pPr marL="2438339" lvl="3" indent="-440256" rtl="0">
              <a:spcBef>
                <a:spcPts val="800"/>
              </a:spcBef>
              <a:spcAft>
                <a:spcPts val="0"/>
              </a:spcAft>
              <a:buSzPts val="1600"/>
              <a:buChar char="▹"/>
              <a:defRPr sz="2133"/>
            </a:lvl4pPr>
            <a:lvl5pPr marL="3047924" lvl="4" indent="-440256" rtl="0">
              <a:spcBef>
                <a:spcPts val="800"/>
              </a:spcBef>
              <a:spcAft>
                <a:spcPts val="0"/>
              </a:spcAft>
              <a:buSzPts val="1600"/>
              <a:buChar char="▹"/>
              <a:defRPr sz="2133"/>
            </a:lvl5pPr>
            <a:lvl6pPr marL="3657509" lvl="5" indent="-440256" rtl="0">
              <a:spcBef>
                <a:spcPts val="800"/>
              </a:spcBef>
              <a:spcAft>
                <a:spcPts val="0"/>
              </a:spcAft>
              <a:buSzPts val="1600"/>
              <a:buChar char="▹"/>
              <a:defRPr sz="2133"/>
            </a:lvl6pPr>
            <a:lvl7pPr marL="4267093" lvl="6" indent="-440256" rtl="0">
              <a:spcBef>
                <a:spcPts val="800"/>
              </a:spcBef>
              <a:spcAft>
                <a:spcPts val="0"/>
              </a:spcAft>
              <a:buSzPts val="1600"/>
              <a:buChar char="▹"/>
              <a:defRPr sz="2133"/>
            </a:lvl7pPr>
            <a:lvl8pPr marL="4876678" lvl="7" indent="-440256" rtl="0">
              <a:spcBef>
                <a:spcPts val="800"/>
              </a:spcBef>
              <a:spcAft>
                <a:spcPts val="0"/>
              </a:spcAft>
              <a:buSzPts val="1600"/>
              <a:buChar char="▹"/>
              <a:defRPr sz="2133"/>
            </a:lvl8pPr>
            <a:lvl9pPr marL="5486263" lvl="8" indent="-440256" rtl="0">
              <a:spcBef>
                <a:spcPts val="800"/>
              </a:spcBef>
              <a:spcAft>
                <a:spcPts val="0"/>
              </a:spcAft>
              <a:buSzPts val="1600"/>
              <a:buChar char="▹"/>
              <a:defRPr sz="2133"/>
            </a:lvl9pPr>
          </a:lstStyle>
          <a:p>
            <a:endParaRPr/>
          </a:p>
        </p:txBody>
      </p:sp>
      <p:sp>
        <p:nvSpPr>
          <p:cNvPr id="40" name="Google Shape;40;p7"/>
          <p:cNvSpPr txBox="1">
            <a:spLocks noGrp="1"/>
          </p:cNvSpPr>
          <p:nvPr>
            <p:ph type="body" idx="2"/>
          </p:nvPr>
        </p:nvSpPr>
        <p:spPr>
          <a:xfrm>
            <a:off x="4387000" y="2661000"/>
            <a:ext cx="3418000" cy="35720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800"/>
              </a:spcBef>
              <a:spcAft>
                <a:spcPts val="0"/>
              </a:spcAft>
              <a:buSzPts val="1600"/>
              <a:buChar char="▹"/>
              <a:defRPr sz="2133"/>
            </a:lvl2pPr>
            <a:lvl3pPr marL="1828754" lvl="2" indent="-440256" rtl="0">
              <a:spcBef>
                <a:spcPts val="800"/>
              </a:spcBef>
              <a:spcAft>
                <a:spcPts val="0"/>
              </a:spcAft>
              <a:buSzPts val="1600"/>
              <a:buChar char="▹"/>
              <a:defRPr sz="2133"/>
            </a:lvl3pPr>
            <a:lvl4pPr marL="2438339" lvl="3" indent="-440256" rtl="0">
              <a:spcBef>
                <a:spcPts val="800"/>
              </a:spcBef>
              <a:spcAft>
                <a:spcPts val="0"/>
              </a:spcAft>
              <a:buSzPts val="1600"/>
              <a:buChar char="▹"/>
              <a:defRPr sz="2133"/>
            </a:lvl4pPr>
            <a:lvl5pPr marL="3047924" lvl="4" indent="-440256" rtl="0">
              <a:spcBef>
                <a:spcPts val="800"/>
              </a:spcBef>
              <a:spcAft>
                <a:spcPts val="0"/>
              </a:spcAft>
              <a:buSzPts val="1600"/>
              <a:buChar char="▹"/>
              <a:defRPr sz="2133"/>
            </a:lvl5pPr>
            <a:lvl6pPr marL="3657509" lvl="5" indent="-440256" rtl="0">
              <a:spcBef>
                <a:spcPts val="800"/>
              </a:spcBef>
              <a:spcAft>
                <a:spcPts val="0"/>
              </a:spcAft>
              <a:buSzPts val="1600"/>
              <a:buChar char="▹"/>
              <a:defRPr sz="2133"/>
            </a:lvl6pPr>
            <a:lvl7pPr marL="4267093" lvl="6" indent="-440256" rtl="0">
              <a:spcBef>
                <a:spcPts val="800"/>
              </a:spcBef>
              <a:spcAft>
                <a:spcPts val="0"/>
              </a:spcAft>
              <a:buSzPts val="1600"/>
              <a:buChar char="▹"/>
              <a:defRPr sz="2133"/>
            </a:lvl7pPr>
            <a:lvl8pPr marL="4876678" lvl="7" indent="-440256" rtl="0">
              <a:spcBef>
                <a:spcPts val="800"/>
              </a:spcBef>
              <a:spcAft>
                <a:spcPts val="0"/>
              </a:spcAft>
              <a:buSzPts val="1600"/>
              <a:buChar char="▹"/>
              <a:defRPr sz="2133"/>
            </a:lvl8pPr>
            <a:lvl9pPr marL="5486263" lvl="8" indent="-440256" rtl="0">
              <a:spcBef>
                <a:spcPts val="800"/>
              </a:spcBef>
              <a:spcAft>
                <a:spcPts val="0"/>
              </a:spcAft>
              <a:buSzPts val="1600"/>
              <a:buChar char="▹"/>
              <a:defRPr sz="2133"/>
            </a:lvl9pPr>
          </a:lstStyle>
          <a:p>
            <a:endParaRPr/>
          </a:p>
        </p:txBody>
      </p:sp>
      <p:sp>
        <p:nvSpPr>
          <p:cNvPr id="41" name="Google Shape;41;p7"/>
          <p:cNvSpPr txBox="1">
            <a:spLocks noGrp="1"/>
          </p:cNvSpPr>
          <p:nvPr>
            <p:ph type="body" idx="3"/>
          </p:nvPr>
        </p:nvSpPr>
        <p:spPr>
          <a:xfrm>
            <a:off x="8164400" y="2661000"/>
            <a:ext cx="3418000" cy="3572000"/>
          </a:xfrm>
          <a:prstGeom prst="rect">
            <a:avLst/>
          </a:prstGeom>
        </p:spPr>
        <p:txBody>
          <a:bodyPr spcFirstLastPara="1" wrap="square" lIns="0" tIns="0" rIns="0" bIns="0" anchor="t" anchorCtr="0">
            <a:noAutofit/>
          </a:bodyPr>
          <a:lstStyle>
            <a:lvl1pPr marL="609585" lvl="0" indent="-440256" rtl="0">
              <a:spcBef>
                <a:spcPts val="800"/>
              </a:spcBef>
              <a:spcAft>
                <a:spcPts val="0"/>
              </a:spcAft>
              <a:buSzPts val="1600"/>
              <a:buChar char="▸"/>
              <a:defRPr sz="2133"/>
            </a:lvl1pPr>
            <a:lvl2pPr marL="1219170" lvl="1" indent="-440256" rtl="0">
              <a:spcBef>
                <a:spcPts val="800"/>
              </a:spcBef>
              <a:spcAft>
                <a:spcPts val="0"/>
              </a:spcAft>
              <a:buSzPts val="1600"/>
              <a:buChar char="▹"/>
              <a:defRPr sz="2133"/>
            </a:lvl2pPr>
            <a:lvl3pPr marL="1828754" lvl="2" indent="-440256" rtl="0">
              <a:spcBef>
                <a:spcPts val="800"/>
              </a:spcBef>
              <a:spcAft>
                <a:spcPts val="0"/>
              </a:spcAft>
              <a:buSzPts val="1600"/>
              <a:buChar char="▹"/>
              <a:defRPr sz="2133"/>
            </a:lvl3pPr>
            <a:lvl4pPr marL="2438339" lvl="3" indent="-440256" rtl="0">
              <a:spcBef>
                <a:spcPts val="800"/>
              </a:spcBef>
              <a:spcAft>
                <a:spcPts val="0"/>
              </a:spcAft>
              <a:buSzPts val="1600"/>
              <a:buChar char="▹"/>
              <a:defRPr sz="2133"/>
            </a:lvl4pPr>
            <a:lvl5pPr marL="3047924" lvl="4" indent="-440256" rtl="0">
              <a:spcBef>
                <a:spcPts val="800"/>
              </a:spcBef>
              <a:spcAft>
                <a:spcPts val="0"/>
              </a:spcAft>
              <a:buSzPts val="1600"/>
              <a:buChar char="▹"/>
              <a:defRPr sz="2133"/>
            </a:lvl5pPr>
            <a:lvl6pPr marL="3657509" lvl="5" indent="-440256" rtl="0">
              <a:spcBef>
                <a:spcPts val="800"/>
              </a:spcBef>
              <a:spcAft>
                <a:spcPts val="0"/>
              </a:spcAft>
              <a:buSzPts val="1600"/>
              <a:buChar char="▹"/>
              <a:defRPr sz="2133"/>
            </a:lvl6pPr>
            <a:lvl7pPr marL="4267093" lvl="6" indent="-440256" rtl="0">
              <a:spcBef>
                <a:spcPts val="800"/>
              </a:spcBef>
              <a:spcAft>
                <a:spcPts val="0"/>
              </a:spcAft>
              <a:buSzPts val="1600"/>
              <a:buChar char="▹"/>
              <a:defRPr sz="2133"/>
            </a:lvl7pPr>
            <a:lvl8pPr marL="4876678" lvl="7" indent="-440256" rtl="0">
              <a:spcBef>
                <a:spcPts val="800"/>
              </a:spcBef>
              <a:spcAft>
                <a:spcPts val="0"/>
              </a:spcAft>
              <a:buSzPts val="1600"/>
              <a:buChar char="▹"/>
              <a:defRPr sz="2133"/>
            </a:lvl8pPr>
            <a:lvl9pPr marL="5486263" lvl="8" indent="-440256" rtl="0">
              <a:spcBef>
                <a:spcPts val="800"/>
              </a:spcBef>
              <a:spcAft>
                <a:spcPts val="0"/>
              </a:spcAft>
              <a:buSzPts val="1600"/>
              <a:buChar char="▹"/>
              <a:defRPr sz="2133"/>
            </a:lvl9pPr>
          </a:lstStyle>
          <a:p>
            <a:endParaRPr/>
          </a:p>
        </p:txBody>
      </p:sp>
      <p:sp>
        <p:nvSpPr>
          <p:cNvPr id="42" name="Google Shape;42;p7"/>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rtl="0"/>
            <a:fld id="{00000000-1234-1234-1234-123412341234}" type="slidenum">
              <a:rPr lang="en" smtClean="0"/>
              <a:pPr rtl="0"/>
              <a:t>‹#›</a:t>
            </a:fld>
            <a:endParaRPr lang="en"/>
          </a:p>
        </p:txBody>
      </p:sp>
    </p:spTree>
    <p:extLst>
      <p:ext uri="{BB962C8B-B14F-4D97-AF65-F5344CB8AC3E}">
        <p14:creationId xmlns:p14="http://schemas.microsoft.com/office/powerpoint/2010/main" val="3291618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3"/>
        <p:cNvGrpSpPr/>
        <p:nvPr/>
      </p:nvGrpSpPr>
      <p:grpSpPr>
        <a:xfrm>
          <a:off x="0" y="0"/>
          <a:ext cx="0" cy="0"/>
          <a:chOff x="0" y="0"/>
          <a:chExt cx="0" cy="0"/>
        </a:xfrm>
      </p:grpSpPr>
      <p:sp>
        <p:nvSpPr>
          <p:cNvPr id="44" name="Google Shape;44;p8"/>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 name="Google Shape;45;p8"/>
          <p:cNvSpPr/>
          <p:nvPr/>
        </p:nvSpPr>
        <p:spPr>
          <a:xfrm rot="5400000">
            <a:off x="-133800" y="9659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6" name="Google Shape;46;p8"/>
          <p:cNvSpPr txBox="1">
            <a:spLocks noGrp="1"/>
          </p:cNvSpPr>
          <p:nvPr>
            <p:ph type="title"/>
          </p:nvPr>
        </p:nvSpPr>
        <p:spPr>
          <a:xfrm>
            <a:off x="609600" y="807467"/>
            <a:ext cx="7521200" cy="14436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47" name="Google Shape;47;p8"/>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rtl="0"/>
            <a:fld id="{00000000-1234-1234-1234-123412341234}" type="slidenum">
              <a:rPr lang="en" smtClean="0"/>
              <a:pPr rtl="0"/>
              <a:t>‹#›</a:t>
            </a:fld>
            <a:endParaRPr lang="en"/>
          </a:p>
        </p:txBody>
      </p:sp>
    </p:spTree>
    <p:extLst>
      <p:ext uri="{BB962C8B-B14F-4D97-AF65-F5344CB8AC3E}">
        <p14:creationId xmlns:p14="http://schemas.microsoft.com/office/powerpoint/2010/main" val="3998707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8"/>
        <p:cNvGrpSpPr/>
        <p:nvPr/>
      </p:nvGrpSpPr>
      <p:grpSpPr>
        <a:xfrm>
          <a:off x="0" y="0"/>
          <a:ext cx="0" cy="0"/>
          <a:chOff x="0" y="0"/>
          <a:chExt cx="0" cy="0"/>
        </a:xfrm>
      </p:grpSpPr>
      <p:sp>
        <p:nvSpPr>
          <p:cNvPr id="49" name="Google Shape;49;p9"/>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0" name="Google Shape;50;p9"/>
          <p:cNvSpPr/>
          <p:nvPr/>
        </p:nvSpPr>
        <p:spPr>
          <a:xfrm rot="5400000">
            <a:off x="-133800" y="5931680"/>
            <a:ext cx="624800" cy="357200"/>
          </a:xfrm>
          <a:prstGeom prst="triangle">
            <a:avLst>
              <a:gd name="adj" fmla="val 5000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1" name="Google Shape;51;p9"/>
          <p:cNvSpPr txBox="1">
            <a:spLocks noGrp="1"/>
          </p:cNvSpPr>
          <p:nvPr>
            <p:ph type="body" idx="1"/>
          </p:nvPr>
        </p:nvSpPr>
        <p:spPr>
          <a:xfrm>
            <a:off x="609600" y="5875079"/>
            <a:ext cx="10972800" cy="692800"/>
          </a:xfrm>
          <a:prstGeom prst="rect">
            <a:avLst/>
          </a:prstGeom>
        </p:spPr>
        <p:txBody>
          <a:bodyPr spcFirstLastPara="1" wrap="square" lIns="0" tIns="0" rIns="0" bIns="0" anchor="t" anchorCtr="0">
            <a:noAutofit/>
          </a:bodyPr>
          <a:lstStyle>
            <a:lvl1pPr marL="609585" lvl="0" indent="-304792">
              <a:spcBef>
                <a:spcPts val="480"/>
              </a:spcBef>
              <a:spcAft>
                <a:spcPts val="0"/>
              </a:spcAft>
              <a:buSzPts val="1800"/>
              <a:buNone/>
              <a:defRPr sz="2400"/>
            </a:lvl1pPr>
          </a:lstStyle>
          <a:p>
            <a:endParaRPr/>
          </a:p>
        </p:txBody>
      </p:sp>
      <p:sp>
        <p:nvSpPr>
          <p:cNvPr id="52" name="Google Shape;52;p9"/>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rtl="0"/>
            <a:fld id="{00000000-1234-1234-1234-123412341234}" type="slidenum">
              <a:rPr lang="en" smtClean="0"/>
              <a:pPr rtl="0"/>
              <a:t>‹#›</a:t>
            </a:fld>
            <a:endParaRPr lang="en"/>
          </a:p>
        </p:txBody>
      </p:sp>
    </p:spTree>
    <p:extLst>
      <p:ext uri="{BB962C8B-B14F-4D97-AF65-F5344CB8AC3E}">
        <p14:creationId xmlns:p14="http://schemas.microsoft.com/office/powerpoint/2010/main" val="4196976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0"/>
          <p:cNvSpPr/>
          <p:nvPr/>
        </p:nvSpPr>
        <p:spPr>
          <a:xfrm flipH="1">
            <a:off x="11582400" y="6233133"/>
            <a:ext cx="624800" cy="624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5" name="Google Shape;55;p10"/>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rtl="0"/>
            <a:fld id="{00000000-1234-1234-1234-123412341234}" type="slidenum">
              <a:rPr lang="en" smtClean="0"/>
              <a:pPr rtl="0"/>
              <a:t>‹#›</a:t>
            </a:fld>
            <a:endParaRPr lang="en"/>
          </a:p>
        </p:txBody>
      </p:sp>
    </p:spTree>
    <p:extLst>
      <p:ext uri="{BB962C8B-B14F-4D97-AF65-F5344CB8AC3E}">
        <p14:creationId xmlns:p14="http://schemas.microsoft.com/office/powerpoint/2010/main" val="33350953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dark">
  <p:cSld name="Blank dark">
    <p:bg>
      <p:bgPr>
        <a:gradFill>
          <a:gsLst>
            <a:gs pos="0">
              <a:schemeClr val="accent1"/>
            </a:gs>
            <a:gs pos="50000">
              <a:schemeClr val="accent1"/>
            </a:gs>
            <a:gs pos="100000">
              <a:schemeClr val="accent2"/>
            </a:gs>
          </a:gsLst>
          <a:lin ang="16200038" scaled="0"/>
        </a:gradFill>
        <a:effectLst/>
      </p:bgPr>
    </p:bg>
    <p:spTree>
      <p:nvGrpSpPr>
        <p:cNvPr id="1" name="Shape 56"/>
        <p:cNvGrpSpPr/>
        <p:nvPr/>
      </p:nvGrpSpPr>
      <p:grpSpPr>
        <a:xfrm>
          <a:off x="0" y="0"/>
          <a:ext cx="0" cy="0"/>
          <a:chOff x="0" y="0"/>
          <a:chExt cx="0" cy="0"/>
        </a:xfrm>
      </p:grpSpPr>
      <p:sp>
        <p:nvSpPr>
          <p:cNvPr id="57" name="Google Shape;57;p11"/>
          <p:cNvSpPr/>
          <p:nvPr/>
        </p:nvSpPr>
        <p:spPr>
          <a:xfrm flipH="1">
            <a:off x="11582400" y="6233133"/>
            <a:ext cx="624800" cy="624800"/>
          </a:xfrm>
          <a:prstGeom prst="rtTriangl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 name="Google Shape;58;p11"/>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lvl1pPr lvl="0" rtl="0">
              <a:buNone/>
              <a:defRPr>
                <a:solidFill>
                  <a:schemeClr val="accent2"/>
                </a:solidFill>
              </a:defRPr>
            </a:lvl1pPr>
            <a:lvl2pPr lvl="1" rtl="0">
              <a:buNone/>
              <a:defRPr>
                <a:solidFill>
                  <a:schemeClr val="accent2"/>
                </a:solidFill>
              </a:defRPr>
            </a:lvl2pPr>
            <a:lvl3pPr lvl="2" rtl="0">
              <a:buNone/>
              <a:defRPr>
                <a:solidFill>
                  <a:schemeClr val="accent2"/>
                </a:solidFill>
              </a:defRPr>
            </a:lvl3pPr>
            <a:lvl4pPr lvl="3" rtl="0">
              <a:buNone/>
              <a:defRPr>
                <a:solidFill>
                  <a:schemeClr val="accent2"/>
                </a:solidFill>
              </a:defRPr>
            </a:lvl4pPr>
            <a:lvl5pPr lvl="4" rtl="0">
              <a:buNone/>
              <a:defRPr>
                <a:solidFill>
                  <a:schemeClr val="accent2"/>
                </a:solidFill>
              </a:defRPr>
            </a:lvl5pPr>
            <a:lvl6pPr lvl="5" rtl="0">
              <a:buNone/>
              <a:defRPr>
                <a:solidFill>
                  <a:schemeClr val="accent2"/>
                </a:solidFill>
              </a:defRPr>
            </a:lvl6pPr>
            <a:lvl7pPr lvl="6" rtl="0">
              <a:buNone/>
              <a:defRPr>
                <a:solidFill>
                  <a:schemeClr val="accent2"/>
                </a:solidFill>
              </a:defRPr>
            </a:lvl7pPr>
            <a:lvl8pPr lvl="7" rtl="0">
              <a:buNone/>
              <a:defRPr>
                <a:solidFill>
                  <a:schemeClr val="accent2"/>
                </a:solidFill>
              </a:defRPr>
            </a:lvl8pPr>
            <a:lvl9pPr lvl="8" rtl="0">
              <a:buNone/>
              <a:defRPr>
                <a:solidFill>
                  <a:schemeClr val="accent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339832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ECTION">
    <p:bg>
      <p:bgPr>
        <a:solidFill>
          <a:srgbClr val="F3F6F8"/>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0305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50215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bg>
      <p:bgPr>
        <a:solidFill>
          <a:srgbClr val="F3F6F8"/>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75004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p:bg>
      <p:bgPr>
        <a:solidFill>
          <a:srgbClr val="F3F6F8"/>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51208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theme" Target="../theme/theme2.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61" r:id="rId2"/>
    <p:sldLayoutId id="2147483677" r:id="rId3"/>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50000">
              <a:schemeClr val="lt1"/>
            </a:gs>
            <a:gs pos="100000">
              <a:schemeClr val="lt2"/>
            </a:gs>
          </a:gsLst>
          <a:lin ang="16200038"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09600" y="807467"/>
            <a:ext cx="7521200" cy="1443600"/>
          </a:xfrm>
          <a:prstGeom prst="rect">
            <a:avLst/>
          </a:prstGeom>
          <a:noFill/>
          <a:ln>
            <a:noFill/>
          </a:ln>
        </p:spPr>
        <p:txBody>
          <a:bodyPr spcFirstLastPara="1" wrap="square" lIns="0" tIns="0" rIns="0" bIns="0" anchor="t" anchorCtr="0">
            <a:noAutofit/>
          </a:bodyPr>
          <a:lstStyle>
            <a:lvl1pPr lvl="0">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1pPr>
            <a:lvl2pPr lvl="1">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2pPr>
            <a:lvl3pPr lvl="2">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3pPr>
            <a:lvl4pPr lvl="3">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4pPr>
            <a:lvl5pPr lvl="4">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5pPr>
            <a:lvl6pPr lvl="5">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6pPr>
            <a:lvl7pPr lvl="6">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7pPr>
            <a:lvl8pPr lvl="7">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8pPr>
            <a:lvl9pPr lvl="8">
              <a:lnSpc>
                <a:spcPct val="80000"/>
              </a:lnSpc>
              <a:spcBef>
                <a:spcPts val="0"/>
              </a:spcBef>
              <a:spcAft>
                <a:spcPts val="0"/>
              </a:spcAft>
              <a:buClr>
                <a:schemeClr val="accent2"/>
              </a:buClr>
              <a:buSzPts val="4800"/>
              <a:buFont typeface="Raleway Thin"/>
              <a:buNone/>
              <a:defRPr sz="4800">
                <a:solidFill>
                  <a:schemeClr val="accent2"/>
                </a:solidFill>
                <a:latin typeface="Raleway Thin"/>
                <a:ea typeface="Raleway Thin"/>
                <a:cs typeface="Raleway Thin"/>
                <a:sym typeface="Raleway Thin"/>
              </a:defRPr>
            </a:lvl9pPr>
          </a:lstStyle>
          <a:p>
            <a:endParaRPr/>
          </a:p>
        </p:txBody>
      </p:sp>
      <p:sp>
        <p:nvSpPr>
          <p:cNvPr id="7" name="Google Shape;7;p1"/>
          <p:cNvSpPr txBox="1">
            <a:spLocks noGrp="1"/>
          </p:cNvSpPr>
          <p:nvPr>
            <p:ph type="body" idx="1"/>
          </p:nvPr>
        </p:nvSpPr>
        <p:spPr>
          <a:xfrm>
            <a:off x="609600" y="2661000"/>
            <a:ext cx="7521200" cy="3572000"/>
          </a:xfrm>
          <a:prstGeom prst="rect">
            <a:avLst/>
          </a:prstGeom>
          <a:noFill/>
          <a:ln>
            <a:noFill/>
          </a:ln>
        </p:spPr>
        <p:txBody>
          <a:bodyPr spcFirstLastPara="1" wrap="square" lIns="0" tIns="0" rIns="0" bIns="0" anchor="t" anchorCtr="0">
            <a:noAutofit/>
          </a:bodyPr>
          <a:lstStyle>
            <a:lvl1pPr marL="457200" lvl="0"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1pPr>
            <a:lvl2pPr marL="914400" lvl="1"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2pPr>
            <a:lvl3pPr marL="1371600" lvl="2"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3pPr>
            <a:lvl4pPr marL="1828800" lvl="3"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4pPr>
            <a:lvl5pPr marL="2286000" lvl="4"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5pPr>
            <a:lvl6pPr marL="2743200" lvl="5"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6pPr>
            <a:lvl7pPr marL="3200400" lvl="6"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7pPr>
            <a:lvl8pPr marL="3657600" lvl="7"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8pPr>
            <a:lvl9pPr marL="4114800" lvl="8"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9pPr>
          </a:lstStyle>
          <a:p>
            <a:endParaRPr/>
          </a:p>
        </p:txBody>
      </p:sp>
      <p:sp>
        <p:nvSpPr>
          <p:cNvPr id="8" name="Google Shape;8;p1"/>
          <p:cNvSpPr txBox="1">
            <a:spLocks noGrp="1"/>
          </p:cNvSpPr>
          <p:nvPr>
            <p:ph type="sldNum" idx="12"/>
          </p:nvPr>
        </p:nvSpPr>
        <p:spPr>
          <a:xfrm>
            <a:off x="11532033" y="6182333"/>
            <a:ext cx="609200" cy="624800"/>
          </a:xfrm>
          <a:prstGeom prst="rect">
            <a:avLst/>
          </a:prstGeom>
          <a:noFill/>
          <a:ln>
            <a:noFill/>
          </a:ln>
        </p:spPr>
        <p:txBody>
          <a:bodyPr spcFirstLastPara="1" wrap="square" lIns="0" tIns="0" rIns="0" bIns="0" anchor="b" anchorCtr="0">
            <a:noAutofit/>
          </a:bodyPr>
          <a:lstStyle>
            <a:lvl1pPr lvl="0" algn="r">
              <a:buNone/>
              <a:defRPr sz="1600">
                <a:solidFill>
                  <a:schemeClr val="lt1"/>
                </a:solidFill>
                <a:latin typeface="Barlow Light"/>
                <a:ea typeface="Barlow Light"/>
                <a:cs typeface="Barlow Light"/>
                <a:sym typeface="Barlow Light"/>
              </a:defRPr>
            </a:lvl1pPr>
            <a:lvl2pPr lvl="1" algn="r">
              <a:buNone/>
              <a:defRPr sz="1600">
                <a:solidFill>
                  <a:schemeClr val="lt1"/>
                </a:solidFill>
                <a:latin typeface="Barlow Light"/>
                <a:ea typeface="Barlow Light"/>
                <a:cs typeface="Barlow Light"/>
                <a:sym typeface="Barlow Light"/>
              </a:defRPr>
            </a:lvl2pPr>
            <a:lvl3pPr lvl="2" algn="r">
              <a:buNone/>
              <a:defRPr sz="1600">
                <a:solidFill>
                  <a:schemeClr val="lt1"/>
                </a:solidFill>
                <a:latin typeface="Barlow Light"/>
                <a:ea typeface="Barlow Light"/>
                <a:cs typeface="Barlow Light"/>
                <a:sym typeface="Barlow Light"/>
              </a:defRPr>
            </a:lvl3pPr>
            <a:lvl4pPr lvl="3" algn="r">
              <a:buNone/>
              <a:defRPr sz="1600">
                <a:solidFill>
                  <a:schemeClr val="lt1"/>
                </a:solidFill>
                <a:latin typeface="Barlow Light"/>
                <a:ea typeface="Barlow Light"/>
                <a:cs typeface="Barlow Light"/>
                <a:sym typeface="Barlow Light"/>
              </a:defRPr>
            </a:lvl4pPr>
            <a:lvl5pPr lvl="4" algn="r">
              <a:buNone/>
              <a:defRPr sz="1600">
                <a:solidFill>
                  <a:schemeClr val="lt1"/>
                </a:solidFill>
                <a:latin typeface="Barlow Light"/>
                <a:ea typeface="Barlow Light"/>
                <a:cs typeface="Barlow Light"/>
                <a:sym typeface="Barlow Light"/>
              </a:defRPr>
            </a:lvl5pPr>
            <a:lvl6pPr lvl="5" algn="r">
              <a:buNone/>
              <a:defRPr sz="1600">
                <a:solidFill>
                  <a:schemeClr val="lt1"/>
                </a:solidFill>
                <a:latin typeface="Barlow Light"/>
                <a:ea typeface="Barlow Light"/>
                <a:cs typeface="Barlow Light"/>
                <a:sym typeface="Barlow Light"/>
              </a:defRPr>
            </a:lvl6pPr>
            <a:lvl7pPr lvl="6" algn="r">
              <a:buNone/>
              <a:defRPr sz="1600">
                <a:solidFill>
                  <a:schemeClr val="lt1"/>
                </a:solidFill>
                <a:latin typeface="Barlow Light"/>
                <a:ea typeface="Barlow Light"/>
                <a:cs typeface="Barlow Light"/>
                <a:sym typeface="Barlow Light"/>
              </a:defRPr>
            </a:lvl7pPr>
            <a:lvl8pPr lvl="7" algn="r">
              <a:buNone/>
              <a:defRPr sz="1600">
                <a:solidFill>
                  <a:schemeClr val="lt1"/>
                </a:solidFill>
                <a:latin typeface="Barlow Light"/>
                <a:ea typeface="Barlow Light"/>
                <a:cs typeface="Barlow Light"/>
                <a:sym typeface="Barlow Light"/>
              </a:defRPr>
            </a:lvl8pPr>
            <a:lvl9pPr lvl="8" algn="r">
              <a:buNone/>
              <a:defRPr sz="1600">
                <a:solidFill>
                  <a:schemeClr val="lt1"/>
                </a:solidFill>
                <a:latin typeface="Barlow Light"/>
                <a:ea typeface="Barlow Light"/>
                <a:cs typeface="Barlow Light"/>
                <a:sym typeface="Barlow Light"/>
              </a:defRPr>
            </a:lvl9pPr>
          </a:lstStyle>
          <a:p>
            <a:pPr rtl="0"/>
            <a:fld id="{00000000-1234-1234-1234-123412341234}" type="slidenum">
              <a:rPr lang="en" smtClean="0"/>
              <a:pPr rtl="0"/>
              <a:t>‹#›</a:t>
            </a:fld>
            <a:endParaRPr lang="en"/>
          </a:p>
        </p:txBody>
      </p:sp>
    </p:spTree>
    <p:extLst>
      <p:ext uri="{BB962C8B-B14F-4D97-AF65-F5344CB8AC3E}">
        <p14:creationId xmlns:p14="http://schemas.microsoft.com/office/powerpoint/2010/main" val="2157919024"/>
      </p:ext>
    </p:extLst>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6" r:id="rId10"/>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716000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hf sldNum="0" hdr="0" ftr="0" dt="0"/>
  <p:txStyles>
    <p:titleStyle>
      <a:lvl1pPr algn="ctr">
        <a:buNone/>
        <a:defRPr sz="4400">
          <a:solidFill>
            <a:schemeClr val="tx1"/>
          </a:solidFill>
          <a:latin typeface="+mj-lt"/>
          <a:ea typeface="+mj-lt"/>
          <a:cs typeface="+mj-lt"/>
        </a:defRPr>
      </a:lvl1pPr>
    </p:titleStyle>
    <p:bodyStyle>
      <a:lvl1pPr marL="342900" indent="-342900" algn="l">
        <a:buChar char="•"/>
        <a:defRPr sz="3200">
          <a:solidFill>
            <a:schemeClr val="tx1"/>
          </a:solidFill>
          <a:latin typeface="+mn-lt"/>
          <a:ea typeface="+mn-lt"/>
          <a:cs typeface="+mn-lt"/>
        </a:defRPr>
      </a:lvl1pPr>
      <a:lvl2pPr marL="742950" indent="-285750" algn="l">
        <a:buChar char="–"/>
        <a:defRPr sz="2800">
          <a:solidFill>
            <a:schemeClr val="tx1"/>
          </a:solidFill>
          <a:latin typeface="+mn-lt"/>
          <a:ea typeface="+mn-lt"/>
          <a:cs typeface="+mn-lt"/>
        </a:defRPr>
      </a:lvl2pPr>
      <a:lvl3pPr marL="1143000" indent="-228600" algn="l">
        <a:buChar char="•"/>
        <a:defRPr sz="2400">
          <a:solidFill>
            <a:schemeClr val="tx1"/>
          </a:solidFill>
          <a:latin typeface="+mn-lt"/>
          <a:ea typeface="+mn-lt"/>
          <a:cs typeface="+mn-lt"/>
        </a:defRPr>
      </a:lvl3pPr>
      <a:lvl4pPr marL="1600200" indent="-228600" algn="l">
        <a:buChar char="–"/>
        <a:defRPr sz="2000">
          <a:solidFill>
            <a:schemeClr val="tx1"/>
          </a:solidFill>
          <a:latin typeface="+mn-lt"/>
          <a:ea typeface="+mn-lt"/>
          <a:cs typeface="+mn-lt"/>
        </a:defRPr>
      </a:lvl4pPr>
      <a:lvl5pPr marL="2057400" indent="-228600" algn="l">
        <a:buChar char="»"/>
        <a:defRPr sz="2000">
          <a:solidFill>
            <a:schemeClr val="tx1"/>
          </a:solidFill>
          <a:latin typeface="+mn-lt"/>
          <a:ea typeface="+mn-lt"/>
          <a:cs typeface="+mn-lt"/>
        </a:defRPr>
      </a:lvl5pPr>
      <a:lvl6pPr marL="2514600" indent="-228600" algn="l">
        <a:buChar char="•"/>
        <a:defRPr sz="2000">
          <a:solidFill>
            <a:schemeClr val="tx1"/>
          </a:solidFill>
          <a:latin typeface="+mn-lt"/>
          <a:ea typeface="+mn-lt"/>
          <a:cs typeface="+mn-lt"/>
        </a:defRPr>
      </a:lvl6pPr>
      <a:lvl7pPr marL="2971800" indent="-228600" algn="l">
        <a:buChar char="•"/>
        <a:defRPr sz="2000">
          <a:solidFill>
            <a:schemeClr val="tx1"/>
          </a:solidFill>
          <a:latin typeface="+mn-lt"/>
          <a:ea typeface="+mn-lt"/>
          <a:cs typeface="+mn-lt"/>
        </a:defRPr>
      </a:lvl7pPr>
      <a:lvl8pPr marL="3429000" indent="-228600" algn="l">
        <a:buChar char="•"/>
        <a:defRPr sz="2000">
          <a:solidFill>
            <a:schemeClr val="tx1"/>
          </a:solidFill>
          <a:latin typeface="+mn-lt"/>
          <a:ea typeface="+mn-lt"/>
          <a:cs typeface="+mn-lt"/>
        </a:defRPr>
      </a:lvl8pPr>
      <a:lvl9pPr marL="3886200" indent="-228600" algn="l">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7DEA1E0-25A8-4655-B0DA-13BAE29C884E}"/>
              </a:ext>
            </a:extLst>
          </p:cNvPr>
          <p:cNvSpPr>
            <a:spLocks noGrp="1"/>
          </p:cNvSpPr>
          <p:nvPr/>
        </p:nvSpPr>
        <p:spPr>
          <a:xfrm>
            <a:off x="0" y="0"/>
            <a:ext cx="12191695" cy="128016"/>
          </a:xfrm>
          <a:prstGeom prst="rect">
            <a:avLst/>
          </a:prstGeom>
          <a:solidFill>
            <a:srgbClr val="00AED6"/>
          </a:solidFill>
          <a:ln w="12700">
            <a:solidFill>
              <a:srgbClr val="00AED6"/>
            </a:solidFill>
            <a:prstDash val="solid"/>
          </a:ln>
        </p:spPr>
        <p:txBody>
          <a:bodyPr/>
          <a:lstStyle/>
          <a:p>
            <a:endParaRPr/>
          </a:p>
        </p:txBody>
      </p:sp>
      <p:sp>
        <p:nvSpPr>
          <p:cNvPr id="3" name="Shape 1">
            <a:extLst>
              <a:ext uri="{FF2B5EF4-FFF2-40B4-BE49-F238E27FC236}">
                <a16:creationId xmlns:a16="http://schemas.microsoft.com/office/drawing/2014/main" id="{87DD3A14-D007-48C2-917C-5C53B144BD57}"/>
              </a:ext>
            </a:extLst>
          </p:cNvPr>
          <p:cNvSpPr>
            <a:spLocks noGrp="1"/>
          </p:cNvSpPr>
          <p:nvPr/>
        </p:nvSpPr>
        <p:spPr>
          <a:xfrm>
            <a:off x="11631168" y="6382512"/>
            <a:ext cx="548640" cy="457200"/>
          </a:xfrm>
          <a:prstGeom prst="rtTriangle">
            <a:avLst/>
          </a:prstGeom>
          <a:solidFill>
            <a:srgbClr val="00AED6"/>
          </a:solidFill>
          <a:ln w="12700">
            <a:solidFill>
              <a:srgbClr val="00AED6"/>
            </a:solidFill>
            <a:prstDash val="solid"/>
          </a:ln>
        </p:spPr>
        <p:txBody>
          <a:bodyPr/>
          <a:lstStyle/>
          <a:p>
            <a:endParaRPr/>
          </a:p>
        </p:txBody>
      </p:sp>
      <p:sp>
        <p:nvSpPr>
          <p:cNvPr id="4" name="Text 2">
            <a:extLst>
              <a:ext uri="{FF2B5EF4-FFF2-40B4-BE49-F238E27FC236}">
                <a16:creationId xmlns:a16="http://schemas.microsoft.com/office/drawing/2014/main" id="{7F843F47-A34E-44E5-BA80-1C6204E1821B}"/>
              </a:ext>
            </a:extLst>
          </p:cNvPr>
          <p:cNvSpPr>
            <a:spLocks noGrp="1"/>
          </p:cNvSpPr>
          <p:nvPr/>
        </p:nvSpPr>
        <p:spPr>
          <a:xfrm>
            <a:off x="502920" y="6473952"/>
            <a:ext cx="4572000" cy="146304"/>
          </a:xfrm>
          <a:prstGeom prst="rect">
            <a:avLst/>
          </a:prstGeom>
          <a:noFill/>
        </p:spPr>
        <p:txBody>
          <a:bodyPr wrap="square" lIns="0" tIns="0" rIns="0" bIns="0" anchor="ctr"/>
          <a:lstStyle/>
          <a:p>
            <a:pPr marL="0" indent="0">
              <a:buNone/>
            </a:pPr>
            <a:r>
              <a:rPr sz="950" dirty="0">
                <a:solidFill>
                  <a:srgbClr val="4B5563"/>
                </a:solidFill>
                <a:latin typeface="Nimbus Sans"/>
                <a:ea typeface="Nimbus Sans"/>
                <a:cs typeface="Nimbus Sans"/>
              </a:rPr>
              <a:t>Section 1</a:t>
            </a:r>
          </a:p>
        </p:txBody>
      </p:sp>
      <p:sp>
        <p:nvSpPr>
          <p:cNvPr id="5" name="Text 3">
            <a:extLst>
              <a:ext uri="{FF2B5EF4-FFF2-40B4-BE49-F238E27FC236}">
                <a16:creationId xmlns:a16="http://schemas.microsoft.com/office/drawing/2014/main" id="{8673B7F4-CA73-41EF-AC22-3305226CE332}"/>
              </a:ext>
            </a:extLst>
          </p:cNvPr>
          <p:cNvSpPr>
            <a:spLocks noGrp="1"/>
          </p:cNvSpPr>
          <p:nvPr/>
        </p:nvSpPr>
        <p:spPr>
          <a:xfrm>
            <a:off x="594360" y="1473359"/>
            <a:ext cx="5303520" cy="502920"/>
          </a:xfrm>
          <a:prstGeom prst="rect">
            <a:avLst/>
          </a:prstGeom>
          <a:noFill/>
        </p:spPr>
        <p:txBody>
          <a:bodyPr wrap="square" lIns="0" tIns="0" rIns="0" bIns="0" anchor="ctr"/>
          <a:lstStyle/>
          <a:p>
            <a:pPr marL="0" indent="0">
              <a:buNone/>
            </a:pPr>
            <a:r>
              <a:rPr lang="en-US" sz="3400" b="1" dirty="0">
                <a:solidFill>
                  <a:srgbClr val="087F9D"/>
                </a:solidFill>
                <a:latin typeface="Nimbus Sans"/>
                <a:ea typeface="Nimbus Sans"/>
                <a:cs typeface="Nimbus Sans"/>
              </a:rPr>
              <a:t>Microsoft Foundry for</a:t>
            </a:r>
          </a:p>
          <a:p>
            <a:pPr marL="0" indent="0">
              <a:buNone/>
            </a:pPr>
            <a:r>
              <a:rPr lang="en-US" sz="3400" b="1" dirty="0">
                <a:solidFill>
                  <a:srgbClr val="087F9D"/>
                </a:solidFill>
                <a:latin typeface="Nimbus Sans"/>
                <a:ea typeface="Nimbus Sans"/>
                <a:cs typeface="Nimbus Sans"/>
              </a:rPr>
              <a:t>Enterprise AI Agents</a:t>
            </a:r>
          </a:p>
        </p:txBody>
      </p:sp>
      <p:sp>
        <p:nvSpPr>
          <p:cNvPr id="8" name="Text 6">
            <a:extLst>
              <a:ext uri="{FF2B5EF4-FFF2-40B4-BE49-F238E27FC236}">
                <a16:creationId xmlns:a16="http://schemas.microsoft.com/office/drawing/2014/main" id="{08A344FA-2D7E-43C4-9769-81AA5E74542A}"/>
              </a:ext>
            </a:extLst>
          </p:cNvPr>
          <p:cNvSpPr>
            <a:spLocks noGrp="1"/>
          </p:cNvSpPr>
          <p:nvPr/>
        </p:nvSpPr>
        <p:spPr>
          <a:xfrm>
            <a:off x="640080" y="2834640"/>
            <a:ext cx="7498080" cy="365760"/>
          </a:xfrm>
          <a:prstGeom prst="rect">
            <a:avLst/>
          </a:prstGeom>
          <a:noFill/>
        </p:spPr>
        <p:txBody>
          <a:bodyPr wrap="square" lIns="0" tIns="0" rIns="0" bIns="0" anchor="ctr"/>
          <a:lstStyle/>
          <a:p>
            <a:r>
              <a:rPr lang="en-US">
                <a:solidFill>
                  <a:srgbClr val="374151"/>
                </a:solidFill>
                <a:ea typeface="Aptos"/>
                <a:cs typeface="Aptos"/>
              </a:rPr>
              <a:t>Build, ground</a:t>
            </a:r>
            <a:r>
              <a:rPr lang="en-US" dirty="0">
                <a:solidFill>
                  <a:srgbClr val="374151"/>
                </a:solidFill>
                <a:ea typeface="Aptos"/>
                <a:cs typeface="Aptos"/>
              </a:rPr>
              <a:t>, </a:t>
            </a:r>
            <a:r>
              <a:rPr lang="en-US">
                <a:solidFill>
                  <a:srgbClr val="374151"/>
                </a:solidFill>
                <a:ea typeface="Aptos"/>
                <a:cs typeface="Aptos"/>
              </a:rPr>
              <a:t>govern</a:t>
            </a:r>
            <a:r>
              <a:rPr lang="en-US" dirty="0">
                <a:solidFill>
                  <a:srgbClr val="374151"/>
                </a:solidFill>
                <a:ea typeface="Aptos"/>
                <a:cs typeface="Aptos"/>
              </a:rPr>
              <a:t>, and </a:t>
            </a:r>
            <a:r>
              <a:rPr lang="en-US">
                <a:solidFill>
                  <a:srgbClr val="374151"/>
                </a:solidFill>
                <a:ea typeface="Aptos"/>
                <a:cs typeface="Aptos"/>
              </a:rPr>
              <a:t>operate an enterprise AI agent on Microsoft Foundry</a:t>
            </a:r>
            <a:r>
              <a:rPr lang="en-US" dirty="0">
                <a:solidFill>
                  <a:srgbClr val="374151"/>
                </a:solidFill>
                <a:ea typeface="Aptos"/>
                <a:cs typeface="Aptos"/>
              </a:rPr>
              <a:t>.</a:t>
            </a:r>
          </a:p>
        </p:txBody>
      </p:sp>
      <p:sp>
        <p:nvSpPr>
          <p:cNvPr id="9" name="Text 7">
            <a:extLst>
              <a:ext uri="{FF2B5EF4-FFF2-40B4-BE49-F238E27FC236}">
                <a16:creationId xmlns:a16="http://schemas.microsoft.com/office/drawing/2014/main" id="{A28C273F-B097-4F1D-8D67-79973A1EC52C}"/>
              </a:ext>
            </a:extLst>
          </p:cNvPr>
          <p:cNvSpPr>
            <a:spLocks noGrp="1"/>
          </p:cNvSpPr>
          <p:nvPr/>
        </p:nvSpPr>
        <p:spPr>
          <a:xfrm>
            <a:off x="640080" y="5029200"/>
            <a:ext cx="4572000" cy="502920"/>
          </a:xfrm>
          <a:prstGeom prst="rect">
            <a:avLst/>
          </a:prstGeom>
          <a:noFill/>
        </p:spPr>
        <p:txBody>
          <a:bodyPr wrap="square" lIns="0" tIns="0" rIns="0" bIns="0" anchor="ctr"/>
          <a:lstStyle/>
          <a:p>
            <a:pPr marL="0" indent="0">
              <a:lnSpc>
                <a:spcPct val="150000"/>
              </a:lnSpc>
              <a:buNone/>
            </a:pPr>
            <a:r>
              <a:rPr lang="en-US" sz="1800">
                <a:solidFill>
                  <a:srgbClr val="1F2937"/>
                </a:solidFill>
                <a:latin typeface="Nimbus Sans"/>
                <a:ea typeface="Nimbus Sans"/>
                <a:cs typeface="Nimbus Sans"/>
              </a:rPr>
              <a:t>Trevoir Williams</a:t>
            </a:r>
          </a:p>
          <a:p>
            <a:pPr marL="0" indent="0">
              <a:lnSpc>
                <a:spcPct val="150000"/>
              </a:lnSpc>
              <a:buNone/>
            </a:pPr>
            <a:r>
              <a:rPr lang="en-US" sz="1800">
                <a:solidFill>
                  <a:srgbClr val="1F2937"/>
                </a:solidFill>
                <a:latin typeface="Nimbus Sans"/>
                <a:ea typeface="Nimbus Sans"/>
                <a:cs typeface="Nimbus Sans"/>
              </a:rPr>
              <a:t>Software Engineer | Certified Trainer | Author</a:t>
            </a:r>
          </a:p>
        </p:txBody>
      </p:sp>
      <p:pic>
        <p:nvPicPr>
          <p:cNvPr id="11" name="Image 0">
            <a:extLst>
              <a:ext uri="{FF2B5EF4-FFF2-40B4-BE49-F238E27FC236}">
                <a16:creationId xmlns:a16="http://schemas.microsoft.com/office/drawing/2014/main" id="{828FA070-2C75-DA65-11D2-D2A8DD388911}"/>
              </a:ext>
            </a:extLst>
          </p:cNvPr>
          <p:cNvPicPr>
            <a:picLocks noChangeAspect="1"/>
          </p:cNvPicPr>
          <p:nvPr/>
        </p:nvPicPr>
        <p:blipFill>
          <a:blip r:embed="rId3">
            <a:alphaModFix amt="90000"/>
          </a:blip>
          <a:srcRect t="1000" b="2630"/>
          <a:stretch>
            <a:fillRect/>
          </a:stretch>
        </p:blipFill>
        <p:spPr>
          <a:xfrm>
            <a:off x="8183880" y="1325880"/>
            <a:ext cx="2880360" cy="2880360"/>
          </a:xfrm>
          <a:prstGeom prst="rect">
            <a:avLst/>
          </a:prstGeom>
        </p:spPr>
      </p:pic>
    </p:spTree>
    <p:extLst>
      <p:ext uri="{BB962C8B-B14F-4D97-AF65-F5344CB8AC3E}">
        <p14:creationId xmlns:p14="http://schemas.microsoft.com/office/powerpoint/2010/main" val="1151594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14"/>
          <p:cNvSpPr txBox="1">
            <a:spLocks noGrp="1"/>
          </p:cNvSpPr>
          <p:nvPr>
            <p:ph type="ctrTitle" idx="4294967295"/>
          </p:nvPr>
        </p:nvSpPr>
        <p:spPr>
          <a:xfrm>
            <a:off x="914400" y="1603251"/>
            <a:ext cx="5791600" cy="1110400"/>
          </a:xfrm>
          <a:prstGeom prst="rect">
            <a:avLst/>
          </a:prstGeom>
        </p:spPr>
        <p:txBody>
          <a:bodyPr spcFirstLastPara="1" wrap="square" lIns="0" tIns="0" rIns="0" bIns="0" anchor="t" anchorCtr="0">
            <a:noAutofit/>
          </a:bodyPr>
          <a:lstStyle/>
          <a:p>
            <a:r>
              <a:rPr lang="en" sz="9600" dirty="0"/>
              <a:t>HELLO!</a:t>
            </a:r>
            <a:endParaRPr sz="9600" dirty="0"/>
          </a:p>
        </p:txBody>
      </p:sp>
      <p:sp>
        <p:nvSpPr>
          <p:cNvPr id="380" name="Google Shape;380;p14"/>
          <p:cNvSpPr txBox="1">
            <a:spLocks noGrp="1"/>
          </p:cNvSpPr>
          <p:nvPr>
            <p:ph type="subTitle" idx="4294967295"/>
          </p:nvPr>
        </p:nvSpPr>
        <p:spPr>
          <a:xfrm>
            <a:off x="914400" y="2694745"/>
            <a:ext cx="5791600" cy="2560000"/>
          </a:xfrm>
          <a:prstGeom prst="rect">
            <a:avLst/>
          </a:prstGeom>
        </p:spPr>
        <p:txBody>
          <a:bodyPr spcFirstLastPara="1" wrap="square" lIns="0" tIns="0" rIns="0" bIns="0" anchor="t" anchorCtr="0">
            <a:noAutofit/>
          </a:bodyPr>
          <a:lstStyle/>
          <a:p>
            <a:pPr marL="0" indent="0">
              <a:spcBef>
                <a:spcPts val="800"/>
              </a:spcBef>
              <a:buNone/>
            </a:pPr>
            <a:r>
              <a:rPr lang="en" sz="4800" b="1" dirty="0">
                <a:solidFill>
                  <a:schemeClr val="accent1"/>
                </a:solidFill>
                <a:latin typeface="Barlow"/>
                <a:ea typeface="Barlow"/>
                <a:cs typeface="Barlow"/>
                <a:sym typeface="Barlow"/>
              </a:rPr>
              <a:t>I am Trevoir Williams</a:t>
            </a:r>
            <a:endParaRPr sz="4800" b="1" dirty="0">
              <a:solidFill>
                <a:schemeClr val="accent1"/>
              </a:solidFill>
              <a:latin typeface="Barlow"/>
              <a:ea typeface="Barlow"/>
              <a:cs typeface="Barlow"/>
              <a:sym typeface="Barlow"/>
            </a:endParaRPr>
          </a:p>
          <a:p>
            <a:pPr marL="0" indent="0">
              <a:spcBef>
                <a:spcPts val="800"/>
              </a:spcBef>
              <a:buClr>
                <a:schemeClr val="dk1"/>
              </a:buClr>
              <a:buSzPts val="1100"/>
              <a:buNone/>
            </a:pPr>
            <a:r>
              <a:rPr lang="en-US" dirty="0"/>
              <a:t>Software Engineer | Certified Trainer | Author</a:t>
            </a:r>
            <a:endParaRPr sz="4800" b="1" dirty="0"/>
          </a:p>
        </p:txBody>
      </p:sp>
      <p:sp>
        <p:nvSpPr>
          <p:cNvPr id="381" name="Google Shape;381;p14"/>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800" b="0" i="0" u="none" strike="noStrike" kern="0" cap="none" spc="0" normalizeH="0" baseline="0" noProof="0">
                <a:ln>
                  <a:noFill/>
                </a:ln>
                <a:solidFill>
                  <a:srgbClr val="FFFFFF"/>
                </a:solidFill>
                <a:effectLst/>
                <a:uLnTx/>
                <a:uFillTx/>
                <a:latin typeface="Barlow Light"/>
                <a:sym typeface="Barlow Light"/>
              </a:rPr>
              <a:t>2</a:t>
            </a:fld>
            <a:endParaRPr kumimoji="0" lang="en" sz="1800" b="0" i="0" u="none" strike="noStrike" kern="0" cap="none" spc="0" normalizeH="0" baseline="0" noProof="0">
              <a:ln>
                <a:noFill/>
              </a:ln>
              <a:solidFill>
                <a:srgbClr val="FFFFFF"/>
              </a:solidFill>
              <a:effectLst/>
              <a:uLnTx/>
              <a:uFillTx/>
              <a:latin typeface="Barlow Light"/>
              <a:sym typeface="Barlow Light"/>
            </a:endParaRPr>
          </a:p>
        </p:txBody>
      </p:sp>
      <p:pic>
        <p:nvPicPr>
          <p:cNvPr id="382" name="Google Shape;382;p14"/>
          <p:cNvPicPr preferRelativeResize="0"/>
          <p:nvPr/>
        </p:nvPicPr>
        <p:blipFill>
          <a:blip r:embed="rId3">
            <a:extLst>
              <a:ext uri="{28A0092B-C50C-407E-A947-70E740481C1C}">
                <a14:useLocalDpi xmlns:a14="http://schemas.microsoft.com/office/drawing/2010/main" val="0"/>
              </a:ext>
            </a:extLst>
          </a:blip>
          <a:srcRect l="16688" r="16688"/>
          <a:stretch/>
        </p:blipFill>
        <p:spPr>
          <a:xfrm>
            <a:off x="6929800" y="1564600"/>
            <a:ext cx="3728800" cy="37288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0013610-3886-486C-8474-C3BD5FE89C96}"/>
              </a:ext>
            </a:extLst>
          </p:cNvPr>
          <p:cNvSpPr>
            <a:spLocks noGrp="1"/>
          </p:cNvSpPr>
          <p:nvPr/>
        </p:nvSpPr>
        <p:spPr>
          <a:xfrm>
            <a:off x="0" y="0"/>
            <a:ext cx="12191695" cy="128016"/>
          </a:xfrm>
          <a:prstGeom prst="rect">
            <a:avLst/>
          </a:prstGeom>
          <a:solidFill>
            <a:srgbClr val="00AED6"/>
          </a:solidFill>
          <a:ln w="12700">
            <a:solidFill>
              <a:srgbClr val="00AED6"/>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6F429AB3-BB83-4A98-8155-13640227BFDA}"/>
              </a:ext>
            </a:extLst>
          </p:cNvPr>
          <p:cNvSpPr>
            <a:spLocks noGrp="1"/>
          </p:cNvSpPr>
          <p:nvPr/>
        </p:nvSpPr>
        <p:spPr>
          <a:xfrm>
            <a:off x="640080" y="1389888"/>
            <a:ext cx="2103120" cy="274320"/>
          </a:xfrm>
          <a:prstGeom prst="rect">
            <a:avLst/>
          </a:prstGeom>
          <a:noFill/>
        </p:spPr>
        <p:txBody>
          <a:bodyPr wrap="square" lIns="0" tIns="0" rIns="0" bIns="0" anchor="ctr"/>
          <a:lstStyle/>
          <a:p>
            <a:pPr marL="0" marR="0" lvl="0" indent="0" algn="l" defTabSz="91440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a:ln>
                  <a:noFill/>
                </a:ln>
                <a:solidFill>
                  <a:srgbClr val="4B5563"/>
                </a:solidFill>
                <a:effectLst/>
                <a:uLnTx/>
                <a:uFillTx/>
                <a:latin typeface="Nimbus Sans"/>
                <a:ea typeface="Nimbus Sans"/>
                <a:cs typeface="Nimbus Sans"/>
              </a:rPr>
              <a:t>Section 1</a:t>
            </a:r>
          </a:p>
        </p:txBody>
      </p:sp>
      <p:sp>
        <p:nvSpPr>
          <p:cNvPr id="5" name="Text 3">
            <a:extLst>
              <a:ext uri="{FF2B5EF4-FFF2-40B4-BE49-F238E27FC236}">
                <a16:creationId xmlns:a16="http://schemas.microsoft.com/office/drawing/2014/main" id="{870BEFB5-06E2-4411-82AC-B0F6BBDA5BBD}"/>
              </a:ext>
            </a:extLst>
          </p:cNvPr>
          <p:cNvSpPr>
            <a:spLocks noGrp="1"/>
          </p:cNvSpPr>
          <p:nvPr/>
        </p:nvSpPr>
        <p:spPr>
          <a:xfrm>
            <a:off x="640080" y="1737360"/>
            <a:ext cx="7772400" cy="502920"/>
          </a:xfrm>
          <a:prstGeom prst="rect">
            <a:avLst/>
          </a:prstGeom>
          <a:noFill/>
        </p:spPr>
        <p:txBody>
          <a:bodyPr wrap="squar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3000" b="1" i="0" u="none" strike="noStrike" kern="1200" cap="none" spc="0" normalizeH="0" baseline="0" noProof="0" dirty="0">
                <a:ln>
                  <a:noFill/>
                </a:ln>
                <a:solidFill>
                  <a:srgbClr val="087F9D"/>
                </a:solidFill>
                <a:effectLst/>
                <a:uLnTx/>
                <a:uFillTx/>
                <a:latin typeface="Nimbus Sans"/>
                <a:ea typeface="Nimbus Sans"/>
                <a:cs typeface="Nimbus Sans"/>
              </a:rPr>
              <a:t>Project and Course Objectives</a:t>
            </a:r>
          </a:p>
        </p:txBody>
      </p:sp>
      <p:sp>
        <p:nvSpPr>
          <p:cNvPr id="6" name="Text 4">
            <a:extLst>
              <a:ext uri="{FF2B5EF4-FFF2-40B4-BE49-F238E27FC236}">
                <a16:creationId xmlns:a16="http://schemas.microsoft.com/office/drawing/2014/main" id="{96BF939E-35E0-4618-833F-DB8E54D223A9}"/>
              </a:ext>
            </a:extLst>
          </p:cNvPr>
          <p:cNvSpPr>
            <a:spLocks noGrp="1"/>
          </p:cNvSpPr>
          <p:nvPr/>
        </p:nvSpPr>
        <p:spPr>
          <a:xfrm>
            <a:off x="640080" y="2450592"/>
            <a:ext cx="7772400" cy="365760"/>
          </a:xfrm>
          <a:prstGeom prst="rect">
            <a:avLst/>
          </a:prstGeom>
          <a:noFill/>
        </p:spPr>
        <p:txBody>
          <a:bodyPr wrap="square" lIns="0" tIns="0" rIns="0" bIns="0" anchor="ctr"/>
          <a:lstStyle/>
          <a:p>
            <a:pPr marL="0" marR="0" lvl="0" indent="0" algn="l" defTabSz="91440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a:ln>
                  <a:noFill/>
                </a:ln>
                <a:solidFill>
                  <a:srgbClr val="4B5563"/>
                </a:solidFill>
                <a:effectLst/>
                <a:uLnTx/>
                <a:uFillTx/>
                <a:latin typeface="Nimbus Sans"/>
                <a:ea typeface="Nimbus Sans"/>
                <a:cs typeface="Nimbus Sans"/>
              </a:rPr>
              <a:t>What you will build, how the </a:t>
            </a:r>
            <a:r>
              <a:rPr kumimoji="0" lang="en-US" sz="1800" b="0" i="0" u="none" strike="noStrike" kern="1200" cap="none" spc="0" normalizeH="0" baseline="0" noProof="0" dirty="0">
                <a:ln>
                  <a:noFill/>
                </a:ln>
                <a:solidFill>
                  <a:srgbClr val="4B5563"/>
                </a:solidFill>
                <a:effectLst/>
                <a:uLnTx/>
                <a:uFillTx/>
                <a:latin typeface="Nimbus Sans"/>
                <a:ea typeface="Nimbus Sans"/>
                <a:cs typeface="Nimbus Sans"/>
              </a:rPr>
              <a:t>course </a:t>
            </a:r>
            <a:r>
              <a:rPr kumimoji="0" lang="en-US" sz="1800" b="0" i="0" u="none" strike="noStrike" kern="1200" cap="none" spc="0" normalizeH="0" baseline="0" noProof="0">
                <a:ln>
                  <a:noFill/>
                </a:ln>
                <a:solidFill>
                  <a:srgbClr val="4B5563"/>
                </a:solidFill>
                <a:effectLst/>
                <a:uLnTx/>
                <a:uFillTx/>
                <a:latin typeface="Nimbus Sans"/>
                <a:ea typeface="Nimbus Sans"/>
                <a:cs typeface="Nimbus Sans"/>
              </a:rPr>
              <a:t>is structured</a:t>
            </a:r>
            <a:r>
              <a:rPr kumimoji="0" lang="en-US" sz="1800" b="0" i="0" u="none" strike="noStrike" kern="1200" cap="none" spc="0" normalizeH="0" baseline="0" noProof="0" dirty="0">
                <a:ln>
                  <a:noFill/>
                </a:ln>
                <a:solidFill>
                  <a:srgbClr val="4B5563"/>
                </a:solidFill>
                <a:effectLst/>
                <a:uLnTx/>
                <a:uFillTx/>
                <a:latin typeface="Nimbus Sans"/>
                <a:ea typeface="Nimbus Sans"/>
                <a:cs typeface="Nimbus Sans"/>
              </a:rPr>
              <a:t>, and </a:t>
            </a:r>
            <a:r>
              <a:rPr kumimoji="0" lang="en-US" sz="1800" b="0" i="0" u="none" strike="noStrike" kern="1200" cap="none" spc="0" normalizeH="0" baseline="0" noProof="0">
                <a:ln>
                  <a:noFill/>
                </a:ln>
                <a:solidFill>
                  <a:srgbClr val="4B5563"/>
                </a:solidFill>
                <a:effectLst/>
                <a:uLnTx/>
                <a:uFillTx/>
                <a:latin typeface="Nimbus Sans"/>
                <a:ea typeface="Nimbus Sans"/>
                <a:cs typeface="Nimbus Sans"/>
              </a:rPr>
              <a:t>how to get your Azure workspace ready.</a:t>
            </a:r>
            <a:endParaRPr kumimoji="0" sz="1800" b="0" i="0" u="none" strike="noStrike" kern="1200" cap="none" spc="0" normalizeH="0" baseline="0" noProof="0" dirty="0">
              <a:ln>
                <a:noFill/>
              </a:ln>
              <a:solidFill>
                <a:srgbClr val="4B5563"/>
              </a:solidFill>
              <a:effectLst/>
              <a:uLnTx/>
              <a:uFillTx/>
              <a:latin typeface="Nimbus Sans"/>
              <a:ea typeface="Nimbus Sans"/>
              <a:cs typeface="Nimbus Sans"/>
            </a:endParaRPr>
          </a:p>
        </p:txBody>
      </p:sp>
      <p:sp>
        <p:nvSpPr>
          <p:cNvPr id="9" name="Text 7">
            <a:extLst>
              <a:ext uri="{FF2B5EF4-FFF2-40B4-BE49-F238E27FC236}">
                <a16:creationId xmlns:a16="http://schemas.microsoft.com/office/drawing/2014/main" id="{AF43566B-ACB1-4EDD-AF09-EC62E3027A5D}"/>
              </a:ext>
            </a:extLst>
          </p:cNvPr>
          <p:cNvSpPr>
            <a:spLocks noGrp="1"/>
          </p:cNvSpPr>
          <p:nvPr/>
        </p:nvSpPr>
        <p:spPr>
          <a:xfrm>
            <a:off x="502920" y="6473952"/>
            <a:ext cx="4572000" cy="146304"/>
          </a:xfrm>
          <a:prstGeom prst="rect">
            <a:avLst/>
          </a:prstGeom>
          <a:noFill/>
        </p:spPr>
        <p:txBody>
          <a:bodyPr wrap="squar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4B5563"/>
                </a:solidFill>
                <a:effectLst/>
                <a:uLnTx/>
                <a:uFillTx/>
                <a:latin typeface="Nimbus Sans"/>
                <a:ea typeface="Nimbus Sans"/>
                <a:cs typeface="Nimbus Sans"/>
              </a:rPr>
              <a:t>Section 1</a:t>
            </a:r>
          </a:p>
        </p:txBody>
      </p:sp>
      <p:sp>
        <p:nvSpPr>
          <p:cNvPr id="10" name="Shape 8">
            <a:extLst>
              <a:ext uri="{FF2B5EF4-FFF2-40B4-BE49-F238E27FC236}">
                <a16:creationId xmlns:a16="http://schemas.microsoft.com/office/drawing/2014/main" id="{4A0719D4-8B01-4ADC-8548-F7632BC52E2E}"/>
              </a:ext>
            </a:extLst>
          </p:cNvPr>
          <p:cNvSpPr>
            <a:spLocks noGrp="1"/>
          </p:cNvSpPr>
          <p:nvPr/>
        </p:nvSpPr>
        <p:spPr>
          <a:xfrm>
            <a:off x="11631168" y="6382512"/>
            <a:ext cx="548640" cy="457200"/>
          </a:xfrm>
          <a:prstGeom prst="rtTriangle">
            <a:avLst/>
          </a:prstGeom>
          <a:solidFill>
            <a:srgbClr val="00AED6"/>
          </a:solidFill>
          <a:ln w="12700">
            <a:solidFill>
              <a:srgbClr val="00AED6"/>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06" name="Google Shape;2530;p47">
            <a:extLst>
              <a:ext uri="{FF2B5EF4-FFF2-40B4-BE49-F238E27FC236}">
                <a16:creationId xmlns:a16="http://schemas.microsoft.com/office/drawing/2014/main" id="{3D3CC8DD-17D0-0200-093A-E0479E4D932F}"/>
              </a:ext>
            </a:extLst>
          </p:cNvPr>
          <p:cNvSpPr>
            <a:spLocks noGrp="1"/>
          </p:cNvSpPr>
          <p:nvPr/>
        </p:nvSpPr>
        <p:spPr>
          <a:xfrm>
            <a:off x="10214491" y="3050628"/>
            <a:ext cx="831830" cy="490999"/>
          </a:xfrm>
          <a:custGeom>
            <a:avLst/>
            <a:gdLst/>
            <a:ahLst/>
            <a:cxnLst/>
            <a:rect l="l" t="t" r="r" b="b"/>
            <a:pathLst>
              <a:path w="1096154" h="631831">
                <a:moveTo>
                  <a:pt x="581029" y="616328"/>
                </a:moveTo>
                <a:lnTo>
                  <a:pt x="26975" y="296853"/>
                </a:lnTo>
                <a:cubicBezTo>
                  <a:pt x="-13002" y="273849"/>
                  <a:pt x="-7957" y="233547"/>
                  <a:pt x="38206" y="207027"/>
                </a:cubicBezTo>
                <a:lnTo>
                  <a:pt x="397137" y="0"/>
                </a:lnTo>
                <a:lnTo>
                  <a:pt x="1096154" y="402457"/>
                </a:lnTo>
                <a:lnTo>
                  <a:pt x="737223" y="609484"/>
                </a:lnTo>
                <a:cubicBezTo>
                  <a:pt x="691155" y="636479"/>
                  <a:pt x="621386" y="639331"/>
                  <a:pt x="581029" y="616328"/>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07" name="Google Shape;2531;p47">
            <a:extLst>
              <a:ext uri="{FF2B5EF4-FFF2-40B4-BE49-F238E27FC236}">
                <a16:creationId xmlns:a16="http://schemas.microsoft.com/office/drawing/2014/main" id="{E1FA0544-C5CA-704C-AC4E-93F5C936BA9F}"/>
              </a:ext>
            </a:extLst>
          </p:cNvPr>
          <p:cNvSpPr>
            <a:spLocks noGrp="1"/>
          </p:cNvSpPr>
          <p:nvPr/>
        </p:nvSpPr>
        <p:spPr>
          <a:xfrm>
            <a:off x="10245479" y="3032161"/>
            <a:ext cx="831758" cy="491026"/>
          </a:xfrm>
          <a:custGeom>
            <a:avLst/>
            <a:gdLst/>
            <a:ahLst/>
            <a:cxnLst/>
            <a:rect l="l" t="t" r="r" b="b"/>
            <a:pathLst>
              <a:path w="1096058" h="631866">
                <a:moveTo>
                  <a:pt x="581029" y="616328"/>
                </a:moveTo>
                <a:lnTo>
                  <a:pt x="26975" y="296853"/>
                </a:lnTo>
                <a:cubicBezTo>
                  <a:pt x="-13002" y="273849"/>
                  <a:pt x="-7957" y="233547"/>
                  <a:pt x="38206" y="207027"/>
                </a:cubicBezTo>
                <a:lnTo>
                  <a:pt x="397423" y="0"/>
                </a:lnTo>
                <a:lnTo>
                  <a:pt x="1096059" y="402837"/>
                </a:lnTo>
                <a:lnTo>
                  <a:pt x="737128" y="609864"/>
                </a:lnTo>
                <a:cubicBezTo>
                  <a:pt x="690774" y="636479"/>
                  <a:pt x="621005" y="639331"/>
                  <a:pt x="581029" y="616328"/>
                </a:cubicBez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08" name="Google Shape;2532;p47">
            <a:extLst>
              <a:ext uri="{FF2B5EF4-FFF2-40B4-BE49-F238E27FC236}">
                <a16:creationId xmlns:a16="http://schemas.microsoft.com/office/drawing/2014/main" id="{B766427C-6034-6A29-1E8C-D08E09C0A486}"/>
              </a:ext>
            </a:extLst>
          </p:cNvPr>
          <p:cNvSpPr>
            <a:spLocks noGrp="1"/>
          </p:cNvSpPr>
          <p:nvPr/>
        </p:nvSpPr>
        <p:spPr>
          <a:xfrm>
            <a:off x="11052607" y="3328810"/>
            <a:ext cx="24485" cy="16471"/>
          </a:xfrm>
          <a:custGeom>
            <a:avLst/>
            <a:gdLst/>
            <a:ahLst/>
            <a:cxnLst/>
            <a:rect l="l" t="t" r="r" b="b"/>
            <a:pathLst>
              <a:path w="32266" h="21196">
                <a:moveTo>
                  <a:pt x="32267" y="21197"/>
                </a:moveTo>
                <a:lnTo>
                  <a:pt x="32267" y="0"/>
                </a:lnTo>
                <a:lnTo>
                  <a:pt x="0" y="18630"/>
                </a:lnTo>
                <a:lnTo>
                  <a:pt x="32267" y="21197"/>
                </a:ln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09" name="Google Shape;2533;p47">
            <a:extLst>
              <a:ext uri="{FF2B5EF4-FFF2-40B4-BE49-F238E27FC236}">
                <a16:creationId xmlns:a16="http://schemas.microsoft.com/office/drawing/2014/main" id="{ACFB5524-522C-38C4-3A4F-CFFF3016C01C}"/>
              </a:ext>
            </a:extLst>
          </p:cNvPr>
          <p:cNvSpPr>
            <a:spLocks noGrp="1"/>
          </p:cNvSpPr>
          <p:nvPr/>
        </p:nvSpPr>
        <p:spPr>
          <a:xfrm>
            <a:off x="10245508" y="3216606"/>
            <a:ext cx="25135" cy="16619"/>
          </a:xfrm>
          <a:custGeom>
            <a:avLst/>
            <a:gdLst/>
            <a:ahLst/>
            <a:cxnLst/>
            <a:rect l="l" t="t" r="r" b="b"/>
            <a:pathLst>
              <a:path w="33123" h="21387">
                <a:moveTo>
                  <a:pt x="0" y="21387"/>
                </a:moveTo>
                <a:lnTo>
                  <a:pt x="0" y="0"/>
                </a:lnTo>
                <a:lnTo>
                  <a:pt x="33123" y="13688"/>
                </a:lnTo>
                <a:lnTo>
                  <a:pt x="0" y="21387"/>
                </a:ln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0" name="Google Shape;2534;p47">
            <a:extLst>
              <a:ext uri="{FF2B5EF4-FFF2-40B4-BE49-F238E27FC236}">
                <a16:creationId xmlns:a16="http://schemas.microsoft.com/office/drawing/2014/main" id="{A4DAF8D8-6590-ED4E-6554-A2D65873A964}"/>
              </a:ext>
            </a:extLst>
          </p:cNvPr>
          <p:cNvSpPr>
            <a:spLocks noGrp="1"/>
          </p:cNvSpPr>
          <p:nvPr/>
        </p:nvSpPr>
        <p:spPr>
          <a:xfrm>
            <a:off x="10245479" y="3015763"/>
            <a:ext cx="831758" cy="490981"/>
          </a:xfrm>
          <a:custGeom>
            <a:avLst/>
            <a:gdLst/>
            <a:ahLst/>
            <a:cxnLst/>
            <a:rect l="l" t="t" r="r" b="b"/>
            <a:pathLst>
              <a:path w="1096058" h="631809">
                <a:moveTo>
                  <a:pt x="581029" y="616232"/>
                </a:moveTo>
                <a:lnTo>
                  <a:pt x="26975" y="296853"/>
                </a:lnTo>
                <a:cubicBezTo>
                  <a:pt x="-13002" y="273754"/>
                  <a:pt x="-7957" y="233547"/>
                  <a:pt x="38206" y="206932"/>
                </a:cubicBezTo>
                <a:lnTo>
                  <a:pt x="397423" y="0"/>
                </a:lnTo>
                <a:lnTo>
                  <a:pt x="1096059" y="402837"/>
                </a:lnTo>
                <a:lnTo>
                  <a:pt x="737128" y="609769"/>
                </a:lnTo>
                <a:cubicBezTo>
                  <a:pt x="690774" y="636384"/>
                  <a:pt x="621005" y="639331"/>
                  <a:pt x="581029" y="616232"/>
                </a:cubicBezTo>
                <a:close/>
              </a:path>
            </a:pathLst>
          </a:custGeom>
          <a:solidFill>
            <a:srgbClr val="D6D8E5"/>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1" name="Google Shape;2535;p47">
            <a:extLst>
              <a:ext uri="{FF2B5EF4-FFF2-40B4-BE49-F238E27FC236}">
                <a16:creationId xmlns:a16="http://schemas.microsoft.com/office/drawing/2014/main" id="{15688978-7F8F-762B-CA73-A3B3C155AFF2}"/>
              </a:ext>
            </a:extLst>
          </p:cNvPr>
          <p:cNvSpPr>
            <a:spLocks noGrp="1"/>
          </p:cNvSpPr>
          <p:nvPr/>
        </p:nvSpPr>
        <p:spPr>
          <a:xfrm>
            <a:off x="10482639" y="2793867"/>
            <a:ext cx="594454" cy="534942"/>
          </a:xfrm>
          <a:custGeom>
            <a:avLst/>
            <a:gdLst/>
            <a:ahLst/>
            <a:cxnLst/>
            <a:rect l="l" t="t" r="r" b="b"/>
            <a:pathLst>
              <a:path w="783348" h="688378">
                <a:moveTo>
                  <a:pt x="86521" y="286492"/>
                </a:moveTo>
                <a:lnTo>
                  <a:pt x="0" y="0"/>
                </a:lnTo>
                <a:lnTo>
                  <a:pt x="706346" y="404548"/>
                </a:lnTo>
                <a:lnTo>
                  <a:pt x="783348" y="688378"/>
                </a:lnTo>
                <a:lnTo>
                  <a:pt x="86521" y="286492"/>
                </a:lnTo>
                <a:close/>
              </a:path>
            </a:pathLst>
          </a:custGeom>
          <a:solidFill>
            <a:srgbClr val="9EA1AF"/>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2" name="Google Shape;2536;p47">
            <a:extLst>
              <a:ext uri="{FF2B5EF4-FFF2-40B4-BE49-F238E27FC236}">
                <a16:creationId xmlns:a16="http://schemas.microsoft.com/office/drawing/2014/main" id="{8DD21B87-0444-75E3-28D6-27EA9DBF7EC1}"/>
              </a:ext>
            </a:extLst>
          </p:cNvPr>
          <p:cNvSpPr>
            <a:spLocks noGrp="1"/>
          </p:cNvSpPr>
          <p:nvPr/>
        </p:nvSpPr>
        <p:spPr>
          <a:xfrm>
            <a:off x="11053979" y="3309974"/>
            <a:ext cx="23041" cy="27995"/>
          </a:xfrm>
          <a:custGeom>
            <a:avLst/>
            <a:gdLst/>
            <a:ahLst/>
            <a:cxnLst/>
            <a:rect l="l" t="t" r="r" b="b"/>
            <a:pathLst>
              <a:path w="30363" h="36025">
                <a:moveTo>
                  <a:pt x="9899" y="36025"/>
                </a:moveTo>
                <a:lnTo>
                  <a:pt x="30363" y="24239"/>
                </a:lnTo>
                <a:lnTo>
                  <a:pt x="0" y="0"/>
                </a:lnTo>
                <a:close/>
              </a:path>
            </a:pathLst>
          </a:custGeom>
          <a:solidFill>
            <a:srgbClr val="9EA1AF"/>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3" name="Google Shape;2537;p47">
            <a:extLst>
              <a:ext uri="{FF2B5EF4-FFF2-40B4-BE49-F238E27FC236}">
                <a16:creationId xmlns:a16="http://schemas.microsoft.com/office/drawing/2014/main" id="{9078F473-B2ED-0C4E-779C-60A000C93B8F}"/>
              </a:ext>
            </a:extLst>
          </p:cNvPr>
          <p:cNvSpPr>
            <a:spLocks noGrp="1"/>
          </p:cNvSpPr>
          <p:nvPr/>
        </p:nvSpPr>
        <p:spPr>
          <a:xfrm>
            <a:off x="10465737" y="2802214"/>
            <a:ext cx="595753" cy="535754"/>
          </a:xfrm>
          <a:custGeom>
            <a:avLst/>
            <a:gdLst/>
            <a:ahLst/>
            <a:cxnLst/>
            <a:rect l="l" t="t" r="r" b="b"/>
            <a:pathLst>
              <a:path w="785061" h="689423">
                <a:moveTo>
                  <a:pt x="86425" y="286492"/>
                </a:moveTo>
                <a:lnTo>
                  <a:pt x="0" y="0"/>
                </a:lnTo>
                <a:lnTo>
                  <a:pt x="706346" y="404643"/>
                </a:lnTo>
                <a:lnTo>
                  <a:pt x="785061" y="689424"/>
                </a:lnTo>
                <a:lnTo>
                  <a:pt x="86425" y="286492"/>
                </a:ln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4" name="Google Shape;2538;p47">
            <a:extLst>
              <a:ext uri="{FF2B5EF4-FFF2-40B4-BE49-F238E27FC236}">
                <a16:creationId xmlns:a16="http://schemas.microsoft.com/office/drawing/2014/main" id="{E5CE0660-A9F3-106B-5F9E-4A2827CEEEFF}"/>
              </a:ext>
            </a:extLst>
          </p:cNvPr>
          <p:cNvSpPr>
            <a:spLocks noGrp="1"/>
          </p:cNvSpPr>
          <p:nvPr/>
        </p:nvSpPr>
        <p:spPr>
          <a:xfrm>
            <a:off x="9764816" y="696811"/>
            <a:ext cx="2179905" cy="3022882"/>
          </a:xfrm>
          <a:custGeom>
            <a:avLst/>
            <a:gdLst/>
            <a:ahLst/>
            <a:cxnLst/>
            <a:rect l="l" t="t" r="r" b="b"/>
            <a:pathLst>
              <a:path w="2872593" h="3889928">
                <a:moveTo>
                  <a:pt x="2803111" y="3881586"/>
                </a:moveTo>
                <a:lnTo>
                  <a:pt x="69483" y="2305217"/>
                </a:lnTo>
                <a:cubicBezTo>
                  <a:pt x="31410" y="2283165"/>
                  <a:pt x="0" y="2223756"/>
                  <a:pt x="0" y="2172713"/>
                </a:cubicBezTo>
                <a:lnTo>
                  <a:pt x="0" y="60716"/>
                </a:lnTo>
                <a:cubicBezTo>
                  <a:pt x="0" y="9673"/>
                  <a:pt x="31125" y="-13806"/>
                  <a:pt x="69483" y="8342"/>
                </a:cubicBezTo>
                <a:lnTo>
                  <a:pt x="2803111" y="1584711"/>
                </a:lnTo>
                <a:cubicBezTo>
                  <a:pt x="2841183" y="1606763"/>
                  <a:pt x="2872593" y="1666077"/>
                  <a:pt x="2872593" y="1717121"/>
                </a:cubicBezTo>
                <a:lnTo>
                  <a:pt x="2872593" y="3829212"/>
                </a:lnTo>
                <a:cubicBezTo>
                  <a:pt x="2872593" y="3880256"/>
                  <a:pt x="2841469" y="3903734"/>
                  <a:pt x="2803111" y="3881586"/>
                </a:cubicBezTo>
                <a:close/>
              </a:path>
            </a:pathLst>
          </a:custGeom>
          <a:solidFill>
            <a:srgbClr val="C4C7D6"/>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5" name="Google Shape;2539;p47">
            <a:extLst>
              <a:ext uri="{FF2B5EF4-FFF2-40B4-BE49-F238E27FC236}">
                <a16:creationId xmlns:a16="http://schemas.microsoft.com/office/drawing/2014/main" id="{20F0738D-5E89-AF8A-4D57-C3FEAE121054}"/>
              </a:ext>
            </a:extLst>
          </p:cNvPr>
          <p:cNvSpPr>
            <a:spLocks noGrp="1"/>
          </p:cNvSpPr>
          <p:nvPr/>
        </p:nvSpPr>
        <p:spPr>
          <a:xfrm>
            <a:off x="11902683" y="3646880"/>
            <a:ext cx="22968" cy="83247"/>
          </a:xfrm>
          <a:custGeom>
            <a:avLst/>
            <a:gdLst/>
            <a:ahLst/>
            <a:cxnLst/>
            <a:rect l="l" t="t" r="r" b="b"/>
            <a:pathLst>
              <a:path w="30267" h="107125">
                <a:moveTo>
                  <a:pt x="0" y="107125"/>
                </a:moveTo>
                <a:lnTo>
                  <a:pt x="30268" y="89731"/>
                </a:lnTo>
                <a:lnTo>
                  <a:pt x="17228" y="0"/>
                </a:lnTo>
                <a:lnTo>
                  <a:pt x="0" y="107125"/>
                </a:lnTo>
                <a:close/>
              </a:path>
            </a:pathLst>
          </a:custGeom>
          <a:solidFill>
            <a:srgbClr val="C4C7D6"/>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6" name="Google Shape;2540;p47">
            <a:extLst>
              <a:ext uri="{FF2B5EF4-FFF2-40B4-BE49-F238E27FC236}">
                <a16:creationId xmlns:a16="http://schemas.microsoft.com/office/drawing/2014/main" id="{C5549668-C29E-FEF7-DA71-E5CB48F016A2}"/>
              </a:ext>
            </a:extLst>
          </p:cNvPr>
          <p:cNvSpPr>
            <a:spLocks noGrp="1"/>
          </p:cNvSpPr>
          <p:nvPr/>
        </p:nvSpPr>
        <p:spPr>
          <a:xfrm>
            <a:off x="9760843" y="700044"/>
            <a:ext cx="55110" cy="24157"/>
          </a:xfrm>
          <a:custGeom>
            <a:avLst/>
            <a:gdLst/>
            <a:ahLst/>
            <a:cxnLst/>
            <a:rect l="l" t="t" r="r" b="b"/>
            <a:pathLst>
              <a:path w="72623" h="31086">
                <a:moveTo>
                  <a:pt x="0" y="17110"/>
                </a:moveTo>
                <a:lnTo>
                  <a:pt x="29792" y="0"/>
                </a:lnTo>
                <a:lnTo>
                  <a:pt x="72624" y="24334"/>
                </a:lnTo>
                <a:cubicBezTo>
                  <a:pt x="72624" y="24334"/>
                  <a:pt x="27032" y="31273"/>
                  <a:pt x="25890" y="31083"/>
                </a:cubicBezTo>
                <a:cubicBezTo>
                  <a:pt x="24747" y="30892"/>
                  <a:pt x="0" y="17110"/>
                  <a:pt x="0" y="17110"/>
                </a:cubicBez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7" name="Google Shape;2541;p47">
            <a:extLst>
              <a:ext uri="{FF2B5EF4-FFF2-40B4-BE49-F238E27FC236}">
                <a16:creationId xmlns:a16="http://schemas.microsoft.com/office/drawing/2014/main" id="{31AD1C04-9FEA-1565-92CC-D5230BBA49FE}"/>
              </a:ext>
            </a:extLst>
          </p:cNvPr>
          <p:cNvSpPr>
            <a:spLocks noGrp="1"/>
          </p:cNvSpPr>
          <p:nvPr/>
        </p:nvSpPr>
        <p:spPr>
          <a:xfrm>
            <a:off x="9745531" y="708039"/>
            <a:ext cx="2180121" cy="3022882"/>
          </a:xfrm>
          <a:custGeom>
            <a:avLst/>
            <a:gdLst/>
            <a:ahLst/>
            <a:cxnLst/>
            <a:rect l="l" t="t" r="r" b="b"/>
            <a:pathLst>
              <a:path w="2872878" h="3889928">
                <a:moveTo>
                  <a:pt x="2803491" y="3881587"/>
                </a:moveTo>
                <a:lnTo>
                  <a:pt x="69388" y="2304837"/>
                </a:lnTo>
                <a:cubicBezTo>
                  <a:pt x="31315" y="2282785"/>
                  <a:pt x="0" y="2223471"/>
                  <a:pt x="0" y="2172332"/>
                </a:cubicBezTo>
                <a:lnTo>
                  <a:pt x="0" y="60716"/>
                </a:lnTo>
                <a:cubicBezTo>
                  <a:pt x="0" y="9673"/>
                  <a:pt x="31125" y="-13806"/>
                  <a:pt x="69388" y="8342"/>
                </a:cubicBezTo>
                <a:lnTo>
                  <a:pt x="2803491" y="1584711"/>
                </a:lnTo>
                <a:cubicBezTo>
                  <a:pt x="2841564" y="1606763"/>
                  <a:pt x="2872879" y="1666077"/>
                  <a:pt x="2872879" y="1717216"/>
                </a:cubicBezTo>
                <a:lnTo>
                  <a:pt x="2872879" y="3829212"/>
                </a:lnTo>
                <a:cubicBezTo>
                  <a:pt x="2872879" y="3880256"/>
                  <a:pt x="2841850" y="3903734"/>
                  <a:pt x="2803491" y="3881587"/>
                </a:cubicBezTo>
                <a:close/>
              </a:path>
            </a:pathLst>
          </a:custGeom>
          <a:solidFill>
            <a:srgbClr val="E4E7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8" name="Google Shape;2542;p47">
            <a:extLst>
              <a:ext uri="{FF2B5EF4-FFF2-40B4-BE49-F238E27FC236}">
                <a16:creationId xmlns:a16="http://schemas.microsoft.com/office/drawing/2014/main" id="{E663C646-1027-AFD9-8612-CAB2C4758712}"/>
              </a:ext>
            </a:extLst>
          </p:cNvPr>
          <p:cNvSpPr>
            <a:spLocks noGrp="1"/>
          </p:cNvSpPr>
          <p:nvPr/>
        </p:nvSpPr>
        <p:spPr>
          <a:xfrm>
            <a:off x="9741846" y="710181"/>
            <a:ext cx="2180193" cy="3022849"/>
          </a:xfrm>
          <a:custGeom>
            <a:avLst/>
            <a:gdLst/>
            <a:ahLst/>
            <a:cxnLst/>
            <a:rect l="l" t="t" r="r" b="b"/>
            <a:pathLst>
              <a:path w="2872973" h="3889886">
                <a:moveTo>
                  <a:pt x="2803491" y="3881587"/>
                </a:moveTo>
                <a:lnTo>
                  <a:pt x="69483" y="2305217"/>
                </a:lnTo>
                <a:cubicBezTo>
                  <a:pt x="31410" y="2283070"/>
                  <a:pt x="0" y="2223756"/>
                  <a:pt x="0" y="2172713"/>
                </a:cubicBezTo>
                <a:lnTo>
                  <a:pt x="0" y="60716"/>
                </a:lnTo>
                <a:cubicBezTo>
                  <a:pt x="0" y="9673"/>
                  <a:pt x="31124" y="-13806"/>
                  <a:pt x="69483" y="8342"/>
                </a:cubicBezTo>
                <a:lnTo>
                  <a:pt x="2803491" y="1584711"/>
                </a:lnTo>
                <a:cubicBezTo>
                  <a:pt x="2841564" y="1606764"/>
                  <a:pt x="2872974" y="1666077"/>
                  <a:pt x="2872974" y="1717121"/>
                </a:cubicBezTo>
                <a:lnTo>
                  <a:pt x="2872974" y="3829212"/>
                </a:lnTo>
                <a:cubicBezTo>
                  <a:pt x="2872974" y="3879971"/>
                  <a:pt x="2841849" y="3903734"/>
                  <a:pt x="2803491" y="3881587"/>
                </a:cubicBezTo>
                <a:close/>
              </a:path>
            </a:pathLst>
          </a:custGeom>
          <a:solidFill>
            <a:srgbClr val="D6D8E5"/>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9" name="Google Shape;2543;p47">
            <a:extLst>
              <a:ext uri="{FF2B5EF4-FFF2-40B4-BE49-F238E27FC236}">
                <a16:creationId xmlns:a16="http://schemas.microsoft.com/office/drawing/2014/main" id="{714AE0F3-4CBD-0C1A-2AE9-511C680D26BE}"/>
              </a:ext>
            </a:extLst>
          </p:cNvPr>
          <p:cNvSpPr>
            <a:spLocks noGrp="1"/>
          </p:cNvSpPr>
          <p:nvPr/>
        </p:nvSpPr>
        <p:spPr>
          <a:xfrm>
            <a:off x="9768211" y="745560"/>
            <a:ext cx="2126382" cy="2881227"/>
          </a:xfrm>
          <a:custGeom>
            <a:avLst/>
            <a:gdLst/>
            <a:ahLst/>
            <a:cxnLst/>
            <a:rect l="l" t="t" r="r" b="b"/>
            <a:pathLst>
              <a:path w="2802063" h="3707642">
                <a:moveTo>
                  <a:pt x="2800636" y="3707643"/>
                </a:moveTo>
                <a:lnTo>
                  <a:pt x="0" y="2092872"/>
                </a:lnTo>
                <a:lnTo>
                  <a:pt x="1428" y="23650"/>
                </a:lnTo>
                <a:cubicBezTo>
                  <a:pt x="1428" y="2453"/>
                  <a:pt x="16371" y="-6102"/>
                  <a:pt x="34742" y="4639"/>
                </a:cubicBezTo>
                <a:lnTo>
                  <a:pt x="2768750" y="1580818"/>
                </a:lnTo>
                <a:cubicBezTo>
                  <a:pt x="2788395" y="1593631"/>
                  <a:pt x="2800769" y="1615018"/>
                  <a:pt x="2802063" y="1638421"/>
                </a:cubicBezTo>
                <a:close/>
              </a:path>
            </a:pathLst>
          </a:custGeom>
          <a:solidFill>
            <a:srgbClr val="FFFFFF"/>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0" name="Google Shape;2544;p47">
            <a:extLst>
              <a:ext uri="{FF2B5EF4-FFF2-40B4-BE49-F238E27FC236}">
                <a16:creationId xmlns:a16="http://schemas.microsoft.com/office/drawing/2014/main" id="{38648DED-02D8-01B7-CD23-FA21E3EFFCBE}"/>
              </a:ext>
            </a:extLst>
          </p:cNvPr>
          <p:cNvSpPr>
            <a:spLocks noGrp="1"/>
          </p:cNvSpPr>
          <p:nvPr/>
        </p:nvSpPr>
        <p:spPr>
          <a:xfrm>
            <a:off x="9864349" y="911226"/>
            <a:ext cx="214812" cy="370825"/>
          </a:xfrm>
          <a:custGeom>
            <a:avLst/>
            <a:gdLst/>
            <a:ahLst/>
            <a:cxnLst/>
            <a:rect l="l" t="t" r="r" b="b"/>
            <a:pathLst>
              <a:path w="283071" h="477189">
                <a:moveTo>
                  <a:pt x="268604" y="475462"/>
                </a:moveTo>
                <a:lnTo>
                  <a:pt x="14468" y="328699"/>
                </a:lnTo>
                <a:cubicBezTo>
                  <a:pt x="5540" y="322277"/>
                  <a:pt x="181" y="312023"/>
                  <a:pt x="0" y="301038"/>
                </a:cubicBezTo>
                <a:lnTo>
                  <a:pt x="0" y="12646"/>
                </a:lnTo>
                <a:cubicBezTo>
                  <a:pt x="0" y="2000"/>
                  <a:pt x="6472" y="-2848"/>
                  <a:pt x="14468" y="1715"/>
                </a:cubicBezTo>
                <a:lnTo>
                  <a:pt x="268604" y="148572"/>
                </a:lnTo>
                <a:cubicBezTo>
                  <a:pt x="277551" y="154933"/>
                  <a:pt x="282919" y="165172"/>
                  <a:pt x="283071" y="176138"/>
                </a:cubicBezTo>
                <a:lnTo>
                  <a:pt x="283071" y="464531"/>
                </a:lnTo>
                <a:cubicBezTo>
                  <a:pt x="283071" y="474986"/>
                  <a:pt x="276599" y="480119"/>
                  <a:pt x="268604" y="47546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1" name="Google Shape;2545;p47">
            <a:extLst>
              <a:ext uri="{FF2B5EF4-FFF2-40B4-BE49-F238E27FC236}">
                <a16:creationId xmlns:a16="http://schemas.microsoft.com/office/drawing/2014/main" id="{C6083D2B-2DB7-6E3B-53F4-C66A033B75BD}"/>
              </a:ext>
            </a:extLst>
          </p:cNvPr>
          <p:cNvSpPr>
            <a:spLocks noGrp="1"/>
          </p:cNvSpPr>
          <p:nvPr/>
        </p:nvSpPr>
        <p:spPr>
          <a:xfrm>
            <a:off x="10131600" y="1069374"/>
            <a:ext cx="215389" cy="371004"/>
          </a:xfrm>
          <a:custGeom>
            <a:avLst/>
            <a:gdLst/>
            <a:ahLst/>
            <a:cxnLst/>
            <a:rect l="l" t="t" r="r" b="b"/>
            <a:pathLst>
              <a:path w="283832" h="477419">
                <a:moveTo>
                  <a:pt x="269365" y="475462"/>
                </a:moveTo>
                <a:lnTo>
                  <a:pt x="14468" y="328509"/>
                </a:lnTo>
                <a:cubicBezTo>
                  <a:pt x="5540" y="322087"/>
                  <a:pt x="181" y="311833"/>
                  <a:pt x="0" y="300848"/>
                </a:cubicBezTo>
                <a:lnTo>
                  <a:pt x="0" y="12646"/>
                </a:lnTo>
                <a:cubicBezTo>
                  <a:pt x="0" y="2000"/>
                  <a:pt x="6472" y="-2848"/>
                  <a:pt x="14468" y="1715"/>
                </a:cubicBezTo>
                <a:lnTo>
                  <a:pt x="269080" y="148572"/>
                </a:lnTo>
                <a:cubicBezTo>
                  <a:pt x="278217" y="154931"/>
                  <a:pt x="283709" y="165305"/>
                  <a:pt x="283833" y="176423"/>
                </a:cubicBezTo>
                <a:lnTo>
                  <a:pt x="283833" y="464531"/>
                </a:lnTo>
                <a:cubicBezTo>
                  <a:pt x="283833" y="475177"/>
                  <a:pt x="277360" y="480595"/>
                  <a:pt x="269365" y="47546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2" name="Google Shape;2546;p47">
            <a:extLst>
              <a:ext uri="{FF2B5EF4-FFF2-40B4-BE49-F238E27FC236}">
                <a16:creationId xmlns:a16="http://schemas.microsoft.com/office/drawing/2014/main" id="{B04B4A74-61CC-AA57-A21E-FE682C3AD52E}"/>
              </a:ext>
            </a:extLst>
          </p:cNvPr>
          <p:cNvSpPr>
            <a:spLocks noGrp="1"/>
          </p:cNvSpPr>
          <p:nvPr/>
        </p:nvSpPr>
        <p:spPr>
          <a:xfrm>
            <a:off x="10393073" y="1223650"/>
            <a:ext cx="215534" cy="370846"/>
          </a:xfrm>
          <a:custGeom>
            <a:avLst/>
            <a:gdLst/>
            <a:ahLst/>
            <a:cxnLst/>
            <a:rect l="l" t="t" r="r" b="b"/>
            <a:pathLst>
              <a:path w="284023" h="477216">
                <a:moveTo>
                  <a:pt x="269556" y="475502"/>
                </a:moveTo>
                <a:lnTo>
                  <a:pt x="14468" y="328644"/>
                </a:lnTo>
                <a:cubicBezTo>
                  <a:pt x="5521" y="322285"/>
                  <a:pt x="152" y="312048"/>
                  <a:pt x="0" y="301079"/>
                </a:cubicBezTo>
                <a:lnTo>
                  <a:pt x="0" y="12686"/>
                </a:lnTo>
                <a:cubicBezTo>
                  <a:pt x="0" y="2040"/>
                  <a:pt x="6472" y="-2903"/>
                  <a:pt x="14468" y="1755"/>
                </a:cubicBezTo>
                <a:lnTo>
                  <a:pt x="269556" y="148993"/>
                </a:lnTo>
                <a:cubicBezTo>
                  <a:pt x="278503" y="155354"/>
                  <a:pt x="283871" y="165592"/>
                  <a:pt x="284023" y="176559"/>
                </a:cubicBezTo>
                <a:lnTo>
                  <a:pt x="284023" y="464571"/>
                </a:lnTo>
                <a:cubicBezTo>
                  <a:pt x="283547" y="475217"/>
                  <a:pt x="277075" y="480065"/>
                  <a:pt x="269556" y="47550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3" name="Google Shape;2547;p47">
            <a:extLst>
              <a:ext uri="{FF2B5EF4-FFF2-40B4-BE49-F238E27FC236}">
                <a16:creationId xmlns:a16="http://schemas.microsoft.com/office/drawing/2014/main" id="{AC5178D0-6FAC-35DC-97B9-8745966F9E03}"/>
              </a:ext>
            </a:extLst>
          </p:cNvPr>
          <p:cNvSpPr>
            <a:spLocks noGrp="1"/>
          </p:cNvSpPr>
          <p:nvPr/>
        </p:nvSpPr>
        <p:spPr>
          <a:xfrm>
            <a:off x="9864349" y="1227523"/>
            <a:ext cx="214812" cy="370846"/>
          </a:xfrm>
          <a:custGeom>
            <a:avLst/>
            <a:gdLst/>
            <a:ahLst/>
            <a:cxnLst/>
            <a:rect l="l" t="t" r="r" b="b"/>
            <a:pathLst>
              <a:path w="283071" h="477216">
                <a:moveTo>
                  <a:pt x="268604" y="475462"/>
                </a:moveTo>
                <a:lnTo>
                  <a:pt x="14468" y="328699"/>
                </a:lnTo>
                <a:cubicBezTo>
                  <a:pt x="5540" y="322273"/>
                  <a:pt x="181" y="312027"/>
                  <a:pt x="0" y="301038"/>
                </a:cubicBezTo>
                <a:lnTo>
                  <a:pt x="0" y="12646"/>
                </a:lnTo>
                <a:cubicBezTo>
                  <a:pt x="0" y="2000"/>
                  <a:pt x="6472" y="-2848"/>
                  <a:pt x="14468" y="1715"/>
                </a:cubicBezTo>
                <a:lnTo>
                  <a:pt x="268604" y="148477"/>
                </a:lnTo>
                <a:cubicBezTo>
                  <a:pt x="277532" y="154899"/>
                  <a:pt x="282891" y="165154"/>
                  <a:pt x="283071" y="176138"/>
                </a:cubicBezTo>
                <a:lnTo>
                  <a:pt x="283071" y="464531"/>
                </a:lnTo>
                <a:cubicBezTo>
                  <a:pt x="283071" y="475177"/>
                  <a:pt x="276599" y="480119"/>
                  <a:pt x="268604" y="47546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4" name="Google Shape;2548;p47">
            <a:extLst>
              <a:ext uri="{FF2B5EF4-FFF2-40B4-BE49-F238E27FC236}">
                <a16:creationId xmlns:a16="http://schemas.microsoft.com/office/drawing/2014/main" id="{B1CD6900-9DEC-7727-7A6B-5D0FCD0C4F87}"/>
              </a:ext>
            </a:extLst>
          </p:cNvPr>
          <p:cNvSpPr>
            <a:spLocks noGrp="1"/>
          </p:cNvSpPr>
          <p:nvPr/>
        </p:nvSpPr>
        <p:spPr>
          <a:xfrm>
            <a:off x="10131600" y="1385671"/>
            <a:ext cx="215180" cy="370846"/>
          </a:xfrm>
          <a:custGeom>
            <a:avLst/>
            <a:gdLst/>
            <a:ahLst/>
            <a:cxnLst/>
            <a:rect l="l" t="t" r="r" b="b"/>
            <a:pathLst>
              <a:path w="283556" h="477216">
                <a:moveTo>
                  <a:pt x="269365" y="475462"/>
                </a:moveTo>
                <a:lnTo>
                  <a:pt x="14468" y="328699"/>
                </a:lnTo>
                <a:cubicBezTo>
                  <a:pt x="5540" y="322273"/>
                  <a:pt x="181" y="312027"/>
                  <a:pt x="0" y="301038"/>
                </a:cubicBezTo>
                <a:lnTo>
                  <a:pt x="0" y="12646"/>
                </a:lnTo>
                <a:cubicBezTo>
                  <a:pt x="0" y="2000"/>
                  <a:pt x="6472" y="-2848"/>
                  <a:pt x="14468" y="1715"/>
                </a:cubicBezTo>
                <a:lnTo>
                  <a:pt x="269080" y="148477"/>
                </a:lnTo>
                <a:cubicBezTo>
                  <a:pt x="278008" y="154903"/>
                  <a:pt x="283366" y="165150"/>
                  <a:pt x="283547" y="176138"/>
                </a:cubicBezTo>
                <a:lnTo>
                  <a:pt x="283547" y="464531"/>
                </a:lnTo>
                <a:cubicBezTo>
                  <a:pt x="283833" y="475177"/>
                  <a:pt x="277360" y="480119"/>
                  <a:pt x="269365" y="47546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5" name="Google Shape;2549;p47">
            <a:extLst>
              <a:ext uri="{FF2B5EF4-FFF2-40B4-BE49-F238E27FC236}">
                <a16:creationId xmlns:a16="http://schemas.microsoft.com/office/drawing/2014/main" id="{939789AA-503C-2D5F-D31D-7FA57C51C86F}"/>
              </a:ext>
            </a:extLst>
          </p:cNvPr>
          <p:cNvSpPr>
            <a:spLocks noGrp="1"/>
          </p:cNvSpPr>
          <p:nvPr/>
        </p:nvSpPr>
        <p:spPr>
          <a:xfrm>
            <a:off x="10158181" y="1370793"/>
            <a:ext cx="215190" cy="370846"/>
          </a:xfrm>
          <a:custGeom>
            <a:avLst/>
            <a:gdLst/>
            <a:ahLst/>
            <a:cxnLst/>
            <a:rect l="l" t="t" r="r" b="b"/>
            <a:pathLst>
              <a:path w="283570" h="477216">
                <a:moveTo>
                  <a:pt x="269079" y="475502"/>
                </a:moveTo>
                <a:lnTo>
                  <a:pt x="14468" y="328644"/>
                </a:lnTo>
                <a:cubicBezTo>
                  <a:pt x="5521" y="322285"/>
                  <a:pt x="152" y="312048"/>
                  <a:pt x="0" y="301079"/>
                </a:cubicBezTo>
                <a:lnTo>
                  <a:pt x="0" y="12686"/>
                </a:lnTo>
                <a:cubicBezTo>
                  <a:pt x="0" y="2040"/>
                  <a:pt x="6472" y="-2903"/>
                  <a:pt x="14468" y="1755"/>
                </a:cubicBezTo>
                <a:lnTo>
                  <a:pt x="269079" y="148518"/>
                </a:lnTo>
                <a:cubicBezTo>
                  <a:pt x="278008" y="154943"/>
                  <a:pt x="283366" y="165190"/>
                  <a:pt x="283547" y="176178"/>
                </a:cubicBezTo>
                <a:lnTo>
                  <a:pt x="283547" y="464571"/>
                </a:lnTo>
                <a:cubicBezTo>
                  <a:pt x="284023" y="475217"/>
                  <a:pt x="277075" y="480065"/>
                  <a:pt x="269079" y="475502"/>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6" name="Google Shape;2550;p47">
            <a:extLst>
              <a:ext uri="{FF2B5EF4-FFF2-40B4-BE49-F238E27FC236}">
                <a16:creationId xmlns:a16="http://schemas.microsoft.com/office/drawing/2014/main" id="{43A18FA9-B873-4A2A-96E8-80CD565994A7}"/>
              </a:ext>
            </a:extLst>
          </p:cNvPr>
          <p:cNvSpPr>
            <a:spLocks noGrp="1"/>
          </p:cNvSpPr>
          <p:nvPr/>
        </p:nvSpPr>
        <p:spPr>
          <a:xfrm>
            <a:off x="10393073" y="1539946"/>
            <a:ext cx="215534" cy="370804"/>
          </a:xfrm>
          <a:custGeom>
            <a:avLst/>
            <a:gdLst/>
            <a:ahLst/>
            <a:cxnLst/>
            <a:rect l="l" t="t" r="r" b="b"/>
            <a:pathLst>
              <a:path w="284023" h="477161">
                <a:moveTo>
                  <a:pt x="269556" y="475409"/>
                </a:moveTo>
                <a:lnTo>
                  <a:pt x="14468" y="328646"/>
                </a:lnTo>
                <a:cubicBezTo>
                  <a:pt x="5521" y="322287"/>
                  <a:pt x="152" y="312050"/>
                  <a:pt x="0" y="301080"/>
                </a:cubicBezTo>
                <a:lnTo>
                  <a:pt x="0" y="12593"/>
                </a:lnTo>
                <a:cubicBezTo>
                  <a:pt x="0" y="2042"/>
                  <a:pt x="6472" y="-2901"/>
                  <a:pt x="14468" y="1757"/>
                </a:cubicBezTo>
                <a:lnTo>
                  <a:pt x="269556" y="148519"/>
                </a:lnTo>
                <a:cubicBezTo>
                  <a:pt x="278503" y="154878"/>
                  <a:pt x="283871" y="165116"/>
                  <a:pt x="284023" y="176085"/>
                </a:cubicBezTo>
                <a:lnTo>
                  <a:pt x="284023" y="464382"/>
                </a:lnTo>
                <a:cubicBezTo>
                  <a:pt x="283547" y="475124"/>
                  <a:pt x="277075" y="480066"/>
                  <a:pt x="269556" y="47540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7" name="Google Shape;2551;p47">
            <a:extLst>
              <a:ext uri="{FF2B5EF4-FFF2-40B4-BE49-F238E27FC236}">
                <a16:creationId xmlns:a16="http://schemas.microsoft.com/office/drawing/2014/main" id="{BA8C955B-0332-9558-6F4A-32E572E0E11E}"/>
              </a:ext>
            </a:extLst>
          </p:cNvPr>
          <p:cNvSpPr>
            <a:spLocks noGrp="1"/>
          </p:cNvSpPr>
          <p:nvPr/>
        </p:nvSpPr>
        <p:spPr>
          <a:xfrm>
            <a:off x="9864349" y="1550509"/>
            <a:ext cx="214812" cy="370807"/>
          </a:xfrm>
          <a:custGeom>
            <a:avLst/>
            <a:gdLst/>
            <a:ahLst/>
            <a:cxnLst/>
            <a:rect l="l" t="t" r="r" b="b"/>
            <a:pathLst>
              <a:path w="283071" h="477165">
                <a:moveTo>
                  <a:pt x="268604" y="475409"/>
                </a:moveTo>
                <a:lnTo>
                  <a:pt x="14468" y="328646"/>
                </a:lnTo>
                <a:cubicBezTo>
                  <a:pt x="5521" y="322287"/>
                  <a:pt x="152" y="312050"/>
                  <a:pt x="0" y="301080"/>
                </a:cubicBezTo>
                <a:lnTo>
                  <a:pt x="0" y="12593"/>
                </a:lnTo>
                <a:cubicBezTo>
                  <a:pt x="0" y="2042"/>
                  <a:pt x="6472" y="-2901"/>
                  <a:pt x="14468" y="1757"/>
                </a:cubicBezTo>
                <a:lnTo>
                  <a:pt x="268604" y="148519"/>
                </a:lnTo>
                <a:cubicBezTo>
                  <a:pt x="277551" y="154878"/>
                  <a:pt x="282919" y="165116"/>
                  <a:pt x="283071" y="176085"/>
                </a:cubicBezTo>
                <a:lnTo>
                  <a:pt x="283071" y="464573"/>
                </a:lnTo>
                <a:cubicBezTo>
                  <a:pt x="283071" y="475123"/>
                  <a:pt x="276599" y="480066"/>
                  <a:pt x="268604" y="47540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8" name="Google Shape;2552;p47">
            <a:extLst>
              <a:ext uri="{FF2B5EF4-FFF2-40B4-BE49-F238E27FC236}">
                <a16:creationId xmlns:a16="http://schemas.microsoft.com/office/drawing/2014/main" id="{EE2CD8D0-303F-F8D4-80B2-7F6D5B00CFCD}"/>
              </a:ext>
            </a:extLst>
          </p:cNvPr>
          <p:cNvSpPr>
            <a:spLocks noGrp="1"/>
          </p:cNvSpPr>
          <p:nvPr/>
        </p:nvSpPr>
        <p:spPr>
          <a:xfrm>
            <a:off x="9864349" y="1903666"/>
            <a:ext cx="744258" cy="510855"/>
          </a:xfrm>
          <a:custGeom>
            <a:avLst/>
            <a:gdLst/>
            <a:ahLst/>
            <a:cxnLst/>
            <a:rect l="l" t="t" r="r" b="b"/>
            <a:pathLst>
              <a:path w="980755" h="657383">
                <a:moveTo>
                  <a:pt x="966288" y="655629"/>
                </a:moveTo>
                <a:lnTo>
                  <a:pt x="14468" y="106884"/>
                </a:lnTo>
                <a:cubicBezTo>
                  <a:pt x="5540" y="100458"/>
                  <a:pt x="181" y="90212"/>
                  <a:pt x="0" y="79224"/>
                </a:cubicBezTo>
                <a:lnTo>
                  <a:pt x="0" y="12686"/>
                </a:lnTo>
                <a:cubicBezTo>
                  <a:pt x="0" y="2040"/>
                  <a:pt x="6472" y="-2903"/>
                  <a:pt x="14468" y="1755"/>
                </a:cubicBezTo>
                <a:lnTo>
                  <a:pt x="966288" y="550594"/>
                </a:lnTo>
                <a:cubicBezTo>
                  <a:pt x="975235" y="556954"/>
                  <a:pt x="980603" y="567191"/>
                  <a:pt x="980755" y="578160"/>
                </a:cubicBezTo>
                <a:lnTo>
                  <a:pt x="980755" y="644698"/>
                </a:lnTo>
                <a:cubicBezTo>
                  <a:pt x="980280" y="655344"/>
                  <a:pt x="973807" y="660286"/>
                  <a:pt x="966288" y="65562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9" name="Google Shape;2553;p47">
            <a:extLst>
              <a:ext uri="{FF2B5EF4-FFF2-40B4-BE49-F238E27FC236}">
                <a16:creationId xmlns:a16="http://schemas.microsoft.com/office/drawing/2014/main" id="{343F7E3A-F8DB-4C98-9413-952C8A382597}"/>
              </a:ext>
            </a:extLst>
          </p:cNvPr>
          <p:cNvSpPr>
            <a:spLocks noGrp="1"/>
          </p:cNvSpPr>
          <p:nvPr/>
        </p:nvSpPr>
        <p:spPr>
          <a:xfrm>
            <a:off x="9867238" y="2053468"/>
            <a:ext cx="555521" cy="373298"/>
          </a:xfrm>
          <a:custGeom>
            <a:avLst/>
            <a:gdLst/>
            <a:ahLst/>
            <a:cxnLst/>
            <a:rect l="l" t="t" r="r" b="b"/>
            <a:pathLst>
              <a:path w="732044" h="480371">
                <a:moveTo>
                  <a:pt x="717577" y="478449"/>
                </a:moveTo>
                <a:lnTo>
                  <a:pt x="14468" y="73425"/>
                </a:lnTo>
                <a:cubicBezTo>
                  <a:pt x="5521" y="67066"/>
                  <a:pt x="152" y="56829"/>
                  <a:pt x="0" y="45860"/>
                </a:cubicBezTo>
                <a:lnTo>
                  <a:pt x="0" y="12686"/>
                </a:lnTo>
                <a:cubicBezTo>
                  <a:pt x="0" y="2040"/>
                  <a:pt x="6472" y="-2903"/>
                  <a:pt x="14468" y="1755"/>
                </a:cubicBezTo>
                <a:lnTo>
                  <a:pt x="717577" y="407064"/>
                </a:lnTo>
                <a:cubicBezTo>
                  <a:pt x="726505" y="413489"/>
                  <a:pt x="731864" y="423736"/>
                  <a:pt x="732045" y="434724"/>
                </a:cubicBezTo>
                <a:lnTo>
                  <a:pt x="732045" y="467708"/>
                </a:lnTo>
                <a:cubicBezTo>
                  <a:pt x="732045" y="478449"/>
                  <a:pt x="725572" y="483392"/>
                  <a:pt x="717577" y="47844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0" name="Google Shape;2554;p47">
            <a:extLst>
              <a:ext uri="{FF2B5EF4-FFF2-40B4-BE49-F238E27FC236}">
                <a16:creationId xmlns:a16="http://schemas.microsoft.com/office/drawing/2014/main" id="{878A5DB4-3376-CC88-016A-B4C9E08EE1F3}"/>
              </a:ext>
            </a:extLst>
          </p:cNvPr>
          <p:cNvSpPr>
            <a:spLocks noGrp="1"/>
          </p:cNvSpPr>
          <p:nvPr/>
        </p:nvSpPr>
        <p:spPr>
          <a:xfrm>
            <a:off x="9867238" y="2150855"/>
            <a:ext cx="555521" cy="373252"/>
          </a:xfrm>
          <a:custGeom>
            <a:avLst/>
            <a:gdLst/>
            <a:ahLst/>
            <a:cxnLst/>
            <a:rect l="l" t="t" r="r" b="b"/>
            <a:pathLst>
              <a:path w="732044" h="480312">
                <a:moveTo>
                  <a:pt x="717577" y="478598"/>
                </a:moveTo>
                <a:lnTo>
                  <a:pt x="14468" y="73195"/>
                </a:lnTo>
                <a:cubicBezTo>
                  <a:pt x="5521" y="66836"/>
                  <a:pt x="152" y="56599"/>
                  <a:pt x="0" y="45629"/>
                </a:cubicBezTo>
                <a:lnTo>
                  <a:pt x="0" y="12646"/>
                </a:lnTo>
                <a:cubicBezTo>
                  <a:pt x="0" y="2000"/>
                  <a:pt x="6472" y="-2848"/>
                  <a:pt x="14468" y="1715"/>
                </a:cubicBezTo>
                <a:lnTo>
                  <a:pt x="717577" y="407023"/>
                </a:lnTo>
                <a:cubicBezTo>
                  <a:pt x="726505" y="413449"/>
                  <a:pt x="731864" y="423696"/>
                  <a:pt x="732045" y="434684"/>
                </a:cubicBezTo>
                <a:lnTo>
                  <a:pt x="732045" y="467667"/>
                </a:lnTo>
                <a:cubicBezTo>
                  <a:pt x="732045" y="478313"/>
                  <a:pt x="725572" y="483161"/>
                  <a:pt x="717577" y="478598"/>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1" name="Google Shape;2555;p47">
            <a:extLst>
              <a:ext uri="{FF2B5EF4-FFF2-40B4-BE49-F238E27FC236}">
                <a16:creationId xmlns:a16="http://schemas.microsoft.com/office/drawing/2014/main" id="{CD0DDFFD-ED48-E866-9C6E-3051349668B0}"/>
              </a:ext>
            </a:extLst>
          </p:cNvPr>
          <p:cNvSpPr>
            <a:spLocks noGrp="1"/>
          </p:cNvSpPr>
          <p:nvPr/>
        </p:nvSpPr>
        <p:spPr>
          <a:xfrm>
            <a:off x="9867238" y="2248064"/>
            <a:ext cx="454833" cy="313864"/>
          </a:xfrm>
          <a:custGeom>
            <a:avLst/>
            <a:gdLst/>
            <a:ahLst/>
            <a:cxnLst/>
            <a:rect l="l" t="t" r="r" b="b"/>
            <a:pathLst>
              <a:path w="599361" h="403889">
                <a:moveTo>
                  <a:pt x="584893" y="402175"/>
                </a:moveTo>
                <a:lnTo>
                  <a:pt x="14468" y="73195"/>
                </a:lnTo>
                <a:cubicBezTo>
                  <a:pt x="5521" y="66836"/>
                  <a:pt x="152" y="56599"/>
                  <a:pt x="0" y="45629"/>
                </a:cubicBezTo>
                <a:lnTo>
                  <a:pt x="0" y="12646"/>
                </a:lnTo>
                <a:cubicBezTo>
                  <a:pt x="0" y="2000"/>
                  <a:pt x="6472" y="-2848"/>
                  <a:pt x="14468" y="1715"/>
                </a:cubicBezTo>
                <a:lnTo>
                  <a:pt x="584893" y="330600"/>
                </a:lnTo>
                <a:cubicBezTo>
                  <a:pt x="593822" y="337026"/>
                  <a:pt x="599180" y="347272"/>
                  <a:pt x="599361" y="358261"/>
                </a:cubicBezTo>
                <a:lnTo>
                  <a:pt x="599361" y="391244"/>
                </a:lnTo>
                <a:cubicBezTo>
                  <a:pt x="599361" y="401890"/>
                  <a:pt x="592889" y="406738"/>
                  <a:pt x="584893" y="402175"/>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2" name="Google Shape;2556;p47">
            <a:extLst>
              <a:ext uri="{FF2B5EF4-FFF2-40B4-BE49-F238E27FC236}">
                <a16:creationId xmlns:a16="http://schemas.microsoft.com/office/drawing/2014/main" id="{D2B30583-D7E5-50CE-E176-B65EECBA7263}"/>
              </a:ext>
            </a:extLst>
          </p:cNvPr>
          <p:cNvSpPr>
            <a:spLocks noGrp="1"/>
          </p:cNvSpPr>
          <p:nvPr/>
        </p:nvSpPr>
        <p:spPr>
          <a:xfrm>
            <a:off x="10732844" y="2421207"/>
            <a:ext cx="1064744" cy="699909"/>
          </a:xfrm>
          <a:custGeom>
            <a:avLst/>
            <a:gdLst/>
            <a:ahLst/>
            <a:cxnLst/>
            <a:rect l="l" t="t" r="r" b="b"/>
            <a:pathLst>
              <a:path w="1403078" h="900663">
                <a:moveTo>
                  <a:pt x="1388610" y="898735"/>
                </a:moveTo>
                <a:lnTo>
                  <a:pt x="14468" y="106749"/>
                </a:lnTo>
                <a:cubicBezTo>
                  <a:pt x="5520" y="100390"/>
                  <a:pt x="152" y="90152"/>
                  <a:pt x="0" y="79183"/>
                </a:cubicBezTo>
                <a:lnTo>
                  <a:pt x="0" y="12646"/>
                </a:lnTo>
                <a:cubicBezTo>
                  <a:pt x="0" y="2000"/>
                  <a:pt x="6472" y="-2848"/>
                  <a:pt x="14468" y="1715"/>
                </a:cubicBezTo>
                <a:lnTo>
                  <a:pt x="1388610" y="794177"/>
                </a:lnTo>
                <a:cubicBezTo>
                  <a:pt x="1397557" y="800536"/>
                  <a:pt x="1402926" y="810773"/>
                  <a:pt x="1403078" y="821742"/>
                </a:cubicBezTo>
                <a:lnTo>
                  <a:pt x="1403078" y="888280"/>
                </a:lnTo>
                <a:cubicBezTo>
                  <a:pt x="1403078" y="898735"/>
                  <a:pt x="1396606" y="903678"/>
                  <a:pt x="1388610" y="898735"/>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3" name="Google Shape;2557;p47">
            <a:extLst>
              <a:ext uri="{FF2B5EF4-FFF2-40B4-BE49-F238E27FC236}">
                <a16:creationId xmlns:a16="http://schemas.microsoft.com/office/drawing/2014/main" id="{969CBD67-BC5A-5157-B639-021E7994D964}"/>
              </a:ext>
            </a:extLst>
          </p:cNvPr>
          <p:cNvSpPr>
            <a:spLocks noGrp="1"/>
          </p:cNvSpPr>
          <p:nvPr/>
        </p:nvSpPr>
        <p:spPr>
          <a:xfrm>
            <a:off x="10736167" y="2571083"/>
            <a:ext cx="958637" cy="611325"/>
          </a:xfrm>
          <a:custGeom>
            <a:avLst/>
            <a:gdLst/>
            <a:ahLst/>
            <a:cxnLst/>
            <a:rect l="l" t="t" r="r" b="b"/>
            <a:pathLst>
              <a:path w="1263255" h="786670">
                <a:moveTo>
                  <a:pt x="1248788" y="784956"/>
                </a:moveTo>
                <a:lnTo>
                  <a:pt x="14468" y="73195"/>
                </a:lnTo>
                <a:cubicBezTo>
                  <a:pt x="5521" y="66836"/>
                  <a:pt x="152" y="56599"/>
                  <a:pt x="0" y="45629"/>
                </a:cubicBezTo>
                <a:lnTo>
                  <a:pt x="0" y="12646"/>
                </a:lnTo>
                <a:cubicBezTo>
                  <a:pt x="0" y="2000"/>
                  <a:pt x="6472" y="-2848"/>
                  <a:pt x="14468" y="1715"/>
                </a:cubicBezTo>
                <a:lnTo>
                  <a:pt x="1248788" y="713381"/>
                </a:lnTo>
                <a:cubicBezTo>
                  <a:pt x="1257716" y="719807"/>
                  <a:pt x="1263075" y="730053"/>
                  <a:pt x="1263256" y="741042"/>
                </a:cubicBezTo>
                <a:lnTo>
                  <a:pt x="1263256" y="774025"/>
                </a:lnTo>
                <a:cubicBezTo>
                  <a:pt x="1263256" y="784671"/>
                  <a:pt x="1256783" y="789519"/>
                  <a:pt x="1248788" y="784956"/>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4" name="Google Shape;2558;p47">
            <a:extLst>
              <a:ext uri="{FF2B5EF4-FFF2-40B4-BE49-F238E27FC236}">
                <a16:creationId xmlns:a16="http://schemas.microsoft.com/office/drawing/2014/main" id="{31EEB21E-8DDC-EEC5-5C45-46A1CF571A64}"/>
              </a:ext>
            </a:extLst>
          </p:cNvPr>
          <p:cNvSpPr>
            <a:spLocks noGrp="1"/>
          </p:cNvSpPr>
          <p:nvPr/>
        </p:nvSpPr>
        <p:spPr>
          <a:xfrm>
            <a:off x="10736167" y="2668292"/>
            <a:ext cx="958637" cy="611456"/>
          </a:xfrm>
          <a:custGeom>
            <a:avLst/>
            <a:gdLst/>
            <a:ahLst/>
            <a:cxnLst/>
            <a:rect l="l" t="t" r="r" b="b"/>
            <a:pathLst>
              <a:path w="1263255" h="786839">
                <a:moveTo>
                  <a:pt x="1248788" y="784956"/>
                </a:moveTo>
                <a:lnTo>
                  <a:pt x="14468" y="73290"/>
                </a:lnTo>
                <a:cubicBezTo>
                  <a:pt x="5540" y="66864"/>
                  <a:pt x="181" y="56617"/>
                  <a:pt x="0" y="45629"/>
                </a:cubicBezTo>
                <a:lnTo>
                  <a:pt x="0" y="12646"/>
                </a:lnTo>
                <a:cubicBezTo>
                  <a:pt x="0" y="2000"/>
                  <a:pt x="6472" y="-2848"/>
                  <a:pt x="14468" y="1714"/>
                </a:cubicBezTo>
                <a:lnTo>
                  <a:pt x="1248788" y="713856"/>
                </a:lnTo>
                <a:cubicBezTo>
                  <a:pt x="1257735" y="720215"/>
                  <a:pt x="1263104" y="730453"/>
                  <a:pt x="1263256" y="741422"/>
                </a:cubicBezTo>
                <a:lnTo>
                  <a:pt x="1263256" y="774405"/>
                </a:lnTo>
                <a:cubicBezTo>
                  <a:pt x="1263256" y="784671"/>
                  <a:pt x="1256783" y="789899"/>
                  <a:pt x="1248788" y="784956"/>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5" name="Google Shape;2559;p47">
            <a:extLst>
              <a:ext uri="{FF2B5EF4-FFF2-40B4-BE49-F238E27FC236}">
                <a16:creationId xmlns:a16="http://schemas.microsoft.com/office/drawing/2014/main" id="{8AFF4AFA-425B-1A0C-5D2B-7DCD2EA6B39C}"/>
              </a:ext>
            </a:extLst>
          </p:cNvPr>
          <p:cNvSpPr>
            <a:spLocks noGrp="1"/>
          </p:cNvSpPr>
          <p:nvPr/>
        </p:nvSpPr>
        <p:spPr>
          <a:xfrm>
            <a:off x="10736167" y="2765426"/>
            <a:ext cx="784996" cy="508870"/>
          </a:xfrm>
          <a:custGeom>
            <a:avLst/>
            <a:gdLst/>
            <a:ahLst/>
            <a:cxnLst/>
            <a:rect l="l" t="t" r="r" b="b"/>
            <a:pathLst>
              <a:path w="1034438" h="654829">
                <a:moveTo>
                  <a:pt x="1019971" y="653117"/>
                </a:moveTo>
                <a:lnTo>
                  <a:pt x="14468" y="73290"/>
                </a:lnTo>
                <a:cubicBezTo>
                  <a:pt x="5540" y="66864"/>
                  <a:pt x="181" y="56618"/>
                  <a:pt x="0" y="45629"/>
                </a:cubicBezTo>
                <a:lnTo>
                  <a:pt x="0" y="12646"/>
                </a:lnTo>
                <a:cubicBezTo>
                  <a:pt x="0" y="2000"/>
                  <a:pt x="6472" y="-2848"/>
                  <a:pt x="14468" y="1715"/>
                </a:cubicBezTo>
                <a:lnTo>
                  <a:pt x="1019971" y="581542"/>
                </a:lnTo>
                <a:cubicBezTo>
                  <a:pt x="1028880" y="587929"/>
                  <a:pt x="1034248" y="598157"/>
                  <a:pt x="1034438" y="609107"/>
                </a:cubicBezTo>
                <a:lnTo>
                  <a:pt x="1034438" y="642091"/>
                </a:lnTo>
                <a:cubicBezTo>
                  <a:pt x="1034438" y="652832"/>
                  <a:pt x="1027871" y="657679"/>
                  <a:pt x="1019971" y="653117"/>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6" name="Google Shape;2560;p47">
            <a:extLst>
              <a:ext uri="{FF2B5EF4-FFF2-40B4-BE49-F238E27FC236}">
                <a16:creationId xmlns:a16="http://schemas.microsoft.com/office/drawing/2014/main" id="{CBF838BC-939C-34B6-64D6-FFC0486AC873}"/>
              </a:ext>
            </a:extLst>
          </p:cNvPr>
          <p:cNvSpPr>
            <a:spLocks noGrp="1"/>
          </p:cNvSpPr>
          <p:nvPr/>
        </p:nvSpPr>
        <p:spPr>
          <a:xfrm>
            <a:off x="10131600" y="1708657"/>
            <a:ext cx="215180" cy="370839"/>
          </a:xfrm>
          <a:custGeom>
            <a:avLst/>
            <a:gdLst/>
            <a:ahLst/>
            <a:cxnLst/>
            <a:rect l="l" t="t" r="r" b="b"/>
            <a:pathLst>
              <a:path w="283556" h="477207">
                <a:moveTo>
                  <a:pt x="269365" y="475409"/>
                </a:moveTo>
                <a:lnTo>
                  <a:pt x="14468" y="328646"/>
                </a:lnTo>
                <a:cubicBezTo>
                  <a:pt x="5521" y="322287"/>
                  <a:pt x="152" y="312050"/>
                  <a:pt x="0" y="301080"/>
                </a:cubicBezTo>
                <a:lnTo>
                  <a:pt x="0" y="12593"/>
                </a:lnTo>
                <a:cubicBezTo>
                  <a:pt x="0" y="2042"/>
                  <a:pt x="6472" y="-2901"/>
                  <a:pt x="14468" y="1757"/>
                </a:cubicBezTo>
                <a:lnTo>
                  <a:pt x="269080" y="148519"/>
                </a:lnTo>
                <a:cubicBezTo>
                  <a:pt x="278027" y="154878"/>
                  <a:pt x="283395" y="165116"/>
                  <a:pt x="283547" y="176085"/>
                </a:cubicBezTo>
                <a:lnTo>
                  <a:pt x="283547" y="464573"/>
                </a:lnTo>
                <a:cubicBezTo>
                  <a:pt x="283833" y="475409"/>
                  <a:pt x="277360" y="480066"/>
                  <a:pt x="269365" y="47540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7" name="Google Shape;2561;p47">
            <a:extLst>
              <a:ext uri="{FF2B5EF4-FFF2-40B4-BE49-F238E27FC236}">
                <a16:creationId xmlns:a16="http://schemas.microsoft.com/office/drawing/2014/main" id="{BB0BC74E-8F32-E3F4-C181-6EA9C0ADE3FB}"/>
              </a:ext>
            </a:extLst>
          </p:cNvPr>
          <p:cNvSpPr>
            <a:spLocks noGrp="1"/>
          </p:cNvSpPr>
          <p:nvPr/>
        </p:nvSpPr>
        <p:spPr>
          <a:xfrm>
            <a:off x="10393073" y="1862892"/>
            <a:ext cx="215534" cy="370846"/>
          </a:xfrm>
          <a:custGeom>
            <a:avLst/>
            <a:gdLst/>
            <a:ahLst/>
            <a:cxnLst/>
            <a:rect l="l" t="t" r="r" b="b"/>
            <a:pathLst>
              <a:path w="284023" h="477216">
                <a:moveTo>
                  <a:pt x="269556" y="475502"/>
                </a:moveTo>
                <a:lnTo>
                  <a:pt x="14468" y="328644"/>
                </a:lnTo>
                <a:cubicBezTo>
                  <a:pt x="5521" y="322285"/>
                  <a:pt x="152" y="312048"/>
                  <a:pt x="0" y="301079"/>
                </a:cubicBezTo>
                <a:lnTo>
                  <a:pt x="0" y="12686"/>
                </a:lnTo>
                <a:cubicBezTo>
                  <a:pt x="0" y="2040"/>
                  <a:pt x="6472" y="-2903"/>
                  <a:pt x="14468" y="1755"/>
                </a:cubicBezTo>
                <a:lnTo>
                  <a:pt x="269556" y="148518"/>
                </a:lnTo>
                <a:cubicBezTo>
                  <a:pt x="278484" y="154943"/>
                  <a:pt x="283842" y="165190"/>
                  <a:pt x="284023" y="176178"/>
                </a:cubicBezTo>
                <a:lnTo>
                  <a:pt x="284023" y="464571"/>
                </a:lnTo>
                <a:cubicBezTo>
                  <a:pt x="283547" y="475217"/>
                  <a:pt x="277075" y="480065"/>
                  <a:pt x="269556" y="47550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8" name="Google Shape;2562;p47">
            <a:extLst>
              <a:ext uri="{FF2B5EF4-FFF2-40B4-BE49-F238E27FC236}">
                <a16:creationId xmlns:a16="http://schemas.microsoft.com/office/drawing/2014/main" id="{15E30E5F-98B3-2DFC-EA95-F4DE328185EB}"/>
              </a:ext>
            </a:extLst>
          </p:cNvPr>
          <p:cNvSpPr>
            <a:spLocks noGrp="1"/>
          </p:cNvSpPr>
          <p:nvPr/>
        </p:nvSpPr>
        <p:spPr>
          <a:xfrm>
            <a:off x="10732844" y="1936463"/>
            <a:ext cx="1064744" cy="999651"/>
          </a:xfrm>
          <a:custGeom>
            <a:avLst/>
            <a:gdLst/>
            <a:ahLst/>
            <a:cxnLst/>
            <a:rect l="l" t="t" r="r" b="b"/>
            <a:pathLst>
              <a:path w="1403078" h="1286379">
                <a:moveTo>
                  <a:pt x="1388610" y="1284884"/>
                </a:moveTo>
                <a:lnTo>
                  <a:pt x="14468" y="492137"/>
                </a:lnTo>
                <a:cubicBezTo>
                  <a:pt x="5520" y="485777"/>
                  <a:pt x="152" y="475540"/>
                  <a:pt x="0" y="464571"/>
                </a:cubicBezTo>
                <a:lnTo>
                  <a:pt x="0" y="12686"/>
                </a:lnTo>
                <a:cubicBezTo>
                  <a:pt x="0" y="2040"/>
                  <a:pt x="6472" y="-2903"/>
                  <a:pt x="14468" y="1755"/>
                </a:cubicBezTo>
                <a:lnTo>
                  <a:pt x="1388610" y="794027"/>
                </a:lnTo>
                <a:cubicBezTo>
                  <a:pt x="1397539" y="800452"/>
                  <a:pt x="1402897" y="810699"/>
                  <a:pt x="1403078" y="821687"/>
                </a:cubicBezTo>
                <a:lnTo>
                  <a:pt x="1403078" y="1273572"/>
                </a:lnTo>
                <a:cubicBezTo>
                  <a:pt x="1403078" y="1284218"/>
                  <a:pt x="1396606" y="1289066"/>
                  <a:pt x="1388610" y="1284884"/>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9" name="Google Shape;2563;p47">
            <a:extLst>
              <a:ext uri="{FF2B5EF4-FFF2-40B4-BE49-F238E27FC236}">
                <a16:creationId xmlns:a16="http://schemas.microsoft.com/office/drawing/2014/main" id="{4783B071-ED2F-E8FB-17A6-5F7074EE9B74}"/>
              </a:ext>
            </a:extLst>
          </p:cNvPr>
          <p:cNvSpPr>
            <a:spLocks noGrp="1"/>
          </p:cNvSpPr>
          <p:nvPr/>
        </p:nvSpPr>
        <p:spPr>
          <a:xfrm>
            <a:off x="10725910" y="1490683"/>
            <a:ext cx="321207" cy="423997"/>
          </a:xfrm>
          <a:custGeom>
            <a:avLst/>
            <a:gdLst/>
            <a:ahLst/>
            <a:cxnLst/>
            <a:rect l="l" t="t" r="r" b="b"/>
            <a:pathLst>
              <a:path w="423274" h="545612">
                <a:moveTo>
                  <a:pt x="211685" y="516844"/>
                </a:moveTo>
                <a:cubicBezTo>
                  <a:pt x="94991" y="449546"/>
                  <a:pt x="0" y="285389"/>
                  <a:pt x="0" y="150793"/>
                </a:cubicBezTo>
                <a:cubicBezTo>
                  <a:pt x="0" y="16197"/>
                  <a:pt x="95182" y="-38459"/>
                  <a:pt x="211685" y="28744"/>
                </a:cubicBezTo>
                <a:cubicBezTo>
                  <a:pt x="328187" y="95947"/>
                  <a:pt x="423274" y="260295"/>
                  <a:pt x="423274" y="394795"/>
                </a:cubicBezTo>
                <a:cubicBezTo>
                  <a:pt x="423274" y="529296"/>
                  <a:pt x="328283" y="584142"/>
                  <a:pt x="211685" y="516844"/>
                </a:cubicBezTo>
                <a:close/>
                <a:moveTo>
                  <a:pt x="211685" y="99274"/>
                </a:moveTo>
                <a:cubicBezTo>
                  <a:pt x="128686" y="51747"/>
                  <a:pt x="61202" y="90434"/>
                  <a:pt x="61202" y="186058"/>
                </a:cubicBezTo>
                <a:cubicBezTo>
                  <a:pt x="61202" y="281682"/>
                  <a:pt x="128686" y="398502"/>
                  <a:pt x="211685" y="446314"/>
                </a:cubicBezTo>
                <a:cubicBezTo>
                  <a:pt x="294683" y="494126"/>
                  <a:pt x="362167" y="455249"/>
                  <a:pt x="362167" y="359531"/>
                </a:cubicBezTo>
                <a:cubicBezTo>
                  <a:pt x="362167" y="263811"/>
                  <a:pt x="294493" y="147561"/>
                  <a:pt x="211685" y="99274"/>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0" name="Google Shape;2564;p47">
            <a:extLst>
              <a:ext uri="{FF2B5EF4-FFF2-40B4-BE49-F238E27FC236}">
                <a16:creationId xmlns:a16="http://schemas.microsoft.com/office/drawing/2014/main" id="{C06DB161-8045-9FEE-64F8-BA388C6C8E59}"/>
              </a:ext>
            </a:extLst>
          </p:cNvPr>
          <p:cNvSpPr>
            <a:spLocks noGrp="1"/>
          </p:cNvSpPr>
          <p:nvPr/>
        </p:nvSpPr>
        <p:spPr>
          <a:xfrm>
            <a:off x="10725910" y="1490683"/>
            <a:ext cx="321207" cy="424011"/>
          </a:xfrm>
          <a:custGeom>
            <a:avLst/>
            <a:gdLst/>
            <a:ahLst/>
            <a:cxnLst/>
            <a:rect l="l" t="t" r="r" b="b"/>
            <a:pathLst>
              <a:path w="423274" h="545629">
                <a:moveTo>
                  <a:pt x="211685" y="516844"/>
                </a:moveTo>
                <a:cubicBezTo>
                  <a:pt x="94991" y="449546"/>
                  <a:pt x="0" y="285389"/>
                  <a:pt x="0" y="150793"/>
                </a:cubicBezTo>
                <a:cubicBezTo>
                  <a:pt x="0" y="16197"/>
                  <a:pt x="95182" y="-38459"/>
                  <a:pt x="211685" y="28744"/>
                </a:cubicBezTo>
                <a:lnTo>
                  <a:pt x="211685" y="99274"/>
                </a:lnTo>
                <a:cubicBezTo>
                  <a:pt x="128686" y="51747"/>
                  <a:pt x="61202" y="90434"/>
                  <a:pt x="61202" y="186058"/>
                </a:cubicBezTo>
                <a:cubicBezTo>
                  <a:pt x="61202" y="281682"/>
                  <a:pt x="128686" y="398502"/>
                  <a:pt x="211685" y="446314"/>
                </a:cubicBezTo>
                <a:cubicBezTo>
                  <a:pt x="294683" y="494126"/>
                  <a:pt x="362167" y="455249"/>
                  <a:pt x="362167" y="359531"/>
                </a:cubicBezTo>
                <a:lnTo>
                  <a:pt x="423274" y="394795"/>
                </a:lnTo>
                <a:cubicBezTo>
                  <a:pt x="423179" y="529391"/>
                  <a:pt x="328283" y="584142"/>
                  <a:pt x="211685" y="516844"/>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1" name="Google Shape;2565;p47">
            <a:extLst>
              <a:ext uri="{FF2B5EF4-FFF2-40B4-BE49-F238E27FC236}">
                <a16:creationId xmlns:a16="http://schemas.microsoft.com/office/drawing/2014/main" id="{B6DA8BC0-3832-E8F0-C6D1-39ADAF7BC1FD}"/>
              </a:ext>
            </a:extLst>
          </p:cNvPr>
          <p:cNvSpPr>
            <a:spLocks noGrp="1"/>
          </p:cNvSpPr>
          <p:nvPr/>
        </p:nvSpPr>
        <p:spPr>
          <a:xfrm>
            <a:off x="11100567" y="1711968"/>
            <a:ext cx="321134" cy="424030"/>
          </a:xfrm>
          <a:custGeom>
            <a:avLst/>
            <a:gdLst/>
            <a:ahLst/>
            <a:cxnLst/>
            <a:rect l="l" t="t" r="r" b="b"/>
            <a:pathLst>
              <a:path w="423179" h="545654">
                <a:moveTo>
                  <a:pt x="211589" y="516869"/>
                </a:moveTo>
                <a:cubicBezTo>
                  <a:pt x="94896" y="449571"/>
                  <a:pt x="0" y="285318"/>
                  <a:pt x="0" y="150817"/>
                </a:cubicBezTo>
                <a:cubicBezTo>
                  <a:pt x="0" y="16316"/>
                  <a:pt x="95182" y="-38529"/>
                  <a:pt x="211589" y="28769"/>
                </a:cubicBezTo>
                <a:cubicBezTo>
                  <a:pt x="327997" y="96066"/>
                  <a:pt x="423179" y="260224"/>
                  <a:pt x="423179" y="394820"/>
                </a:cubicBezTo>
                <a:cubicBezTo>
                  <a:pt x="423179" y="529416"/>
                  <a:pt x="328283" y="584167"/>
                  <a:pt x="211589" y="516869"/>
                </a:cubicBezTo>
                <a:close/>
                <a:moveTo>
                  <a:pt x="211589" y="99298"/>
                </a:moveTo>
                <a:cubicBezTo>
                  <a:pt x="128591" y="51772"/>
                  <a:pt x="61107" y="90363"/>
                  <a:pt x="61107" y="186082"/>
                </a:cubicBezTo>
                <a:cubicBezTo>
                  <a:pt x="61107" y="281801"/>
                  <a:pt x="128591" y="398432"/>
                  <a:pt x="211589" y="446339"/>
                </a:cubicBezTo>
                <a:cubicBezTo>
                  <a:pt x="294588" y="494246"/>
                  <a:pt x="362072" y="455274"/>
                  <a:pt x="362072" y="359555"/>
                </a:cubicBezTo>
                <a:cubicBezTo>
                  <a:pt x="362072" y="263836"/>
                  <a:pt x="294588" y="147110"/>
                  <a:pt x="211589" y="99298"/>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2" name="Google Shape;2566;p47">
            <a:extLst>
              <a:ext uri="{FF2B5EF4-FFF2-40B4-BE49-F238E27FC236}">
                <a16:creationId xmlns:a16="http://schemas.microsoft.com/office/drawing/2014/main" id="{6A38E9E2-FE61-C507-1ABD-974E4F972269}"/>
              </a:ext>
            </a:extLst>
          </p:cNvPr>
          <p:cNvSpPr>
            <a:spLocks noGrp="1"/>
          </p:cNvSpPr>
          <p:nvPr/>
        </p:nvSpPr>
        <p:spPr>
          <a:xfrm>
            <a:off x="11100567" y="1711968"/>
            <a:ext cx="252082" cy="424262"/>
          </a:xfrm>
          <a:custGeom>
            <a:avLst/>
            <a:gdLst/>
            <a:ahLst/>
            <a:cxnLst/>
            <a:rect l="l" t="t" r="r" b="b"/>
            <a:pathLst>
              <a:path w="332185" h="545952">
                <a:moveTo>
                  <a:pt x="211589" y="516869"/>
                </a:moveTo>
                <a:cubicBezTo>
                  <a:pt x="94896" y="449571"/>
                  <a:pt x="0" y="285318"/>
                  <a:pt x="0" y="150817"/>
                </a:cubicBezTo>
                <a:cubicBezTo>
                  <a:pt x="0" y="16316"/>
                  <a:pt x="95182" y="-38529"/>
                  <a:pt x="211589" y="28769"/>
                </a:cubicBezTo>
                <a:lnTo>
                  <a:pt x="211589" y="99298"/>
                </a:lnTo>
                <a:cubicBezTo>
                  <a:pt x="128591" y="51772"/>
                  <a:pt x="61107" y="90363"/>
                  <a:pt x="61107" y="186082"/>
                </a:cubicBezTo>
                <a:cubicBezTo>
                  <a:pt x="61107" y="281801"/>
                  <a:pt x="128591" y="398432"/>
                  <a:pt x="211589" y="446339"/>
                </a:cubicBezTo>
                <a:cubicBezTo>
                  <a:pt x="242429" y="464114"/>
                  <a:pt x="272030" y="470483"/>
                  <a:pt x="297253" y="465350"/>
                </a:cubicBezTo>
                <a:lnTo>
                  <a:pt x="332185" y="543389"/>
                </a:lnTo>
                <a:cubicBezTo>
                  <a:pt x="296682" y="550898"/>
                  <a:pt x="254993" y="541868"/>
                  <a:pt x="211589" y="516869"/>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3" name="Google Shape;2567;p47">
            <a:extLst>
              <a:ext uri="{FF2B5EF4-FFF2-40B4-BE49-F238E27FC236}">
                <a16:creationId xmlns:a16="http://schemas.microsoft.com/office/drawing/2014/main" id="{C93DF8C1-0966-AB25-F0F8-6A73AA86E865}"/>
              </a:ext>
            </a:extLst>
          </p:cNvPr>
          <p:cNvSpPr>
            <a:spLocks noGrp="1"/>
          </p:cNvSpPr>
          <p:nvPr/>
        </p:nvSpPr>
        <p:spPr>
          <a:xfrm>
            <a:off x="11475225" y="1933125"/>
            <a:ext cx="321423" cy="424030"/>
          </a:xfrm>
          <a:custGeom>
            <a:avLst/>
            <a:gdLst/>
            <a:ahLst/>
            <a:cxnLst/>
            <a:rect l="l" t="t" r="r" b="b"/>
            <a:pathLst>
              <a:path w="423559" h="545654">
                <a:moveTo>
                  <a:pt x="211590" y="516869"/>
                </a:moveTo>
                <a:cubicBezTo>
                  <a:pt x="94896" y="449571"/>
                  <a:pt x="0" y="285318"/>
                  <a:pt x="0" y="150817"/>
                </a:cubicBezTo>
                <a:cubicBezTo>
                  <a:pt x="0" y="16317"/>
                  <a:pt x="95182" y="-38529"/>
                  <a:pt x="211590" y="28769"/>
                </a:cubicBezTo>
                <a:cubicBezTo>
                  <a:pt x="327997" y="96066"/>
                  <a:pt x="423560" y="260224"/>
                  <a:pt x="423560" y="394820"/>
                </a:cubicBezTo>
                <a:cubicBezTo>
                  <a:pt x="423560" y="529416"/>
                  <a:pt x="328378" y="584167"/>
                  <a:pt x="211590" y="516869"/>
                </a:cubicBezTo>
                <a:close/>
                <a:moveTo>
                  <a:pt x="211590" y="99298"/>
                </a:moveTo>
                <a:cubicBezTo>
                  <a:pt x="128686" y="51772"/>
                  <a:pt x="61107" y="90363"/>
                  <a:pt x="61107" y="186082"/>
                </a:cubicBezTo>
                <a:cubicBezTo>
                  <a:pt x="61107" y="281801"/>
                  <a:pt x="128686" y="398432"/>
                  <a:pt x="211590" y="446339"/>
                </a:cubicBezTo>
                <a:cubicBezTo>
                  <a:pt x="294493" y="494246"/>
                  <a:pt x="362072" y="455274"/>
                  <a:pt x="362072" y="359555"/>
                </a:cubicBezTo>
                <a:cubicBezTo>
                  <a:pt x="362072" y="263836"/>
                  <a:pt x="294588" y="147110"/>
                  <a:pt x="211590" y="99298"/>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4" name="Google Shape;2568;p47">
            <a:extLst>
              <a:ext uri="{FF2B5EF4-FFF2-40B4-BE49-F238E27FC236}">
                <a16:creationId xmlns:a16="http://schemas.microsoft.com/office/drawing/2014/main" id="{83466242-21F5-A620-EDF2-A3BB0A1F439B}"/>
              </a:ext>
            </a:extLst>
          </p:cNvPr>
          <p:cNvSpPr>
            <a:spLocks noGrp="1"/>
          </p:cNvSpPr>
          <p:nvPr/>
        </p:nvSpPr>
        <p:spPr>
          <a:xfrm>
            <a:off x="11475225" y="1933111"/>
            <a:ext cx="160567" cy="222991"/>
          </a:xfrm>
          <a:custGeom>
            <a:avLst/>
            <a:gdLst/>
            <a:ahLst/>
            <a:cxnLst/>
            <a:rect l="l" t="t" r="r" b="b"/>
            <a:pathLst>
              <a:path w="211589" h="286951">
                <a:moveTo>
                  <a:pt x="27412" y="286951"/>
                </a:moveTo>
                <a:cubicBezTo>
                  <a:pt x="10194" y="243588"/>
                  <a:pt x="904" y="197477"/>
                  <a:pt x="0" y="150835"/>
                </a:cubicBezTo>
                <a:cubicBezTo>
                  <a:pt x="0" y="16239"/>
                  <a:pt x="95182" y="-38512"/>
                  <a:pt x="211590" y="28786"/>
                </a:cubicBezTo>
                <a:lnTo>
                  <a:pt x="211590" y="99315"/>
                </a:lnTo>
                <a:cubicBezTo>
                  <a:pt x="128686" y="51789"/>
                  <a:pt x="61107" y="90380"/>
                  <a:pt x="61107" y="186099"/>
                </a:cubicBezTo>
                <a:cubicBezTo>
                  <a:pt x="61830" y="219254"/>
                  <a:pt x="68540" y="252000"/>
                  <a:pt x="80905" y="282769"/>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5" name="Google Shape;2569;p47">
            <a:extLst>
              <a:ext uri="{FF2B5EF4-FFF2-40B4-BE49-F238E27FC236}">
                <a16:creationId xmlns:a16="http://schemas.microsoft.com/office/drawing/2014/main" id="{83C998A1-ACA9-230F-2F05-611E82ADC0F9}"/>
              </a:ext>
            </a:extLst>
          </p:cNvPr>
          <p:cNvSpPr>
            <a:spLocks noGrp="1"/>
          </p:cNvSpPr>
          <p:nvPr/>
        </p:nvSpPr>
        <p:spPr>
          <a:xfrm>
            <a:off x="10864953" y="4047976"/>
            <a:ext cx="326190" cy="192643"/>
          </a:xfrm>
          <a:custGeom>
            <a:avLst/>
            <a:gdLst/>
            <a:ahLst/>
            <a:cxnLst/>
            <a:rect l="l" t="t" r="r" b="b"/>
            <a:pathLst>
              <a:path w="429841" h="247899">
                <a:moveTo>
                  <a:pt x="429842" y="123950"/>
                </a:moveTo>
                <a:cubicBezTo>
                  <a:pt x="429842" y="192405"/>
                  <a:pt x="333619" y="247900"/>
                  <a:pt x="214921" y="247900"/>
                </a:cubicBezTo>
                <a:cubicBezTo>
                  <a:pt x="96224" y="247900"/>
                  <a:pt x="0" y="192406"/>
                  <a:pt x="0" y="123950"/>
                </a:cubicBezTo>
                <a:cubicBezTo>
                  <a:pt x="0" y="55494"/>
                  <a:pt x="96224" y="0"/>
                  <a:pt x="214921" y="0"/>
                </a:cubicBezTo>
                <a:cubicBezTo>
                  <a:pt x="333619" y="0"/>
                  <a:pt x="429842" y="55494"/>
                  <a:pt x="429842" y="123950"/>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6" name="Google Shape;2570;p47">
            <a:extLst>
              <a:ext uri="{FF2B5EF4-FFF2-40B4-BE49-F238E27FC236}">
                <a16:creationId xmlns:a16="http://schemas.microsoft.com/office/drawing/2014/main" id="{96F65C99-0073-E658-F2CA-0C5A3920B602}"/>
              </a:ext>
            </a:extLst>
          </p:cNvPr>
          <p:cNvSpPr>
            <a:spLocks noGrp="1"/>
          </p:cNvSpPr>
          <p:nvPr/>
        </p:nvSpPr>
        <p:spPr>
          <a:xfrm>
            <a:off x="9140748" y="4085943"/>
            <a:ext cx="326190" cy="192643"/>
          </a:xfrm>
          <a:custGeom>
            <a:avLst/>
            <a:gdLst/>
            <a:ahLst/>
            <a:cxnLst/>
            <a:rect l="l" t="t" r="r" b="b"/>
            <a:pathLst>
              <a:path w="429841" h="247899">
                <a:moveTo>
                  <a:pt x="429842" y="123950"/>
                </a:moveTo>
                <a:cubicBezTo>
                  <a:pt x="429842" y="192405"/>
                  <a:pt x="333619" y="247900"/>
                  <a:pt x="214921" y="247900"/>
                </a:cubicBezTo>
                <a:cubicBezTo>
                  <a:pt x="96223" y="247900"/>
                  <a:pt x="0" y="192406"/>
                  <a:pt x="0" y="123950"/>
                </a:cubicBezTo>
                <a:cubicBezTo>
                  <a:pt x="0" y="55494"/>
                  <a:pt x="96223" y="0"/>
                  <a:pt x="214921" y="0"/>
                </a:cubicBezTo>
                <a:cubicBezTo>
                  <a:pt x="333619" y="0"/>
                  <a:pt x="429842" y="55494"/>
                  <a:pt x="429842" y="123950"/>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7" name="Google Shape;2571;p47">
            <a:extLst>
              <a:ext uri="{FF2B5EF4-FFF2-40B4-BE49-F238E27FC236}">
                <a16:creationId xmlns:a16="http://schemas.microsoft.com/office/drawing/2014/main" id="{3DE133DF-8EF2-D54C-CC9E-ACF788700287}"/>
              </a:ext>
            </a:extLst>
          </p:cNvPr>
          <p:cNvSpPr>
            <a:spLocks noGrp="1"/>
          </p:cNvSpPr>
          <p:nvPr/>
        </p:nvSpPr>
        <p:spPr>
          <a:xfrm>
            <a:off x="8575186" y="3212174"/>
            <a:ext cx="326190" cy="192643"/>
          </a:xfrm>
          <a:custGeom>
            <a:avLst/>
            <a:gdLst/>
            <a:ahLst/>
            <a:cxnLst/>
            <a:rect l="l" t="t" r="r" b="b"/>
            <a:pathLst>
              <a:path w="429841" h="247899">
                <a:moveTo>
                  <a:pt x="429842" y="123950"/>
                </a:moveTo>
                <a:cubicBezTo>
                  <a:pt x="429842" y="192406"/>
                  <a:pt x="333619" y="247900"/>
                  <a:pt x="214921" y="247900"/>
                </a:cubicBezTo>
                <a:cubicBezTo>
                  <a:pt x="96223" y="247900"/>
                  <a:pt x="0" y="192406"/>
                  <a:pt x="0" y="123950"/>
                </a:cubicBezTo>
                <a:cubicBezTo>
                  <a:pt x="0" y="55494"/>
                  <a:pt x="96223" y="0"/>
                  <a:pt x="214921" y="0"/>
                </a:cubicBezTo>
                <a:cubicBezTo>
                  <a:pt x="333619" y="0"/>
                  <a:pt x="429842" y="55494"/>
                  <a:pt x="429842" y="123950"/>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8" name="Google Shape;2572;p47">
            <a:extLst>
              <a:ext uri="{FF2B5EF4-FFF2-40B4-BE49-F238E27FC236}">
                <a16:creationId xmlns:a16="http://schemas.microsoft.com/office/drawing/2014/main" id="{883634C5-918D-F913-C664-1E3645B4A3F0}"/>
              </a:ext>
            </a:extLst>
          </p:cNvPr>
          <p:cNvSpPr>
            <a:spLocks noGrp="1"/>
          </p:cNvSpPr>
          <p:nvPr/>
        </p:nvSpPr>
        <p:spPr>
          <a:xfrm>
            <a:off x="11027679" y="4121250"/>
            <a:ext cx="88468" cy="70113"/>
          </a:xfrm>
          <a:custGeom>
            <a:avLst/>
            <a:gdLst/>
            <a:ahLst/>
            <a:cxnLst/>
            <a:rect l="l" t="t" r="r" b="b"/>
            <a:pathLst>
              <a:path w="116580" h="90224">
                <a:moveTo>
                  <a:pt x="107376" y="2"/>
                </a:moveTo>
                <a:cubicBezTo>
                  <a:pt x="93384" y="11314"/>
                  <a:pt x="72729" y="953"/>
                  <a:pt x="71682" y="1998"/>
                </a:cubicBezTo>
                <a:cubicBezTo>
                  <a:pt x="55302" y="17235"/>
                  <a:pt x="38074" y="31550"/>
                  <a:pt x="20094" y="44868"/>
                </a:cubicBezTo>
                <a:cubicBezTo>
                  <a:pt x="11432" y="51711"/>
                  <a:pt x="-2179" y="60932"/>
                  <a:pt x="296" y="74049"/>
                </a:cubicBezTo>
                <a:cubicBezTo>
                  <a:pt x="4674" y="97622"/>
                  <a:pt x="42366" y="90398"/>
                  <a:pt x="56644" y="83554"/>
                </a:cubicBezTo>
                <a:cubicBezTo>
                  <a:pt x="70921" y="76711"/>
                  <a:pt x="82438" y="64544"/>
                  <a:pt x="95954" y="56084"/>
                </a:cubicBezTo>
                <a:cubicBezTo>
                  <a:pt x="105472" y="50095"/>
                  <a:pt x="114990" y="47054"/>
                  <a:pt x="116513" y="34887"/>
                </a:cubicBezTo>
                <a:cubicBezTo>
                  <a:pt x="117370" y="27187"/>
                  <a:pt x="109850" y="-283"/>
                  <a:pt x="107376" y="2"/>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9" name="Google Shape;2573;p47">
            <a:extLst>
              <a:ext uri="{FF2B5EF4-FFF2-40B4-BE49-F238E27FC236}">
                <a16:creationId xmlns:a16="http://schemas.microsoft.com/office/drawing/2014/main" id="{CF60DBE5-00A7-9803-8C4D-5AF052703B6A}"/>
              </a:ext>
            </a:extLst>
          </p:cNvPr>
          <p:cNvSpPr>
            <a:spLocks noGrp="1"/>
          </p:cNvSpPr>
          <p:nvPr/>
        </p:nvSpPr>
        <p:spPr>
          <a:xfrm>
            <a:off x="11028048" y="4144298"/>
            <a:ext cx="88066" cy="47001"/>
          </a:xfrm>
          <a:custGeom>
            <a:avLst/>
            <a:gdLst/>
            <a:ahLst/>
            <a:cxnLst/>
            <a:rect l="l" t="t" r="r" b="b"/>
            <a:pathLst>
              <a:path w="116051" h="60483">
                <a:moveTo>
                  <a:pt x="115837" y="0"/>
                </a:moveTo>
                <a:cubicBezTo>
                  <a:pt x="113933" y="11597"/>
                  <a:pt x="104605" y="14828"/>
                  <a:pt x="95087" y="20722"/>
                </a:cubicBezTo>
                <a:cubicBezTo>
                  <a:pt x="81381" y="29182"/>
                  <a:pt x="69388" y="41443"/>
                  <a:pt x="55110" y="48572"/>
                </a:cubicBezTo>
                <a:cubicBezTo>
                  <a:pt x="40833" y="55701"/>
                  <a:pt x="9233" y="61880"/>
                  <a:pt x="0" y="45055"/>
                </a:cubicBezTo>
                <a:cubicBezTo>
                  <a:pt x="5045" y="67773"/>
                  <a:pt x="42071" y="60644"/>
                  <a:pt x="56157" y="53515"/>
                </a:cubicBezTo>
                <a:cubicBezTo>
                  <a:pt x="70244" y="46386"/>
                  <a:pt x="81952" y="34505"/>
                  <a:pt x="95468" y="26045"/>
                </a:cubicBezTo>
                <a:cubicBezTo>
                  <a:pt x="104986" y="20056"/>
                  <a:pt x="114504" y="17015"/>
                  <a:pt x="116027" y="4848"/>
                </a:cubicBezTo>
                <a:cubicBezTo>
                  <a:pt x="116093" y="3232"/>
                  <a:pt x="116027" y="1606"/>
                  <a:pt x="115837" y="0"/>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0" name="Google Shape;2574;p47">
            <a:extLst>
              <a:ext uri="{FF2B5EF4-FFF2-40B4-BE49-F238E27FC236}">
                <a16:creationId xmlns:a16="http://schemas.microsoft.com/office/drawing/2014/main" id="{E48520FF-858F-C8CB-AFF8-077CF2CA6A12}"/>
              </a:ext>
            </a:extLst>
          </p:cNvPr>
          <p:cNvSpPr>
            <a:spLocks noGrp="1"/>
          </p:cNvSpPr>
          <p:nvPr/>
        </p:nvSpPr>
        <p:spPr>
          <a:xfrm>
            <a:off x="10936886" y="4086189"/>
            <a:ext cx="88459" cy="67520"/>
          </a:xfrm>
          <a:custGeom>
            <a:avLst/>
            <a:gdLst/>
            <a:ahLst/>
            <a:cxnLst/>
            <a:rect l="l" t="t" r="r" b="b"/>
            <a:pathLst>
              <a:path w="116569" h="86887">
                <a:moveTo>
                  <a:pt x="105663" y="63"/>
                </a:moveTo>
                <a:cubicBezTo>
                  <a:pt x="91671" y="11470"/>
                  <a:pt x="67590" y="-982"/>
                  <a:pt x="66162" y="63"/>
                </a:cubicBezTo>
                <a:cubicBezTo>
                  <a:pt x="51656" y="14825"/>
                  <a:pt x="36275" y="28693"/>
                  <a:pt x="20094" y="41602"/>
                </a:cubicBezTo>
                <a:cubicBezTo>
                  <a:pt x="11432" y="48446"/>
                  <a:pt x="-2179" y="57666"/>
                  <a:pt x="296" y="70783"/>
                </a:cubicBezTo>
                <a:cubicBezTo>
                  <a:pt x="4674" y="94261"/>
                  <a:pt x="42367" y="87037"/>
                  <a:pt x="56644" y="80288"/>
                </a:cubicBezTo>
                <a:cubicBezTo>
                  <a:pt x="70921" y="73540"/>
                  <a:pt x="82438" y="61278"/>
                  <a:pt x="95954" y="52818"/>
                </a:cubicBezTo>
                <a:cubicBezTo>
                  <a:pt x="105472" y="46830"/>
                  <a:pt x="114990" y="43313"/>
                  <a:pt x="116513" y="31621"/>
                </a:cubicBezTo>
                <a:cubicBezTo>
                  <a:pt x="117370" y="23922"/>
                  <a:pt x="108137" y="-222"/>
                  <a:pt x="105663" y="63"/>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1" name="Google Shape;2575;p47">
            <a:extLst>
              <a:ext uri="{FF2B5EF4-FFF2-40B4-BE49-F238E27FC236}">
                <a16:creationId xmlns:a16="http://schemas.microsoft.com/office/drawing/2014/main" id="{CCDE84BF-E796-7504-B1E1-8FFA722BE07F}"/>
              </a:ext>
            </a:extLst>
          </p:cNvPr>
          <p:cNvSpPr>
            <a:spLocks noGrp="1"/>
          </p:cNvSpPr>
          <p:nvPr/>
        </p:nvSpPr>
        <p:spPr>
          <a:xfrm>
            <a:off x="10937111" y="4107955"/>
            <a:ext cx="88101" cy="47149"/>
          </a:xfrm>
          <a:custGeom>
            <a:avLst/>
            <a:gdLst/>
            <a:ahLst/>
            <a:cxnLst/>
            <a:rect l="l" t="t" r="r" b="b"/>
            <a:pathLst>
              <a:path w="116097" h="60673">
                <a:moveTo>
                  <a:pt x="115741" y="0"/>
                </a:moveTo>
                <a:cubicBezTo>
                  <a:pt x="114218" y="11407"/>
                  <a:pt x="104700" y="14828"/>
                  <a:pt x="95182" y="20912"/>
                </a:cubicBezTo>
                <a:cubicBezTo>
                  <a:pt x="81476" y="29372"/>
                  <a:pt x="69388" y="41634"/>
                  <a:pt x="55205" y="48858"/>
                </a:cubicBezTo>
                <a:cubicBezTo>
                  <a:pt x="41023" y="56082"/>
                  <a:pt x="9233" y="62070"/>
                  <a:pt x="0" y="45246"/>
                </a:cubicBezTo>
                <a:cubicBezTo>
                  <a:pt x="5045" y="67964"/>
                  <a:pt x="42071" y="60835"/>
                  <a:pt x="56157" y="53706"/>
                </a:cubicBezTo>
                <a:cubicBezTo>
                  <a:pt x="70244" y="46577"/>
                  <a:pt x="82047" y="34695"/>
                  <a:pt x="95468" y="26235"/>
                </a:cubicBezTo>
                <a:cubicBezTo>
                  <a:pt x="104986" y="20246"/>
                  <a:pt x="114504" y="16730"/>
                  <a:pt x="116027" y="5133"/>
                </a:cubicBezTo>
                <a:cubicBezTo>
                  <a:pt x="116179" y="3413"/>
                  <a:pt x="116084" y="1692"/>
                  <a:pt x="115741" y="0"/>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2" name="Google Shape;2576;p47">
            <a:extLst>
              <a:ext uri="{FF2B5EF4-FFF2-40B4-BE49-F238E27FC236}">
                <a16:creationId xmlns:a16="http://schemas.microsoft.com/office/drawing/2014/main" id="{6071BAF2-CD3F-3AE0-02C3-46FA5DC35B04}"/>
              </a:ext>
            </a:extLst>
          </p:cNvPr>
          <p:cNvSpPr>
            <a:spLocks noGrp="1"/>
          </p:cNvSpPr>
          <p:nvPr/>
        </p:nvSpPr>
        <p:spPr>
          <a:xfrm>
            <a:off x="10959502" y="3682188"/>
            <a:ext cx="152067" cy="446179"/>
          </a:xfrm>
          <a:custGeom>
            <a:avLst/>
            <a:gdLst/>
            <a:ahLst/>
            <a:cxnLst/>
            <a:rect l="l" t="t" r="r" b="b"/>
            <a:pathLst>
              <a:path w="200389" h="574156">
                <a:moveTo>
                  <a:pt x="197978" y="49713"/>
                </a:moveTo>
                <a:cubicBezTo>
                  <a:pt x="197312" y="70815"/>
                  <a:pt x="190745" y="162447"/>
                  <a:pt x="187794" y="211304"/>
                </a:cubicBezTo>
                <a:cubicBezTo>
                  <a:pt x="184843" y="260162"/>
                  <a:pt x="184177" y="319285"/>
                  <a:pt x="184177" y="319285"/>
                </a:cubicBezTo>
                <a:cubicBezTo>
                  <a:pt x="184177" y="319285"/>
                  <a:pt x="192553" y="354645"/>
                  <a:pt x="197978" y="396183"/>
                </a:cubicBezTo>
                <a:cubicBezTo>
                  <a:pt x="203404" y="437722"/>
                  <a:pt x="197978" y="568896"/>
                  <a:pt x="197978" y="568896"/>
                </a:cubicBezTo>
                <a:cubicBezTo>
                  <a:pt x="187080" y="575911"/>
                  <a:pt x="173088" y="575911"/>
                  <a:pt x="162190" y="568896"/>
                </a:cubicBezTo>
                <a:cubicBezTo>
                  <a:pt x="162190" y="568896"/>
                  <a:pt x="139822" y="464337"/>
                  <a:pt x="129448" y="416810"/>
                </a:cubicBezTo>
                <a:cubicBezTo>
                  <a:pt x="119073" y="369283"/>
                  <a:pt x="117359" y="342193"/>
                  <a:pt x="111934" y="312916"/>
                </a:cubicBezTo>
                <a:cubicBezTo>
                  <a:pt x="105462" y="277462"/>
                  <a:pt x="91375" y="111973"/>
                  <a:pt x="91375" y="111973"/>
                </a:cubicBezTo>
                <a:lnTo>
                  <a:pt x="85759" y="111973"/>
                </a:lnTo>
                <a:lnTo>
                  <a:pt x="70815" y="298753"/>
                </a:lnTo>
                <a:cubicBezTo>
                  <a:pt x="75479" y="312508"/>
                  <a:pt x="78668" y="326718"/>
                  <a:pt x="80334" y="341147"/>
                </a:cubicBezTo>
                <a:cubicBezTo>
                  <a:pt x="84426" y="371660"/>
                  <a:pt x="76050" y="524696"/>
                  <a:pt x="76050" y="524696"/>
                </a:cubicBezTo>
                <a:cubicBezTo>
                  <a:pt x="63896" y="531473"/>
                  <a:pt x="48952" y="530846"/>
                  <a:pt x="37406" y="523080"/>
                </a:cubicBezTo>
                <a:cubicBezTo>
                  <a:pt x="37406" y="523080"/>
                  <a:pt x="0" y="320331"/>
                  <a:pt x="0" y="289533"/>
                </a:cubicBezTo>
                <a:cubicBezTo>
                  <a:pt x="0" y="269097"/>
                  <a:pt x="3522" y="0"/>
                  <a:pt x="3522" y="0"/>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3" name="Google Shape;2577;p47">
            <a:extLst>
              <a:ext uri="{FF2B5EF4-FFF2-40B4-BE49-F238E27FC236}">
                <a16:creationId xmlns:a16="http://schemas.microsoft.com/office/drawing/2014/main" id="{EB4A8744-C349-67CF-BDC3-B069E92CCD0A}"/>
              </a:ext>
            </a:extLst>
          </p:cNvPr>
          <p:cNvSpPr>
            <a:spLocks noGrp="1"/>
          </p:cNvSpPr>
          <p:nvPr/>
        </p:nvSpPr>
        <p:spPr>
          <a:xfrm>
            <a:off x="10993799" y="3403784"/>
            <a:ext cx="97486" cy="96922"/>
          </a:xfrm>
          <a:custGeom>
            <a:avLst/>
            <a:gdLst/>
            <a:ahLst/>
            <a:cxnLst/>
            <a:rect l="l" t="t" r="r" b="b"/>
            <a:pathLst>
              <a:path w="128464" h="124722">
                <a:moveTo>
                  <a:pt x="102147" y="0"/>
                </a:moveTo>
                <a:cubicBezTo>
                  <a:pt x="102147" y="0"/>
                  <a:pt x="99767" y="46006"/>
                  <a:pt x="100814" y="50093"/>
                </a:cubicBezTo>
                <a:cubicBezTo>
                  <a:pt x="101861" y="54181"/>
                  <a:pt x="121945" y="67678"/>
                  <a:pt x="127846" y="72431"/>
                </a:cubicBezTo>
                <a:cubicBezTo>
                  <a:pt x="133747" y="77183"/>
                  <a:pt x="95960" y="114445"/>
                  <a:pt x="77590" y="122904"/>
                </a:cubicBezTo>
                <a:cubicBezTo>
                  <a:pt x="59220" y="131364"/>
                  <a:pt x="1444" y="109122"/>
                  <a:pt x="112" y="80606"/>
                </a:cubicBezTo>
                <a:cubicBezTo>
                  <a:pt x="-1221" y="52089"/>
                  <a:pt x="9630" y="28136"/>
                  <a:pt x="19148" y="26900"/>
                </a:cubicBezTo>
                <a:cubicBezTo>
                  <a:pt x="28666" y="25665"/>
                  <a:pt x="102147" y="0"/>
                  <a:pt x="102147" y="0"/>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4" name="Google Shape;2578;p47">
            <a:extLst>
              <a:ext uri="{FF2B5EF4-FFF2-40B4-BE49-F238E27FC236}">
                <a16:creationId xmlns:a16="http://schemas.microsoft.com/office/drawing/2014/main" id="{809777B6-8B5B-FBC2-9C4B-4650F3AE712F}"/>
              </a:ext>
            </a:extLst>
          </p:cNvPr>
          <p:cNvSpPr>
            <a:spLocks noGrp="1"/>
          </p:cNvSpPr>
          <p:nvPr/>
        </p:nvSpPr>
        <p:spPr>
          <a:xfrm>
            <a:off x="10839673" y="3426831"/>
            <a:ext cx="138481" cy="277959"/>
          </a:xfrm>
          <a:custGeom>
            <a:avLst/>
            <a:gdLst/>
            <a:ahLst/>
            <a:cxnLst/>
            <a:rect l="l" t="t" r="r" b="b"/>
            <a:pathLst>
              <a:path w="182485" h="357686">
                <a:moveTo>
                  <a:pt x="179037" y="55702"/>
                </a:moveTo>
                <a:cubicBezTo>
                  <a:pt x="176277" y="35455"/>
                  <a:pt x="189697" y="16159"/>
                  <a:pt x="176752" y="0"/>
                </a:cubicBezTo>
                <a:cubicBezTo>
                  <a:pt x="131255" y="44485"/>
                  <a:pt x="136966" y="162352"/>
                  <a:pt x="126687" y="237634"/>
                </a:cubicBezTo>
                <a:cubicBezTo>
                  <a:pt x="92897" y="272899"/>
                  <a:pt x="25032" y="307594"/>
                  <a:pt x="5901" y="316243"/>
                </a:cubicBezTo>
                <a:cubicBezTo>
                  <a:pt x="2379" y="317764"/>
                  <a:pt x="-572" y="319475"/>
                  <a:pt x="95" y="323182"/>
                </a:cubicBezTo>
                <a:cubicBezTo>
                  <a:pt x="2665" y="335739"/>
                  <a:pt x="8061" y="347535"/>
                  <a:pt x="15895" y="357687"/>
                </a:cubicBezTo>
                <a:cubicBezTo>
                  <a:pt x="60821" y="338676"/>
                  <a:pt x="93183" y="327270"/>
                  <a:pt x="149150" y="274040"/>
                </a:cubicBezTo>
                <a:cubicBezTo>
                  <a:pt x="154509" y="268175"/>
                  <a:pt x="159287" y="261806"/>
                  <a:pt x="163427" y="255029"/>
                </a:cubicBezTo>
                <a:cubicBezTo>
                  <a:pt x="179608" y="207502"/>
                  <a:pt x="183605" y="90776"/>
                  <a:pt x="179037" y="55702"/>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5" name="Google Shape;2579;p47">
            <a:extLst>
              <a:ext uri="{FF2B5EF4-FFF2-40B4-BE49-F238E27FC236}">
                <a16:creationId xmlns:a16="http://schemas.microsoft.com/office/drawing/2014/main" id="{ADB2F2CC-AF76-A773-31A4-E17AE5376DDE}"/>
              </a:ext>
            </a:extLst>
          </p:cNvPr>
          <p:cNvSpPr>
            <a:spLocks noGrp="1"/>
          </p:cNvSpPr>
          <p:nvPr/>
        </p:nvSpPr>
        <p:spPr>
          <a:xfrm>
            <a:off x="10959488" y="3417318"/>
            <a:ext cx="158015" cy="325649"/>
          </a:xfrm>
          <a:custGeom>
            <a:avLst/>
            <a:gdLst/>
            <a:ahLst/>
            <a:cxnLst/>
            <a:rect l="l" t="t" r="r" b="b"/>
            <a:pathLst>
              <a:path w="208226" h="419055">
                <a:moveTo>
                  <a:pt x="152500" y="40568"/>
                </a:moveTo>
                <a:cubicBezTo>
                  <a:pt x="152500" y="40568"/>
                  <a:pt x="119091" y="90376"/>
                  <a:pt x="72357" y="95033"/>
                </a:cubicBezTo>
                <a:cubicBezTo>
                  <a:pt x="57699" y="80585"/>
                  <a:pt x="56366" y="29066"/>
                  <a:pt x="76736" y="12527"/>
                </a:cubicBezTo>
                <a:cubicBezTo>
                  <a:pt x="76736" y="12527"/>
                  <a:pt x="57699" y="-2491"/>
                  <a:pt x="45135" y="360"/>
                </a:cubicBezTo>
                <a:cubicBezTo>
                  <a:pt x="31448" y="8744"/>
                  <a:pt x="21301" y="21823"/>
                  <a:pt x="16580" y="37146"/>
                </a:cubicBezTo>
                <a:cubicBezTo>
                  <a:pt x="4702" y="71346"/>
                  <a:pt x="-885" y="107419"/>
                  <a:pt x="114" y="143606"/>
                </a:cubicBezTo>
                <a:cubicBezTo>
                  <a:pt x="875" y="192463"/>
                  <a:pt x="114" y="341698"/>
                  <a:pt x="114" y="341698"/>
                </a:cubicBezTo>
                <a:cubicBezTo>
                  <a:pt x="114" y="341698"/>
                  <a:pt x="6681" y="373256"/>
                  <a:pt x="48942" y="396734"/>
                </a:cubicBezTo>
                <a:cubicBezTo>
                  <a:pt x="91203" y="420212"/>
                  <a:pt x="122423" y="422493"/>
                  <a:pt x="151073" y="415745"/>
                </a:cubicBezTo>
                <a:cubicBezTo>
                  <a:pt x="174678" y="410231"/>
                  <a:pt x="194190" y="401866"/>
                  <a:pt x="202376" y="384757"/>
                </a:cubicBezTo>
                <a:cubicBezTo>
                  <a:pt x="200282" y="350538"/>
                  <a:pt x="184957" y="261187"/>
                  <a:pt x="190668" y="218223"/>
                </a:cubicBezTo>
                <a:cubicBezTo>
                  <a:pt x="196379" y="175259"/>
                  <a:pt x="205517" y="143036"/>
                  <a:pt x="207801" y="108246"/>
                </a:cubicBezTo>
                <a:cubicBezTo>
                  <a:pt x="210086" y="73456"/>
                  <a:pt x="203233" y="74122"/>
                  <a:pt x="185814" y="61765"/>
                </a:cubicBezTo>
                <a:cubicBezTo>
                  <a:pt x="175239" y="53904"/>
                  <a:pt x="164103" y="46813"/>
                  <a:pt x="152500" y="40568"/>
                </a:cubicBezTo>
                <a:close/>
              </a:path>
            </a:pathLst>
          </a:custGeom>
          <a:solidFill>
            <a:srgbClr val="F4F4F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6" name="Google Shape;2580;p47">
            <a:extLst>
              <a:ext uri="{FF2B5EF4-FFF2-40B4-BE49-F238E27FC236}">
                <a16:creationId xmlns:a16="http://schemas.microsoft.com/office/drawing/2014/main" id="{0B880E18-491F-5A21-6552-8DBA40AB54D0}"/>
              </a:ext>
            </a:extLst>
          </p:cNvPr>
          <p:cNvSpPr>
            <a:spLocks noGrp="1"/>
          </p:cNvSpPr>
          <p:nvPr/>
        </p:nvSpPr>
        <p:spPr>
          <a:xfrm>
            <a:off x="10989828" y="3303164"/>
            <a:ext cx="105050" cy="130749"/>
          </a:xfrm>
          <a:custGeom>
            <a:avLst/>
            <a:gdLst/>
            <a:ahLst/>
            <a:cxnLst/>
            <a:rect l="l" t="t" r="r" b="b"/>
            <a:pathLst>
              <a:path w="138431" h="168252">
                <a:moveTo>
                  <a:pt x="3060" y="60853"/>
                </a:moveTo>
                <a:lnTo>
                  <a:pt x="3060" y="60853"/>
                </a:lnTo>
                <a:cubicBezTo>
                  <a:pt x="8581" y="25112"/>
                  <a:pt x="34375" y="-1978"/>
                  <a:pt x="71211" y="113"/>
                </a:cubicBezTo>
                <a:cubicBezTo>
                  <a:pt x="110416" y="2252"/>
                  <a:pt x="140465" y="35740"/>
                  <a:pt x="138324" y="74892"/>
                </a:cubicBezTo>
                <a:cubicBezTo>
                  <a:pt x="138314" y="74930"/>
                  <a:pt x="138314" y="74978"/>
                  <a:pt x="138314" y="75016"/>
                </a:cubicBezTo>
                <a:cubicBezTo>
                  <a:pt x="137105" y="96983"/>
                  <a:pt x="125655" y="117105"/>
                  <a:pt x="107380" y="129386"/>
                </a:cubicBezTo>
                <a:cubicBezTo>
                  <a:pt x="106057" y="134804"/>
                  <a:pt x="104144" y="140071"/>
                  <a:pt x="101669" y="145070"/>
                </a:cubicBezTo>
                <a:cubicBezTo>
                  <a:pt x="88629" y="160279"/>
                  <a:pt x="49128" y="169689"/>
                  <a:pt x="37802" y="168073"/>
                </a:cubicBezTo>
                <a:cubicBezTo>
                  <a:pt x="23981" y="166847"/>
                  <a:pt x="12322" y="157313"/>
                  <a:pt x="8391" y="144025"/>
                </a:cubicBezTo>
                <a:cubicBezTo>
                  <a:pt x="-3793" y="115984"/>
                  <a:pt x="15" y="78533"/>
                  <a:pt x="3060" y="60853"/>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7" name="Google Shape;2581;p47">
            <a:extLst>
              <a:ext uri="{FF2B5EF4-FFF2-40B4-BE49-F238E27FC236}">
                <a16:creationId xmlns:a16="http://schemas.microsoft.com/office/drawing/2014/main" id="{A632B41B-0505-D676-BAF1-588E897F5923}"/>
              </a:ext>
            </a:extLst>
          </p:cNvPr>
          <p:cNvSpPr>
            <a:spLocks noGrp="1"/>
          </p:cNvSpPr>
          <p:nvPr/>
        </p:nvSpPr>
        <p:spPr>
          <a:xfrm>
            <a:off x="10993830" y="3291671"/>
            <a:ext cx="110866" cy="112039"/>
          </a:xfrm>
          <a:custGeom>
            <a:avLst/>
            <a:gdLst/>
            <a:ahLst/>
            <a:cxnLst/>
            <a:rect l="l" t="t" r="r" b="b"/>
            <a:pathLst>
              <a:path w="146095" h="144175">
                <a:moveTo>
                  <a:pt x="102106" y="144176"/>
                </a:moveTo>
                <a:lnTo>
                  <a:pt x="102106" y="144176"/>
                </a:lnTo>
                <a:lnTo>
                  <a:pt x="98680" y="113093"/>
                </a:lnTo>
                <a:cubicBezTo>
                  <a:pt x="98680" y="113093"/>
                  <a:pt x="124189" y="47126"/>
                  <a:pt x="63939" y="59768"/>
                </a:cubicBezTo>
                <a:cubicBezTo>
                  <a:pt x="24152" y="68133"/>
                  <a:pt x="14158" y="71745"/>
                  <a:pt x="2070" y="45130"/>
                </a:cubicBezTo>
                <a:cubicBezTo>
                  <a:pt x="-10018" y="18515"/>
                  <a:pt x="32624" y="-5534"/>
                  <a:pt x="83355" y="1120"/>
                </a:cubicBezTo>
                <a:cubicBezTo>
                  <a:pt x="119563" y="4913"/>
                  <a:pt x="146823" y="35777"/>
                  <a:pt x="146081" y="72125"/>
                </a:cubicBezTo>
                <a:cubicBezTo>
                  <a:pt x="144748" y="91706"/>
                  <a:pt x="139513" y="131439"/>
                  <a:pt x="102106" y="144176"/>
                </a:cubicBezTo>
                <a:close/>
              </a:path>
            </a:pathLst>
          </a:custGeom>
          <a:solidFill>
            <a:srgbClr val="3A2C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8" name="Google Shape;2582;p47">
            <a:extLst>
              <a:ext uri="{FF2B5EF4-FFF2-40B4-BE49-F238E27FC236}">
                <a16:creationId xmlns:a16="http://schemas.microsoft.com/office/drawing/2014/main" id="{4714F4C4-ACA6-2C56-9644-6838110C0D2C}"/>
              </a:ext>
            </a:extLst>
          </p:cNvPr>
          <p:cNvSpPr>
            <a:spLocks noGrp="1"/>
          </p:cNvSpPr>
          <p:nvPr/>
        </p:nvSpPr>
        <p:spPr>
          <a:xfrm>
            <a:off x="10983661" y="3481714"/>
            <a:ext cx="141800" cy="249077"/>
          </a:xfrm>
          <a:custGeom>
            <a:avLst/>
            <a:gdLst/>
            <a:ahLst/>
            <a:cxnLst/>
            <a:rect l="l" t="t" r="r" b="b"/>
            <a:pathLst>
              <a:path w="186859" h="320520">
                <a:moveTo>
                  <a:pt x="186131" y="4943"/>
                </a:moveTo>
                <a:cubicBezTo>
                  <a:pt x="168713" y="0"/>
                  <a:pt x="182039" y="4088"/>
                  <a:pt x="168713" y="0"/>
                </a:cubicBezTo>
                <a:cubicBezTo>
                  <a:pt x="123216" y="44485"/>
                  <a:pt x="128832" y="120813"/>
                  <a:pt x="118552" y="196286"/>
                </a:cubicBezTo>
                <a:cubicBezTo>
                  <a:pt x="93424" y="237729"/>
                  <a:pt x="241" y="293906"/>
                  <a:pt x="241" y="293906"/>
                </a:cubicBezTo>
                <a:cubicBezTo>
                  <a:pt x="-901" y="301986"/>
                  <a:pt x="1859" y="304362"/>
                  <a:pt x="11948" y="320521"/>
                </a:cubicBezTo>
                <a:cubicBezTo>
                  <a:pt x="63842" y="300693"/>
                  <a:pt x="111042" y="270295"/>
                  <a:pt x="150533" y="231266"/>
                </a:cubicBezTo>
                <a:cubicBezTo>
                  <a:pt x="152818" y="229174"/>
                  <a:pt x="156054" y="228604"/>
                  <a:pt x="157006" y="225752"/>
                </a:cubicBezTo>
                <a:cubicBezTo>
                  <a:pt x="172901" y="177655"/>
                  <a:pt x="190700" y="40018"/>
                  <a:pt x="186131" y="4943"/>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9" name="Google Shape;2583;p47">
            <a:extLst>
              <a:ext uri="{FF2B5EF4-FFF2-40B4-BE49-F238E27FC236}">
                <a16:creationId xmlns:a16="http://schemas.microsoft.com/office/drawing/2014/main" id="{2DE0BACB-5B6C-823A-461C-A4796FA25551}"/>
              </a:ext>
            </a:extLst>
          </p:cNvPr>
          <p:cNvSpPr>
            <a:spLocks noGrp="1"/>
          </p:cNvSpPr>
          <p:nvPr/>
        </p:nvSpPr>
        <p:spPr>
          <a:xfrm>
            <a:off x="10810130" y="3557796"/>
            <a:ext cx="164178" cy="225809"/>
          </a:xfrm>
          <a:custGeom>
            <a:avLst/>
            <a:gdLst/>
            <a:ahLst/>
            <a:cxnLst/>
            <a:rect l="l" t="t" r="r" b="b"/>
            <a:pathLst>
              <a:path w="216348" h="290578">
                <a:moveTo>
                  <a:pt x="0" y="0"/>
                </a:moveTo>
                <a:lnTo>
                  <a:pt x="67770" y="231360"/>
                </a:lnTo>
                <a:lnTo>
                  <a:pt x="216349" y="290579"/>
                </a:lnTo>
                <a:lnTo>
                  <a:pt x="162190" y="65302"/>
                </a:lnTo>
                <a:lnTo>
                  <a:pt x="0" y="0"/>
                </a:lnTo>
                <a:close/>
              </a:path>
            </a:pathLst>
          </a:custGeom>
          <a:solidFill>
            <a:srgbClr val="F4F4F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0" name="Google Shape;2584;p47">
            <a:extLst>
              <a:ext uri="{FF2B5EF4-FFF2-40B4-BE49-F238E27FC236}">
                <a16:creationId xmlns:a16="http://schemas.microsoft.com/office/drawing/2014/main" id="{E8DEF705-45BF-18F6-0C13-011314C58686}"/>
              </a:ext>
            </a:extLst>
          </p:cNvPr>
          <p:cNvSpPr>
            <a:spLocks noGrp="1"/>
          </p:cNvSpPr>
          <p:nvPr/>
        </p:nvSpPr>
        <p:spPr>
          <a:xfrm>
            <a:off x="10919498" y="3699399"/>
            <a:ext cx="83154" cy="41489"/>
          </a:xfrm>
          <a:custGeom>
            <a:avLst/>
            <a:gdLst/>
            <a:ahLst/>
            <a:cxnLst/>
            <a:rect l="l" t="t" r="r" b="b"/>
            <a:pathLst>
              <a:path w="109578" h="53390">
                <a:moveTo>
                  <a:pt x="108112" y="15494"/>
                </a:moveTo>
                <a:cubicBezTo>
                  <a:pt x="105923" y="7604"/>
                  <a:pt x="100212" y="9505"/>
                  <a:pt x="93739" y="11502"/>
                </a:cubicBezTo>
                <a:cubicBezTo>
                  <a:pt x="86772" y="14353"/>
                  <a:pt x="79100" y="15019"/>
                  <a:pt x="71752" y="13403"/>
                </a:cubicBezTo>
                <a:cubicBezTo>
                  <a:pt x="66003" y="10627"/>
                  <a:pt x="60683" y="7043"/>
                  <a:pt x="55952" y="2757"/>
                </a:cubicBezTo>
                <a:cubicBezTo>
                  <a:pt x="53077" y="1017"/>
                  <a:pt x="49794" y="67"/>
                  <a:pt x="46434" y="0"/>
                </a:cubicBezTo>
                <a:cubicBezTo>
                  <a:pt x="46434" y="1996"/>
                  <a:pt x="49860" y="13688"/>
                  <a:pt x="49860" y="13688"/>
                </a:cubicBezTo>
                <a:cubicBezTo>
                  <a:pt x="49860" y="13688"/>
                  <a:pt x="17308" y="13688"/>
                  <a:pt x="13977" y="13688"/>
                </a:cubicBezTo>
                <a:cubicBezTo>
                  <a:pt x="11045" y="13070"/>
                  <a:pt x="8171" y="14952"/>
                  <a:pt x="7552" y="17880"/>
                </a:cubicBezTo>
                <a:cubicBezTo>
                  <a:pt x="7200" y="19572"/>
                  <a:pt x="7676" y="21339"/>
                  <a:pt x="8837" y="22623"/>
                </a:cubicBezTo>
                <a:cubicBezTo>
                  <a:pt x="8104" y="22680"/>
                  <a:pt x="7381" y="22680"/>
                  <a:pt x="6648" y="22623"/>
                </a:cubicBezTo>
                <a:cubicBezTo>
                  <a:pt x="-15" y="21102"/>
                  <a:pt x="-2870" y="31368"/>
                  <a:pt x="3792" y="32889"/>
                </a:cubicBezTo>
                <a:cubicBezTo>
                  <a:pt x="5582" y="33231"/>
                  <a:pt x="7399" y="33487"/>
                  <a:pt x="9218" y="33649"/>
                </a:cubicBezTo>
                <a:cubicBezTo>
                  <a:pt x="4839" y="35360"/>
                  <a:pt x="3792" y="42584"/>
                  <a:pt x="9218" y="43154"/>
                </a:cubicBezTo>
                <a:lnTo>
                  <a:pt x="10836" y="43154"/>
                </a:lnTo>
                <a:cubicBezTo>
                  <a:pt x="11645" y="43373"/>
                  <a:pt x="12501" y="43373"/>
                  <a:pt x="13310" y="43154"/>
                </a:cubicBezTo>
                <a:lnTo>
                  <a:pt x="14262" y="43154"/>
                </a:lnTo>
                <a:cubicBezTo>
                  <a:pt x="13701" y="46358"/>
                  <a:pt x="15852" y="49418"/>
                  <a:pt x="19059" y="49970"/>
                </a:cubicBezTo>
                <a:cubicBezTo>
                  <a:pt x="19107" y="49979"/>
                  <a:pt x="19164" y="49989"/>
                  <a:pt x="19212" y="49998"/>
                </a:cubicBezTo>
                <a:cubicBezTo>
                  <a:pt x="35107" y="52089"/>
                  <a:pt x="58522" y="58458"/>
                  <a:pt x="72894" y="45341"/>
                </a:cubicBezTo>
                <a:cubicBezTo>
                  <a:pt x="82774" y="44295"/>
                  <a:pt x="92416" y="41662"/>
                  <a:pt x="101449" y="37546"/>
                </a:cubicBezTo>
                <a:cubicBezTo>
                  <a:pt x="110491" y="33839"/>
                  <a:pt x="110777" y="24904"/>
                  <a:pt x="108112" y="15494"/>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1" name="Google Shape;2585;p47">
            <a:extLst>
              <a:ext uri="{FF2B5EF4-FFF2-40B4-BE49-F238E27FC236}">
                <a16:creationId xmlns:a16="http://schemas.microsoft.com/office/drawing/2014/main" id="{AD0E276A-F055-09DC-9DCB-9246EB5545BE}"/>
              </a:ext>
            </a:extLst>
          </p:cNvPr>
          <p:cNvSpPr>
            <a:spLocks noGrp="1"/>
          </p:cNvSpPr>
          <p:nvPr/>
        </p:nvSpPr>
        <p:spPr>
          <a:xfrm>
            <a:off x="10830760" y="3673166"/>
            <a:ext cx="51498" cy="43378"/>
          </a:xfrm>
          <a:custGeom>
            <a:avLst/>
            <a:gdLst/>
            <a:ahLst/>
            <a:cxnLst/>
            <a:rect l="l" t="t" r="r" b="b"/>
            <a:pathLst>
              <a:path w="67863" h="55821">
                <a:moveTo>
                  <a:pt x="62477" y="30335"/>
                </a:moveTo>
                <a:lnTo>
                  <a:pt x="60192" y="30335"/>
                </a:lnTo>
                <a:cubicBezTo>
                  <a:pt x="62420" y="28253"/>
                  <a:pt x="62534" y="24764"/>
                  <a:pt x="60459" y="22540"/>
                </a:cubicBezTo>
                <a:cubicBezTo>
                  <a:pt x="59564" y="21590"/>
                  <a:pt x="58355" y="20981"/>
                  <a:pt x="57051" y="20829"/>
                </a:cubicBezTo>
                <a:cubicBezTo>
                  <a:pt x="53720" y="20829"/>
                  <a:pt x="20216" y="13890"/>
                  <a:pt x="20216" y="13890"/>
                </a:cubicBezTo>
                <a:lnTo>
                  <a:pt x="16123" y="108"/>
                </a:lnTo>
                <a:cubicBezTo>
                  <a:pt x="16123" y="-653"/>
                  <a:pt x="10317" y="2864"/>
                  <a:pt x="10127" y="2959"/>
                </a:cubicBezTo>
                <a:cubicBezTo>
                  <a:pt x="4406" y="6723"/>
                  <a:pt x="694" y="12873"/>
                  <a:pt x="37" y="19689"/>
                </a:cubicBezTo>
                <a:cubicBezTo>
                  <a:pt x="-400" y="29232"/>
                  <a:pt x="3035" y="38557"/>
                  <a:pt x="9555" y="45543"/>
                </a:cubicBezTo>
                <a:cubicBezTo>
                  <a:pt x="15638" y="51503"/>
                  <a:pt x="23785" y="54906"/>
                  <a:pt x="32304" y="55049"/>
                </a:cubicBezTo>
                <a:cubicBezTo>
                  <a:pt x="36302" y="55049"/>
                  <a:pt x="40204" y="55049"/>
                  <a:pt x="43726" y="55809"/>
                </a:cubicBezTo>
                <a:cubicBezTo>
                  <a:pt x="46981" y="56018"/>
                  <a:pt x="49789" y="53556"/>
                  <a:pt x="49998" y="50305"/>
                </a:cubicBezTo>
                <a:cubicBezTo>
                  <a:pt x="49998" y="50210"/>
                  <a:pt x="50008" y="50106"/>
                  <a:pt x="50008" y="50011"/>
                </a:cubicBezTo>
                <a:lnTo>
                  <a:pt x="51055" y="50011"/>
                </a:lnTo>
                <a:cubicBezTo>
                  <a:pt x="51835" y="50201"/>
                  <a:pt x="52654" y="50201"/>
                  <a:pt x="53435" y="50011"/>
                </a:cubicBezTo>
                <a:lnTo>
                  <a:pt x="55148" y="50011"/>
                </a:lnTo>
                <a:cubicBezTo>
                  <a:pt x="60859" y="50011"/>
                  <a:pt x="61334" y="42977"/>
                  <a:pt x="57432" y="40505"/>
                </a:cubicBezTo>
                <a:cubicBezTo>
                  <a:pt x="59240" y="40505"/>
                  <a:pt x="61049" y="40505"/>
                  <a:pt x="62953" y="40505"/>
                </a:cubicBezTo>
                <a:cubicBezTo>
                  <a:pt x="69901" y="40885"/>
                  <a:pt x="69234" y="30239"/>
                  <a:pt x="62477" y="30335"/>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2" name="Google Shape;2586;p47">
            <a:extLst>
              <a:ext uri="{FF2B5EF4-FFF2-40B4-BE49-F238E27FC236}">
                <a16:creationId xmlns:a16="http://schemas.microsoft.com/office/drawing/2014/main" id="{B53D9FAD-1EBC-CF8D-503C-3086C693854C}"/>
              </a:ext>
            </a:extLst>
          </p:cNvPr>
          <p:cNvSpPr>
            <a:spLocks noGrp="1"/>
          </p:cNvSpPr>
          <p:nvPr/>
        </p:nvSpPr>
        <p:spPr>
          <a:xfrm>
            <a:off x="10942672" y="3417597"/>
            <a:ext cx="51066" cy="75934"/>
          </a:xfrm>
          <a:custGeom>
            <a:avLst/>
            <a:gdLst/>
            <a:ahLst/>
            <a:cxnLst/>
            <a:rect l="l" t="t" r="r" b="b"/>
            <a:pathLst>
              <a:path w="67293" h="97715">
                <a:moveTo>
                  <a:pt x="24367" y="97715"/>
                </a:moveTo>
                <a:cubicBezTo>
                  <a:pt x="15153" y="97344"/>
                  <a:pt x="6435" y="93466"/>
                  <a:pt x="0" y="86879"/>
                </a:cubicBezTo>
                <a:cubicBezTo>
                  <a:pt x="1333" y="69769"/>
                  <a:pt x="23224" y="4848"/>
                  <a:pt x="67294" y="0"/>
                </a:cubicBezTo>
                <a:cubicBezTo>
                  <a:pt x="55310" y="8431"/>
                  <a:pt x="45811" y="19923"/>
                  <a:pt x="39786" y="33269"/>
                </a:cubicBezTo>
                <a:cubicBezTo>
                  <a:pt x="33000" y="54323"/>
                  <a:pt x="27841" y="75872"/>
                  <a:pt x="24367" y="97715"/>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3" name="Google Shape;2587;p47">
            <a:extLst>
              <a:ext uri="{FF2B5EF4-FFF2-40B4-BE49-F238E27FC236}">
                <a16:creationId xmlns:a16="http://schemas.microsoft.com/office/drawing/2014/main" id="{70C5A5DD-C731-5193-6800-F8D07C0444E6}"/>
              </a:ext>
            </a:extLst>
          </p:cNvPr>
          <p:cNvSpPr>
            <a:spLocks noGrp="1"/>
          </p:cNvSpPr>
          <p:nvPr/>
        </p:nvSpPr>
        <p:spPr>
          <a:xfrm>
            <a:off x="11073862" y="3469234"/>
            <a:ext cx="62029" cy="94469"/>
          </a:xfrm>
          <a:custGeom>
            <a:avLst/>
            <a:gdLst/>
            <a:ahLst/>
            <a:cxnLst/>
            <a:rect l="l" t="t" r="r" b="b"/>
            <a:pathLst>
              <a:path w="81740" h="121566">
                <a:moveTo>
                  <a:pt x="75168" y="117100"/>
                </a:moveTo>
                <a:cubicBezTo>
                  <a:pt x="75168" y="117100"/>
                  <a:pt x="31289" y="132214"/>
                  <a:pt x="355" y="106834"/>
                </a:cubicBezTo>
                <a:cubicBezTo>
                  <a:pt x="-2977" y="101036"/>
                  <a:pt x="18249" y="26514"/>
                  <a:pt x="18249" y="26514"/>
                </a:cubicBezTo>
                <a:cubicBezTo>
                  <a:pt x="18249" y="26514"/>
                  <a:pt x="36714" y="-11507"/>
                  <a:pt x="65840" y="3511"/>
                </a:cubicBezTo>
                <a:cubicBezTo>
                  <a:pt x="94966" y="18530"/>
                  <a:pt x="75168" y="117100"/>
                  <a:pt x="75168" y="117100"/>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4" name="Google Shape;2588;p47">
            <a:extLst>
              <a:ext uri="{FF2B5EF4-FFF2-40B4-BE49-F238E27FC236}">
                <a16:creationId xmlns:a16="http://schemas.microsoft.com/office/drawing/2014/main" id="{540B0408-A092-C41F-E510-AD6ACE1BC259}"/>
              </a:ext>
            </a:extLst>
          </p:cNvPr>
          <p:cNvSpPr>
            <a:spLocks noGrp="1"/>
          </p:cNvSpPr>
          <p:nvPr/>
        </p:nvSpPr>
        <p:spPr>
          <a:xfrm>
            <a:off x="9189503" y="3538148"/>
            <a:ext cx="77069" cy="137835"/>
          </a:xfrm>
          <a:custGeom>
            <a:avLst/>
            <a:gdLst/>
            <a:ahLst/>
            <a:cxnLst/>
            <a:rect l="l" t="t" r="r" b="b"/>
            <a:pathLst>
              <a:path w="101559" h="177370">
                <a:moveTo>
                  <a:pt x="0" y="0"/>
                </a:moveTo>
                <a:cubicBezTo>
                  <a:pt x="0" y="0"/>
                  <a:pt x="6092" y="90966"/>
                  <a:pt x="17989" y="104084"/>
                </a:cubicBezTo>
                <a:cubicBezTo>
                  <a:pt x="29887" y="117201"/>
                  <a:pt x="70340" y="126136"/>
                  <a:pt x="70340" y="126136"/>
                </a:cubicBezTo>
                <a:lnTo>
                  <a:pt x="101559" y="177370"/>
                </a:lnTo>
                <a:cubicBezTo>
                  <a:pt x="101559" y="177370"/>
                  <a:pt x="73005" y="14543"/>
                  <a:pt x="66913" y="10646"/>
                </a:cubicBezTo>
                <a:cubicBezTo>
                  <a:pt x="60821" y="6749"/>
                  <a:pt x="0" y="0"/>
                  <a:pt x="0" y="0"/>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5" name="Google Shape;2589;p47">
            <a:extLst>
              <a:ext uri="{FF2B5EF4-FFF2-40B4-BE49-F238E27FC236}">
                <a16:creationId xmlns:a16="http://schemas.microsoft.com/office/drawing/2014/main" id="{4D478DC1-A77A-F6E3-A5EF-CCA3E8163FF0}"/>
              </a:ext>
            </a:extLst>
          </p:cNvPr>
          <p:cNvSpPr>
            <a:spLocks noGrp="1"/>
          </p:cNvSpPr>
          <p:nvPr/>
        </p:nvSpPr>
        <p:spPr>
          <a:xfrm>
            <a:off x="9183507" y="3456932"/>
            <a:ext cx="51427" cy="101555"/>
          </a:xfrm>
          <a:custGeom>
            <a:avLst/>
            <a:gdLst/>
            <a:ahLst/>
            <a:cxnLst/>
            <a:rect l="l" t="t" r="r" b="b"/>
            <a:pathLst>
              <a:path w="67769" h="130685">
                <a:moveTo>
                  <a:pt x="67770" y="3183"/>
                </a:moveTo>
                <a:cubicBezTo>
                  <a:pt x="52097" y="-4127"/>
                  <a:pt x="33430" y="1529"/>
                  <a:pt x="24462" y="16300"/>
                </a:cubicBezTo>
                <a:cubicBezTo>
                  <a:pt x="12945" y="35311"/>
                  <a:pt x="1047" y="100328"/>
                  <a:pt x="0" y="111354"/>
                </a:cubicBezTo>
                <a:cubicBezTo>
                  <a:pt x="0" y="111354"/>
                  <a:pt x="16086" y="133597"/>
                  <a:pt x="40167" y="130365"/>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6" name="Google Shape;2590;p47">
            <a:extLst>
              <a:ext uri="{FF2B5EF4-FFF2-40B4-BE49-F238E27FC236}">
                <a16:creationId xmlns:a16="http://schemas.microsoft.com/office/drawing/2014/main" id="{498E905F-47E0-31F4-9930-8D07E3487C46}"/>
              </a:ext>
            </a:extLst>
          </p:cNvPr>
          <p:cNvSpPr>
            <a:spLocks noGrp="1"/>
          </p:cNvSpPr>
          <p:nvPr/>
        </p:nvSpPr>
        <p:spPr>
          <a:xfrm>
            <a:off x="9299396" y="4150258"/>
            <a:ext cx="110643" cy="63914"/>
          </a:xfrm>
          <a:custGeom>
            <a:avLst/>
            <a:gdLst/>
            <a:ahLst/>
            <a:cxnLst/>
            <a:rect l="l" t="t" r="r" b="b"/>
            <a:pathLst>
              <a:path w="145801" h="82247">
                <a:moveTo>
                  <a:pt x="7003" y="19800"/>
                </a:moveTo>
                <a:cubicBezTo>
                  <a:pt x="23964" y="24458"/>
                  <a:pt x="42087" y="22272"/>
                  <a:pt x="57449" y="13717"/>
                </a:cubicBezTo>
                <a:cubicBezTo>
                  <a:pt x="69537" y="13717"/>
                  <a:pt x="135498" y="-14134"/>
                  <a:pt x="144446" y="9535"/>
                </a:cubicBezTo>
                <a:cubicBezTo>
                  <a:pt x="152346" y="30256"/>
                  <a:pt x="123791" y="49457"/>
                  <a:pt x="108562" y="53164"/>
                </a:cubicBezTo>
                <a:cubicBezTo>
                  <a:pt x="75248" y="61244"/>
                  <a:pt x="50596" y="77783"/>
                  <a:pt x="37175" y="80635"/>
                </a:cubicBezTo>
                <a:cubicBezTo>
                  <a:pt x="27657" y="82726"/>
                  <a:pt x="14332" y="84057"/>
                  <a:pt x="6432" y="76262"/>
                </a:cubicBezTo>
                <a:cubicBezTo>
                  <a:pt x="-2515" y="66852"/>
                  <a:pt x="-1944" y="32157"/>
                  <a:pt x="7003" y="19800"/>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7" name="Google Shape;2591;p47">
            <a:extLst>
              <a:ext uri="{FF2B5EF4-FFF2-40B4-BE49-F238E27FC236}">
                <a16:creationId xmlns:a16="http://schemas.microsoft.com/office/drawing/2014/main" id="{40915B9C-21C5-42F6-5DEB-DF4FC59473F4}"/>
              </a:ext>
            </a:extLst>
          </p:cNvPr>
          <p:cNvSpPr>
            <a:spLocks noGrp="1"/>
          </p:cNvSpPr>
          <p:nvPr/>
        </p:nvSpPr>
        <p:spPr>
          <a:xfrm>
            <a:off x="9301243" y="4160918"/>
            <a:ext cx="109099" cy="53255"/>
          </a:xfrm>
          <a:custGeom>
            <a:avLst/>
            <a:gdLst/>
            <a:ahLst/>
            <a:cxnLst/>
            <a:rect l="l" t="t" r="r" b="b"/>
            <a:pathLst>
              <a:path w="143767" h="68530">
                <a:moveTo>
                  <a:pt x="35122" y="61119"/>
                </a:moveTo>
                <a:cubicBezTo>
                  <a:pt x="48543" y="58363"/>
                  <a:pt x="73195" y="42109"/>
                  <a:pt x="106509" y="33649"/>
                </a:cubicBezTo>
                <a:cubicBezTo>
                  <a:pt x="119263" y="30607"/>
                  <a:pt x="141250" y="16634"/>
                  <a:pt x="143535" y="0"/>
                </a:cubicBezTo>
                <a:cubicBezTo>
                  <a:pt x="146485" y="19011"/>
                  <a:pt x="120691" y="36025"/>
                  <a:pt x="106509" y="39447"/>
                </a:cubicBezTo>
                <a:cubicBezTo>
                  <a:pt x="73195" y="47527"/>
                  <a:pt x="48543" y="64066"/>
                  <a:pt x="35122" y="66918"/>
                </a:cubicBezTo>
                <a:cubicBezTo>
                  <a:pt x="25604" y="69009"/>
                  <a:pt x="12278" y="70340"/>
                  <a:pt x="4378" y="62545"/>
                </a:cubicBezTo>
                <a:cubicBezTo>
                  <a:pt x="2265" y="60292"/>
                  <a:pt x="761" y="57545"/>
                  <a:pt x="0" y="54561"/>
                </a:cubicBezTo>
                <a:cubicBezTo>
                  <a:pt x="10013" y="62156"/>
                  <a:pt x="23034" y="64589"/>
                  <a:pt x="35122" y="61119"/>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8" name="Google Shape;2592;p47">
            <a:extLst>
              <a:ext uri="{FF2B5EF4-FFF2-40B4-BE49-F238E27FC236}">
                <a16:creationId xmlns:a16="http://schemas.microsoft.com/office/drawing/2014/main" id="{34A75DD3-986B-D9E1-0485-63F2AD0BBBB4}"/>
              </a:ext>
            </a:extLst>
          </p:cNvPr>
          <p:cNvSpPr>
            <a:spLocks noGrp="1"/>
          </p:cNvSpPr>
          <p:nvPr/>
        </p:nvSpPr>
        <p:spPr>
          <a:xfrm>
            <a:off x="9221502" y="4125423"/>
            <a:ext cx="110938" cy="63885"/>
          </a:xfrm>
          <a:custGeom>
            <a:avLst/>
            <a:gdLst/>
            <a:ahLst/>
            <a:cxnLst/>
            <a:rect l="l" t="t" r="r" b="b"/>
            <a:pathLst>
              <a:path w="146191" h="82209">
                <a:moveTo>
                  <a:pt x="7327" y="19726"/>
                </a:moveTo>
                <a:cubicBezTo>
                  <a:pt x="24287" y="24431"/>
                  <a:pt x="42423" y="22245"/>
                  <a:pt x="57774" y="13642"/>
                </a:cubicBezTo>
                <a:cubicBezTo>
                  <a:pt x="69957" y="13642"/>
                  <a:pt x="135823" y="-14113"/>
                  <a:pt x="144865" y="9555"/>
                </a:cubicBezTo>
                <a:cubicBezTo>
                  <a:pt x="152670" y="30277"/>
                  <a:pt x="124116" y="49477"/>
                  <a:pt x="108886" y="53185"/>
                </a:cubicBezTo>
                <a:cubicBezTo>
                  <a:pt x="75573" y="61169"/>
                  <a:pt x="50921" y="77804"/>
                  <a:pt x="37595" y="80560"/>
                </a:cubicBezTo>
                <a:cubicBezTo>
                  <a:pt x="27601" y="82651"/>
                  <a:pt x="14656" y="84077"/>
                  <a:pt x="6756" y="76283"/>
                </a:cubicBezTo>
                <a:cubicBezTo>
                  <a:pt x="-2762" y="66872"/>
                  <a:pt x="-1905" y="32178"/>
                  <a:pt x="7327" y="19726"/>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9" name="Google Shape;2593;p47">
            <a:extLst>
              <a:ext uri="{FF2B5EF4-FFF2-40B4-BE49-F238E27FC236}">
                <a16:creationId xmlns:a16="http://schemas.microsoft.com/office/drawing/2014/main" id="{FE02D96D-215E-9BD2-D615-48C64B964288}"/>
              </a:ext>
            </a:extLst>
          </p:cNvPr>
          <p:cNvSpPr>
            <a:spLocks noGrp="1"/>
          </p:cNvSpPr>
          <p:nvPr/>
        </p:nvSpPr>
        <p:spPr>
          <a:xfrm>
            <a:off x="9223307" y="4135729"/>
            <a:ext cx="109099" cy="53282"/>
          </a:xfrm>
          <a:custGeom>
            <a:avLst/>
            <a:gdLst/>
            <a:ahLst/>
            <a:cxnLst/>
            <a:rect l="l" t="t" r="r" b="b"/>
            <a:pathLst>
              <a:path w="143767" h="68566">
                <a:moveTo>
                  <a:pt x="35217" y="61215"/>
                </a:moveTo>
                <a:cubicBezTo>
                  <a:pt x="48543" y="58363"/>
                  <a:pt x="73290" y="42204"/>
                  <a:pt x="106509" y="33744"/>
                </a:cubicBezTo>
                <a:cubicBezTo>
                  <a:pt x="119263" y="30702"/>
                  <a:pt x="141345" y="16730"/>
                  <a:pt x="143534" y="0"/>
                </a:cubicBezTo>
                <a:cubicBezTo>
                  <a:pt x="146485" y="19011"/>
                  <a:pt x="120691" y="36025"/>
                  <a:pt x="106509" y="39542"/>
                </a:cubicBezTo>
                <a:cubicBezTo>
                  <a:pt x="73195" y="47527"/>
                  <a:pt x="48543" y="64161"/>
                  <a:pt x="35217" y="66918"/>
                </a:cubicBezTo>
                <a:cubicBezTo>
                  <a:pt x="25223" y="69009"/>
                  <a:pt x="12278" y="70435"/>
                  <a:pt x="4378" y="62640"/>
                </a:cubicBezTo>
                <a:cubicBezTo>
                  <a:pt x="2320" y="60350"/>
                  <a:pt x="821" y="57622"/>
                  <a:pt x="0" y="54656"/>
                </a:cubicBezTo>
                <a:cubicBezTo>
                  <a:pt x="10052" y="62251"/>
                  <a:pt x="23099" y="64684"/>
                  <a:pt x="35217" y="61215"/>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0" name="Google Shape;2594;p47">
            <a:extLst>
              <a:ext uri="{FF2B5EF4-FFF2-40B4-BE49-F238E27FC236}">
                <a16:creationId xmlns:a16="http://schemas.microsoft.com/office/drawing/2014/main" id="{F0015D1E-1A78-E75F-7356-0E586114D79A}"/>
              </a:ext>
            </a:extLst>
          </p:cNvPr>
          <p:cNvSpPr>
            <a:spLocks noGrp="1"/>
          </p:cNvSpPr>
          <p:nvPr/>
        </p:nvSpPr>
        <p:spPr>
          <a:xfrm>
            <a:off x="9216945" y="3707302"/>
            <a:ext cx="159994" cy="461776"/>
          </a:xfrm>
          <a:custGeom>
            <a:avLst/>
            <a:gdLst/>
            <a:ahLst/>
            <a:cxnLst/>
            <a:rect l="l" t="t" r="r" b="b"/>
            <a:pathLst>
              <a:path w="210834" h="594226">
                <a:moveTo>
                  <a:pt x="6098" y="372610"/>
                </a:moveTo>
                <a:cubicBezTo>
                  <a:pt x="8933" y="348172"/>
                  <a:pt x="14031" y="324057"/>
                  <a:pt x="21327" y="300559"/>
                </a:cubicBezTo>
                <a:cubicBezTo>
                  <a:pt x="21327" y="300559"/>
                  <a:pt x="16759" y="238299"/>
                  <a:pt x="14474" y="179271"/>
                </a:cubicBezTo>
                <a:cubicBezTo>
                  <a:pt x="11904" y="112734"/>
                  <a:pt x="-11320" y="53420"/>
                  <a:pt x="6955" y="0"/>
                </a:cubicBezTo>
                <a:lnTo>
                  <a:pt x="210835" y="45340"/>
                </a:lnTo>
                <a:cubicBezTo>
                  <a:pt x="210835" y="45340"/>
                  <a:pt x="201317" y="312821"/>
                  <a:pt x="198176" y="345140"/>
                </a:cubicBezTo>
                <a:cubicBezTo>
                  <a:pt x="196596" y="370310"/>
                  <a:pt x="193417" y="395366"/>
                  <a:pt x="188657" y="420137"/>
                </a:cubicBezTo>
                <a:cubicBezTo>
                  <a:pt x="179139" y="471941"/>
                  <a:pt x="168955" y="587907"/>
                  <a:pt x="168955" y="587907"/>
                </a:cubicBezTo>
                <a:cubicBezTo>
                  <a:pt x="147063" y="600644"/>
                  <a:pt x="114987" y="590188"/>
                  <a:pt x="114987" y="590188"/>
                </a:cubicBezTo>
                <a:cubicBezTo>
                  <a:pt x="114987" y="590188"/>
                  <a:pt x="114987" y="445041"/>
                  <a:pt x="116224" y="407685"/>
                </a:cubicBezTo>
                <a:cubicBezTo>
                  <a:pt x="117937" y="362059"/>
                  <a:pt x="119365" y="365576"/>
                  <a:pt x="119365" y="365576"/>
                </a:cubicBezTo>
                <a:lnTo>
                  <a:pt x="112512" y="251987"/>
                </a:lnTo>
                <a:lnTo>
                  <a:pt x="108038" y="195525"/>
                </a:lnTo>
                <a:cubicBezTo>
                  <a:pt x="108038" y="195525"/>
                  <a:pt x="102327" y="236969"/>
                  <a:pt x="98520" y="273945"/>
                </a:cubicBezTo>
                <a:cubicBezTo>
                  <a:pt x="95284" y="306263"/>
                  <a:pt x="87479" y="335444"/>
                  <a:pt x="78722" y="395613"/>
                </a:cubicBezTo>
                <a:cubicBezTo>
                  <a:pt x="71203" y="447703"/>
                  <a:pt x="63398" y="554068"/>
                  <a:pt x="63398" y="554068"/>
                </a:cubicBezTo>
                <a:cubicBezTo>
                  <a:pt x="41506" y="566710"/>
                  <a:pt x="12000" y="557965"/>
                  <a:pt x="12000" y="557965"/>
                </a:cubicBezTo>
                <a:cubicBezTo>
                  <a:pt x="12000" y="557965"/>
                  <a:pt x="197" y="417856"/>
                  <a:pt x="6098" y="372610"/>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1" name="Google Shape;2595;p47">
            <a:extLst>
              <a:ext uri="{FF2B5EF4-FFF2-40B4-BE49-F238E27FC236}">
                <a16:creationId xmlns:a16="http://schemas.microsoft.com/office/drawing/2014/main" id="{4893C6D8-25ED-419A-7C1A-353AEFF79443}"/>
              </a:ext>
            </a:extLst>
          </p:cNvPr>
          <p:cNvSpPr>
            <a:spLocks noGrp="1"/>
          </p:cNvSpPr>
          <p:nvPr/>
        </p:nvSpPr>
        <p:spPr>
          <a:xfrm>
            <a:off x="9236591" y="3322875"/>
            <a:ext cx="117900" cy="192485"/>
          </a:xfrm>
          <a:custGeom>
            <a:avLst/>
            <a:gdLst/>
            <a:ahLst/>
            <a:cxnLst/>
            <a:rect l="l" t="t" r="r" b="b"/>
            <a:pathLst>
              <a:path w="155365" h="247695">
                <a:moveTo>
                  <a:pt x="8859" y="177022"/>
                </a:moveTo>
                <a:cubicBezTo>
                  <a:pt x="24564" y="177782"/>
                  <a:pt x="36271" y="181869"/>
                  <a:pt x="38270" y="177022"/>
                </a:cubicBezTo>
                <a:cubicBezTo>
                  <a:pt x="39966" y="168895"/>
                  <a:pt x="41174" y="160673"/>
                  <a:pt x="41887" y="152403"/>
                </a:cubicBezTo>
                <a:cubicBezTo>
                  <a:pt x="40078" y="147840"/>
                  <a:pt x="38460" y="142897"/>
                  <a:pt x="38460" y="142897"/>
                </a:cubicBezTo>
                <a:cubicBezTo>
                  <a:pt x="18662" y="130826"/>
                  <a:pt x="12476" y="109439"/>
                  <a:pt x="9906" y="84535"/>
                </a:cubicBezTo>
                <a:cubicBezTo>
                  <a:pt x="5527" y="42046"/>
                  <a:pt x="28942" y="4880"/>
                  <a:pt x="71013" y="412"/>
                </a:cubicBezTo>
                <a:cubicBezTo>
                  <a:pt x="111084" y="-3770"/>
                  <a:pt x="140495" y="24365"/>
                  <a:pt x="148396" y="62862"/>
                </a:cubicBezTo>
                <a:cubicBezTo>
                  <a:pt x="152584" y="81873"/>
                  <a:pt x="161055" y="117899"/>
                  <a:pt x="149633" y="149171"/>
                </a:cubicBezTo>
                <a:cubicBezTo>
                  <a:pt x="143256" y="166756"/>
                  <a:pt x="135070" y="180634"/>
                  <a:pt x="126884" y="183295"/>
                </a:cubicBezTo>
                <a:cubicBezTo>
                  <a:pt x="118946" y="183143"/>
                  <a:pt x="111027" y="182449"/>
                  <a:pt x="103184" y="181204"/>
                </a:cubicBezTo>
                <a:lnTo>
                  <a:pt x="103184" y="181204"/>
                </a:lnTo>
                <a:cubicBezTo>
                  <a:pt x="103184" y="181204"/>
                  <a:pt x="101090" y="192991"/>
                  <a:pt x="99662" y="200215"/>
                </a:cubicBezTo>
                <a:cubicBezTo>
                  <a:pt x="98235" y="207439"/>
                  <a:pt x="98711" y="211716"/>
                  <a:pt x="113844" y="221031"/>
                </a:cubicBezTo>
                <a:cubicBezTo>
                  <a:pt x="128978" y="230347"/>
                  <a:pt x="91001" y="249548"/>
                  <a:pt x="66253" y="247551"/>
                </a:cubicBezTo>
                <a:cubicBezTo>
                  <a:pt x="41506" y="245555"/>
                  <a:pt x="13523" y="230727"/>
                  <a:pt x="5908" y="214758"/>
                </a:cubicBezTo>
                <a:cubicBezTo>
                  <a:pt x="-2754" y="197553"/>
                  <a:pt x="-1992" y="176451"/>
                  <a:pt x="8859" y="177022"/>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2" name="Google Shape;2596;p47">
            <a:extLst>
              <a:ext uri="{FF2B5EF4-FFF2-40B4-BE49-F238E27FC236}">
                <a16:creationId xmlns:a16="http://schemas.microsoft.com/office/drawing/2014/main" id="{F222376A-10B9-E3BD-D01A-F46FCD2B637C}"/>
              </a:ext>
            </a:extLst>
          </p:cNvPr>
          <p:cNvSpPr>
            <a:spLocks noGrp="1"/>
          </p:cNvSpPr>
          <p:nvPr/>
        </p:nvSpPr>
        <p:spPr>
          <a:xfrm>
            <a:off x="9197358" y="3459392"/>
            <a:ext cx="181526" cy="306762"/>
          </a:xfrm>
          <a:custGeom>
            <a:avLst/>
            <a:gdLst/>
            <a:ahLst/>
            <a:cxnLst/>
            <a:rect l="l" t="t" r="r" b="b"/>
            <a:pathLst>
              <a:path w="239208" h="394751">
                <a:moveTo>
                  <a:pt x="83308" y="3725"/>
                </a:moveTo>
                <a:cubicBezTo>
                  <a:pt x="78930" y="14561"/>
                  <a:pt x="90066" y="27868"/>
                  <a:pt x="119667" y="37088"/>
                </a:cubicBezTo>
                <a:cubicBezTo>
                  <a:pt x="149269" y="46308"/>
                  <a:pt x="151839" y="34427"/>
                  <a:pt x="151839" y="34427"/>
                </a:cubicBezTo>
                <a:cubicBezTo>
                  <a:pt x="171408" y="43257"/>
                  <a:pt x="190473" y="53162"/>
                  <a:pt x="208948" y="64083"/>
                </a:cubicBezTo>
                <a:cubicBezTo>
                  <a:pt x="226652" y="76441"/>
                  <a:pt x="234552" y="112371"/>
                  <a:pt x="236932" y="172920"/>
                </a:cubicBezTo>
                <a:cubicBezTo>
                  <a:pt x="239692" y="242974"/>
                  <a:pt x="239977" y="346963"/>
                  <a:pt x="237598" y="364928"/>
                </a:cubicBezTo>
                <a:cubicBezTo>
                  <a:pt x="237598" y="364928"/>
                  <a:pt x="204475" y="398007"/>
                  <a:pt x="161452" y="394490"/>
                </a:cubicBezTo>
                <a:cubicBezTo>
                  <a:pt x="118430" y="390973"/>
                  <a:pt x="47234" y="353427"/>
                  <a:pt x="30196" y="324435"/>
                </a:cubicBezTo>
                <a:cubicBezTo>
                  <a:pt x="30196" y="263031"/>
                  <a:pt x="37906" y="253050"/>
                  <a:pt x="27912" y="217595"/>
                </a:cubicBezTo>
                <a:cubicBezTo>
                  <a:pt x="5068" y="136514"/>
                  <a:pt x="-6925" y="103531"/>
                  <a:pt x="4212" y="49540"/>
                </a:cubicBezTo>
                <a:cubicBezTo>
                  <a:pt x="13730" y="5150"/>
                  <a:pt x="26103" y="-363"/>
                  <a:pt x="43712" y="17"/>
                </a:cubicBezTo>
                <a:cubicBezTo>
                  <a:pt x="56967" y="550"/>
                  <a:pt x="70185" y="1785"/>
                  <a:pt x="83308" y="3725"/>
                </a:cubicBezTo>
                <a:close/>
              </a:path>
            </a:pathLst>
          </a:custGeom>
          <a:solidFill>
            <a:srgbClr val="F4F4F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3" name="Google Shape;2597;p47">
            <a:extLst>
              <a:ext uri="{FF2B5EF4-FFF2-40B4-BE49-F238E27FC236}">
                <a16:creationId xmlns:a16="http://schemas.microsoft.com/office/drawing/2014/main" id="{81EBF423-F26D-F2A7-E96E-68EC3A938BFE}"/>
              </a:ext>
            </a:extLst>
          </p:cNvPr>
          <p:cNvSpPr>
            <a:spLocks noGrp="1"/>
          </p:cNvSpPr>
          <p:nvPr/>
        </p:nvSpPr>
        <p:spPr>
          <a:xfrm>
            <a:off x="9333602" y="3576484"/>
            <a:ext cx="48105" cy="224184"/>
          </a:xfrm>
          <a:custGeom>
            <a:avLst/>
            <a:gdLst/>
            <a:ahLst/>
            <a:cxnLst/>
            <a:rect l="l" t="t" r="r" b="b"/>
            <a:pathLst>
              <a:path w="63391" h="288487">
                <a:moveTo>
                  <a:pt x="21226" y="268241"/>
                </a:moveTo>
                <a:lnTo>
                  <a:pt x="0" y="24144"/>
                </a:lnTo>
                <a:lnTo>
                  <a:pt x="45592" y="0"/>
                </a:lnTo>
                <a:lnTo>
                  <a:pt x="63391" y="14923"/>
                </a:lnTo>
                <a:lnTo>
                  <a:pt x="57109" y="234117"/>
                </a:lnTo>
                <a:lnTo>
                  <a:pt x="57109" y="234117"/>
                </a:lnTo>
                <a:lnTo>
                  <a:pt x="57109" y="240200"/>
                </a:lnTo>
                <a:lnTo>
                  <a:pt x="57109" y="240200"/>
                </a:lnTo>
                <a:lnTo>
                  <a:pt x="57109" y="247995"/>
                </a:lnTo>
                <a:cubicBezTo>
                  <a:pt x="57109" y="247995"/>
                  <a:pt x="58061" y="266435"/>
                  <a:pt x="23224" y="288488"/>
                </a:cubicBezTo>
                <a:cubicBezTo>
                  <a:pt x="23224" y="288488"/>
                  <a:pt x="22653" y="282689"/>
                  <a:pt x="22177" y="277271"/>
                </a:cubicBezTo>
                <a:lnTo>
                  <a:pt x="22177" y="277271"/>
                </a:lnTo>
                <a:lnTo>
                  <a:pt x="21321" y="267766"/>
                </a:ln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4" name="Google Shape;2598;p47">
            <a:extLst>
              <a:ext uri="{FF2B5EF4-FFF2-40B4-BE49-F238E27FC236}">
                <a16:creationId xmlns:a16="http://schemas.microsoft.com/office/drawing/2014/main" id="{7BF75FD9-ECF2-50B3-303C-A053C22D2B13}"/>
              </a:ext>
            </a:extLst>
          </p:cNvPr>
          <p:cNvSpPr>
            <a:spLocks noGrp="1"/>
          </p:cNvSpPr>
          <p:nvPr/>
        </p:nvSpPr>
        <p:spPr>
          <a:xfrm>
            <a:off x="9322917" y="3497447"/>
            <a:ext cx="63484" cy="105088"/>
          </a:xfrm>
          <a:custGeom>
            <a:avLst/>
            <a:gdLst/>
            <a:ahLst/>
            <a:cxnLst/>
            <a:rect l="l" t="t" r="r" b="b"/>
            <a:pathLst>
              <a:path w="83658" h="135231">
                <a:moveTo>
                  <a:pt x="29880" y="0"/>
                </a:moveTo>
                <a:cubicBezTo>
                  <a:pt x="53390" y="0"/>
                  <a:pt x="67953" y="11977"/>
                  <a:pt x="74140" y="48192"/>
                </a:cubicBezTo>
                <a:cubicBezTo>
                  <a:pt x="80327" y="84408"/>
                  <a:pt x="83658" y="114064"/>
                  <a:pt x="83658" y="114064"/>
                </a:cubicBezTo>
                <a:cubicBezTo>
                  <a:pt x="72826" y="126070"/>
                  <a:pt x="57807" y="133484"/>
                  <a:pt x="41683" y="134786"/>
                </a:cubicBezTo>
                <a:cubicBezTo>
                  <a:pt x="13128" y="137923"/>
                  <a:pt x="4943" y="123475"/>
                  <a:pt x="4943" y="123475"/>
                </a:cubicBezTo>
                <a:cubicBezTo>
                  <a:pt x="4943" y="123475"/>
                  <a:pt x="1897" y="85929"/>
                  <a:pt x="374" y="60359"/>
                </a:cubicBezTo>
                <a:cubicBezTo>
                  <a:pt x="-1149" y="34790"/>
                  <a:pt x="755" y="570"/>
                  <a:pt x="29880" y="0"/>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5" name="Google Shape;2599;p47">
            <a:extLst>
              <a:ext uri="{FF2B5EF4-FFF2-40B4-BE49-F238E27FC236}">
                <a16:creationId xmlns:a16="http://schemas.microsoft.com/office/drawing/2014/main" id="{54F517F2-F0B1-483B-131D-595786217BAB}"/>
              </a:ext>
            </a:extLst>
          </p:cNvPr>
          <p:cNvSpPr>
            <a:spLocks noGrp="1"/>
          </p:cNvSpPr>
          <p:nvPr/>
        </p:nvSpPr>
        <p:spPr>
          <a:xfrm>
            <a:off x="9240214" y="3314398"/>
            <a:ext cx="114252" cy="128717"/>
          </a:xfrm>
          <a:custGeom>
            <a:avLst/>
            <a:gdLst/>
            <a:ahLst/>
            <a:cxnLst/>
            <a:rect l="l" t="t" r="r" b="b"/>
            <a:pathLst>
              <a:path w="150557" h="165637">
                <a:moveTo>
                  <a:pt x="142099" y="68353"/>
                </a:moveTo>
                <a:cubicBezTo>
                  <a:pt x="142099" y="68353"/>
                  <a:pt x="178840" y="12557"/>
                  <a:pt x="99172" y="1150"/>
                </a:cubicBezTo>
                <a:cubicBezTo>
                  <a:pt x="42063" y="-7024"/>
                  <a:pt x="4752" y="29667"/>
                  <a:pt x="468" y="69874"/>
                </a:cubicBezTo>
                <a:cubicBezTo>
                  <a:pt x="-3624" y="107896"/>
                  <a:pt x="19981" y="147723"/>
                  <a:pt x="37018" y="163502"/>
                </a:cubicBezTo>
                <a:cubicBezTo>
                  <a:pt x="53749" y="167751"/>
                  <a:pt x="71464" y="165612"/>
                  <a:pt x="86703" y="157514"/>
                </a:cubicBezTo>
                <a:cubicBezTo>
                  <a:pt x="87636" y="147115"/>
                  <a:pt x="87988" y="136678"/>
                  <a:pt x="87750" y="126241"/>
                </a:cubicBezTo>
                <a:cubicBezTo>
                  <a:pt x="87750" y="126241"/>
                  <a:pt x="59862" y="67308"/>
                  <a:pt x="142099" y="68353"/>
                </a:cubicBezTo>
                <a:close/>
              </a:path>
            </a:pathLst>
          </a:custGeom>
          <a:solidFill>
            <a:srgbClr val="3A2C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6" name="Google Shape;2600;p47">
            <a:extLst>
              <a:ext uri="{FF2B5EF4-FFF2-40B4-BE49-F238E27FC236}">
                <a16:creationId xmlns:a16="http://schemas.microsoft.com/office/drawing/2014/main" id="{10A77F72-284A-C423-1F13-73DD49A54CDF}"/>
              </a:ext>
            </a:extLst>
          </p:cNvPr>
          <p:cNvSpPr>
            <a:spLocks noGrp="1"/>
          </p:cNvSpPr>
          <p:nvPr/>
        </p:nvSpPr>
        <p:spPr>
          <a:xfrm>
            <a:off x="8635521" y="2431574"/>
            <a:ext cx="159488" cy="238783"/>
          </a:xfrm>
          <a:custGeom>
            <a:avLst/>
            <a:gdLst/>
            <a:ahLst/>
            <a:cxnLst/>
            <a:rect l="l" t="t" r="r" b="b"/>
            <a:pathLst>
              <a:path w="210167" h="307273">
                <a:moveTo>
                  <a:pt x="136175" y="10238"/>
                </a:moveTo>
                <a:cubicBezTo>
                  <a:pt x="127799" y="-3260"/>
                  <a:pt x="63836" y="-12100"/>
                  <a:pt x="42801" y="41986"/>
                </a:cubicBezTo>
                <a:cubicBezTo>
                  <a:pt x="34806" y="62517"/>
                  <a:pt x="36043" y="114987"/>
                  <a:pt x="29380" y="147875"/>
                </a:cubicBezTo>
                <a:cubicBezTo>
                  <a:pt x="22718" y="180764"/>
                  <a:pt x="7013" y="199489"/>
                  <a:pt x="1397" y="226199"/>
                </a:cubicBezTo>
                <a:cubicBezTo>
                  <a:pt x="-4219" y="252910"/>
                  <a:pt x="4919" y="297775"/>
                  <a:pt x="69452" y="305664"/>
                </a:cubicBezTo>
                <a:cubicBezTo>
                  <a:pt x="133985" y="313554"/>
                  <a:pt x="183670" y="290931"/>
                  <a:pt x="198709" y="270399"/>
                </a:cubicBezTo>
                <a:cubicBezTo>
                  <a:pt x="213748" y="249868"/>
                  <a:pt x="214224" y="206238"/>
                  <a:pt x="198709" y="182855"/>
                </a:cubicBezTo>
                <a:cubicBezTo>
                  <a:pt x="183194" y="159472"/>
                  <a:pt x="170916" y="140366"/>
                  <a:pt x="171297" y="109854"/>
                </a:cubicBezTo>
                <a:close/>
              </a:path>
            </a:pathLst>
          </a:custGeom>
          <a:solidFill>
            <a:srgbClr val="CC8B0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7" name="Google Shape;2601;p47">
            <a:extLst>
              <a:ext uri="{FF2B5EF4-FFF2-40B4-BE49-F238E27FC236}">
                <a16:creationId xmlns:a16="http://schemas.microsoft.com/office/drawing/2014/main" id="{2FD40287-1D58-98D0-96A3-7FBEE9A27414}"/>
              </a:ext>
            </a:extLst>
          </p:cNvPr>
          <p:cNvSpPr>
            <a:spLocks noGrp="1"/>
          </p:cNvSpPr>
          <p:nvPr/>
        </p:nvSpPr>
        <p:spPr>
          <a:xfrm>
            <a:off x="8770262" y="2603877"/>
            <a:ext cx="29711" cy="176635"/>
          </a:xfrm>
          <a:custGeom>
            <a:avLst/>
            <a:gdLst/>
            <a:ahLst/>
            <a:cxnLst/>
            <a:rect l="l" t="t" r="r" b="b"/>
            <a:pathLst>
              <a:path w="39152" h="227300">
                <a:moveTo>
                  <a:pt x="35145" y="14835"/>
                </a:moveTo>
                <a:cubicBezTo>
                  <a:pt x="35145" y="14835"/>
                  <a:pt x="50279" y="121866"/>
                  <a:pt x="21725" y="197909"/>
                </a:cubicBezTo>
                <a:cubicBezTo>
                  <a:pt x="-6830" y="273952"/>
                  <a:pt x="975" y="178423"/>
                  <a:pt x="975" y="178423"/>
                </a:cubicBezTo>
                <a:lnTo>
                  <a:pt x="7923" y="155705"/>
                </a:lnTo>
                <a:cubicBezTo>
                  <a:pt x="7923" y="155705"/>
                  <a:pt x="13634" y="68446"/>
                  <a:pt x="11255" y="47059"/>
                </a:cubicBezTo>
                <a:cubicBezTo>
                  <a:pt x="8875" y="25672"/>
                  <a:pt x="9446" y="7231"/>
                  <a:pt x="7923" y="5520"/>
                </a:cubicBezTo>
                <a:cubicBezTo>
                  <a:pt x="6400" y="3809"/>
                  <a:pt x="13539" y="387"/>
                  <a:pt x="16585" y="7"/>
                </a:cubicBezTo>
                <a:cubicBezTo>
                  <a:pt x="19631" y="-373"/>
                  <a:pt x="35145" y="14835"/>
                  <a:pt x="35145" y="14835"/>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8" name="Google Shape;2602;p47">
            <a:extLst>
              <a:ext uri="{FF2B5EF4-FFF2-40B4-BE49-F238E27FC236}">
                <a16:creationId xmlns:a16="http://schemas.microsoft.com/office/drawing/2014/main" id="{C5F2DB71-DB14-0C4C-0E43-9B5A244A9119}"/>
              </a:ext>
            </a:extLst>
          </p:cNvPr>
          <p:cNvSpPr>
            <a:spLocks noGrp="1"/>
          </p:cNvSpPr>
          <p:nvPr/>
        </p:nvSpPr>
        <p:spPr>
          <a:xfrm>
            <a:off x="8706789" y="2429375"/>
            <a:ext cx="76195" cy="96436"/>
          </a:xfrm>
          <a:custGeom>
            <a:avLst/>
            <a:gdLst/>
            <a:ahLst/>
            <a:cxnLst/>
            <a:rect l="l" t="t" r="r" b="b"/>
            <a:pathLst>
              <a:path w="100407" h="124097">
                <a:moveTo>
                  <a:pt x="0" y="3657"/>
                </a:moveTo>
                <a:cubicBezTo>
                  <a:pt x="0" y="3657"/>
                  <a:pt x="48162" y="-10126"/>
                  <a:pt x="77288" y="15824"/>
                </a:cubicBezTo>
                <a:cubicBezTo>
                  <a:pt x="96918" y="33855"/>
                  <a:pt x="104879" y="61297"/>
                  <a:pt x="97942" y="87019"/>
                </a:cubicBezTo>
                <a:cubicBezTo>
                  <a:pt x="94040" y="102227"/>
                  <a:pt x="86235" y="122949"/>
                  <a:pt x="74147" y="124090"/>
                </a:cubicBezTo>
                <a:cubicBezTo>
                  <a:pt x="62059" y="125230"/>
                  <a:pt x="0" y="3657"/>
                  <a:pt x="0" y="3657"/>
                </a:cubicBezTo>
                <a:close/>
              </a:path>
            </a:pathLst>
          </a:custGeom>
          <a:solidFill>
            <a:srgbClr val="CC8B0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9" name="Google Shape;2603;p47">
            <a:extLst>
              <a:ext uri="{FF2B5EF4-FFF2-40B4-BE49-F238E27FC236}">
                <a16:creationId xmlns:a16="http://schemas.microsoft.com/office/drawing/2014/main" id="{F7058724-41DB-A56B-5C33-024B4E545247}"/>
              </a:ext>
            </a:extLst>
          </p:cNvPr>
          <p:cNvSpPr>
            <a:spLocks noGrp="1"/>
          </p:cNvSpPr>
          <p:nvPr/>
        </p:nvSpPr>
        <p:spPr>
          <a:xfrm>
            <a:off x="8673753" y="2534152"/>
            <a:ext cx="94177" cy="107523"/>
          </a:xfrm>
          <a:custGeom>
            <a:avLst/>
            <a:gdLst/>
            <a:ahLst/>
            <a:cxnLst/>
            <a:rect l="l" t="t" r="r" b="b"/>
            <a:pathLst>
              <a:path w="124104" h="138364">
                <a:moveTo>
                  <a:pt x="25163" y="0"/>
                </a:moveTo>
                <a:cubicBezTo>
                  <a:pt x="25163" y="0"/>
                  <a:pt x="28304" y="53515"/>
                  <a:pt x="27352" y="57032"/>
                </a:cubicBezTo>
                <a:cubicBezTo>
                  <a:pt x="26400" y="60549"/>
                  <a:pt x="6221" y="64826"/>
                  <a:pt x="606" y="69484"/>
                </a:cubicBezTo>
                <a:cubicBezTo>
                  <a:pt x="-5010" y="74142"/>
                  <a:pt x="29826" y="128513"/>
                  <a:pt x="47530" y="136592"/>
                </a:cubicBezTo>
                <a:cubicBezTo>
                  <a:pt x="65234" y="144671"/>
                  <a:pt x="119964" y="124045"/>
                  <a:pt x="123676" y="96860"/>
                </a:cubicBezTo>
                <a:cubicBezTo>
                  <a:pt x="127198" y="71766"/>
                  <a:pt x="108066" y="52279"/>
                  <a:pt x="100642" y="45531"/>
                </a:cubicBezTo>
                <a:cubicBezTo>
                  <a:pt x="95603" y="45179"/>
                  <a:pt x="90547" y="45179"/>
                  <a:pt x="85508" y="45531"/>
                </a:cubicBezTo>
                <a:lnTo>
                  <a:pt x="83890" y="19486"/>
                </a:lnTo>
                <a:cubicBezTo>
                  <a:pt x="60475" y="11977"/>
                  <a:pt x="25163" y="0"/>
                  <a:pt x="25163" y="0"/>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0" name="Google Shape;2604;p47">
            <a:extLst>
              <a:ext uri="{FF2B5EF4-FFF2-40B4-BE49-F238E27FC236}">
                <a16:creationId xmlns:a16="http://schemas.microsoft.com/office/drawing/2014/main" id="{9A4052F6-725B-8686-FA8A-C883708A988E}"/>
              </a:ext>
            </a:extLst>
          </p:cNvPr>
          <p:cNvSpPr>
            <a:spLocks noGrp="1"/>
          </p:cNvSpPr>
          <p:nvPr/>
        </p:nvSpPr>
        <p:spPr>
          <a:xfrm>
            <a:off x="8658086" y="2569479"/>
            <a:ext cx="137337" cy="161640"/>
          </a:xfrm>
          <a:custGeom>
            <a:avLst/>
            <a:gdLst/>
            <a:ahLst/>
            <a:cxnLst/>
            <a:rect l="l" t="t" r="r" b="b"/>
            <a:pathLst>
              <a:path w="180978" h="208003">
                <a:moveTo>
                  <a:pt x="38384" y="17181"/>
                </a:moveTo>
                <a:cubicBezTo>
                  <a:pt x="23345" y="19557"/>
                  <a:pt x="6117" y="27542"/>
                  <a:pt x="3738" y="36192"/>
                </a:cubicBezTo>
                <a:cubicBezTo>
                  <a:pt x="-2445" y="65896"/>
                  <a:pt x="-938" y="96684"/>
                  <a:pt x="8116" y="125637"/>
                </a:cubicBezTo>
                <a:cubicBezTo>
                  <a:pt x="21156" y="160046"/>
                  <a:pt x="29913" y="182004"/>
                  <a:pt x="37432" y="196832"/>
                </a:cubicBezTo>
                <a:cubicBezTo>
                  <a:pt x="37432" y="196832"/>
                  <a:pt x="102632" y="224778"/>
                  <a:pt x="155268" y="192270"/>
                </a:cubicBezTo>
                <a:cubicBezTo>
                  <a:pt x="155268" y="192270"/>
                  <a:pt x="158789" y="155294"/>
                  <a:pt x="159075" y="135238"/>
                </a:cubicBezTo>
                <a:cubicBezTo>
                  <a:pt x="207618" y="92939"/>
                  <a:pt x="166118" y="40849"/>
                  <a:pt x="125000" y="356"/>
                </a:cubicBezTo>
                <a:cubicBezTo>
                  <a:pt x="120062" y="-119"/>
                  <a:pt x="115089" y="-119"/>
                  <a:pt x="110151" y="356"/>
                </a:cubicBezTo>
                <a:cubicBezTo>
                  <a:pt x="110151" y="356"/>
                  <a:pt x="146892" y="43606"/>
                  <a:pt x="121383" y="68225"/>
                </a:cubicBezTo>
                <a:cubicBezTo>
                  <a:pt x="66748" y="51495"/>
                  <a:pt x="55898" y="26971"/>
                  <a:pt x="38384" y="17181"/>
                </a:cubicBezTo>
                <a:close/>
              </a:path>
            </a:pathLst>
          </a:custGeom>
          <a:solidFill>
            <a:srgbClr val="F4F4F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1" name="Google Shape;2605;p47">
            <a:extLst>
              <a:ext uri="{FF2B5EF4-FFF2-40B4-BE49-F238E27FC236}">
                <a16:creationId xmlns:a16="http://schemas.microsoft.com/office/drawing/2014/main" id="{8BC3FE08-E980-C6FC-E77B-D1D52517642D}"/>
              </a:ext>
            </a:extLst>
          </p:cNvPr>
          <p:cNvSpPr>
            <a:spLocks noGrp="1"/>
          </p:cNvSpPr>
          <p:nvPr/>
        </p:nvSpPr>
        <p:spPr>
          <a:xfrm>
            <a:off x="8669937" y="2437082"/>
            <a:ext cx="101076" cy="127429"/>
          </a:xfrm>
          <a:custGeom>
            <a:avLst/>
            <a:gdLst/>
            <a:ahLst/>
            <a:cxnLst/>
            <a:rect l="l" t="t" r="r" b="b"/>
            <a:pathLst>
              <a:path w="133195" h="163980">
                <a:moveTo>
                  <a:pt x="130419" y="58471"/>
                </a:moveTo>
                <a:lnTo>
                  <a:pt x="130419" y="58471"/>
                </a:lnTo>
                <a:cubicBezTo>
                  <a:pt x="124993" y="24061"/>
                  <a:pt x="100056" y="-1888"/>
                  <a:pt x="64553" y="108"/>
                </a:cubicBezTo>
                <a:cubicBezTo>
                  <a:pt x="26762" y="2399"/>
                  <a:pt x="-2053" y="34793"/>
                  <a:pt x="115" y="72539"/>
                </a:cubicBezTo>
                <a:cubicBezTo>
                  <a:pt x="1384" y="93736"/>
                  <a:pt x="12514" y="113117"/>
                  <a:pt x="30192" y="124913"/>
                </a:cubicBezTo>
                <a:cubicBezTo>
                  <a:pt x="31439" y="130103"/>
                  <a:pt x="33258" y="135141"/>
                  <a:pt x="35618" y="139932"/>
                </a:cubicBezTo>
                <a:cubicBezTo>
                  <a:pt x="48277" y="154570"/>
                  <a:pt x="81686" y="163885"/>
                  <a:pt x="92727" y="163980"/>
                </a:cubicBezTo>
                <a:cubicBezTo>
                  <a:pt x="102245" y="163980"/>
                  <a:pt x="110526" y="155235"/>
                  <a:pt x="119473" y="140407"/>
                </a:cubicBezTo>
                <a:cubicBezTo>
                  <a:pt x="138033" y="109610"/>
                  <a:pt x="133369" y="75485"/>
                  <a:pt x="130419" y="58471"/>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2" name="Google Shape;2606;p47">
            <a:extLst>
              <a:ext uri="{FF2B5EF4-FFF2-40B4-BE49-F238E27FC236}">
                <a16:creationId xmlns:a16="http://schemas.microsoft.com/office/drawing/2014/main" id="{6EE7F8C0-6432-D808-A283-1B79EDA8F109}"/>
              </a:ext>
            </a:extLst>
          </p:cNvPr>
          <p:cNvSpPr>
            <a:spLocks noGrp="1"/>
          </p:cNvSpPr>
          <p:nvPr/>
        </p:nvSpPr>
        <p:spPr>
          <a:xfrm>
            <a:off x="8665405" y="2436360"/>
            <a:ext cx="101406" cy="97570"/>
          </a:xfrm>
          <a:custGeom>
            <a:avLst/>
            <a:gdLst/>
            <a:ahLst/>
            <a:cxnLst/>
            <a:rect l="l" t="t" r="r" b="b"/>
            <a:pathLst>
              <a:path w="133630" h="125556">
                <a:moveTo>
                  <a:pt x="59484" y="1702"/>
                </a:moveTo>
                <a:cubicBezTo>
                  <a:pt x="34546" y="6549"/>
                  <a:pt x="14082" y="13583"/>
                  <a:pt x="7324" y="38012"/>
                </a:cubicBezTo>
                <a:cubicBezTo>
                  <a:pt x="2660" y="54837"/>
                  <a:pt x="-3432" y="86965"/>
                  <a:pt x="2375" y="100462"/>
                </a:cubicBezTo>
                <a:lnTo>
                  <a:pt x="5991" y="109968"/>
                </a:lnTo>
                <a:lnTo>
                  <a:pt x="36164" y="125557"/>
                </a:lnTo>
                <a:cubicBezTo>
                  <a:pt x="36164" y="125557"/>
                  <a:pt x="50251" y="113770"/>
                  <a:pt x="45682" y="79456"/>
                </a:cubicBezTo>
                <a:cubicBezTo>
                  <a:pt x="45808" y="74807"/>
                  <a:pt x="47261" y="70283"/>
                  <a:pt x="49870" y="66433"/>
                </a:cubicBezTo>
                <a:cubicBezTo>
                  <a:pt x="51779" y="63173"/>
                  <a:pt x="53189" y="59646"/>
                  <a:pt x="54058" y="55977"/>
                </a:cubicBezTo>
                <a:cubicBezTo>
                  <a:pt x="57624" y="46681"/>
                  <a:pt x="64649" y="39124"/>
                  <a:pt x="73666" y="34875"/>
                </a:cubicBezTo>
                <a:cubicBezTo>
                  <a:pt x="96129" y="22233"/>
                  <a:pt x="129062" y="33164"/>
                  <a:pt x="133631" y="37727"/>
                </a:cubicBezTo>
                <a:cubicBezTo>
                  <a:pt x="120538" y="9734"/>
                  <a:pt x="89617" y="-5285"/>
                  <a:pt x="59484" y="1702"/>
                </a:cubicBezTo>
                <a:close/>
              </a:path>
            </a:pathLst>
          </a:custGeom>
          <a:solidFill>
            <a:srgbClr val="CC8B0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3" name="Google Shape;2607;p47">
            <a:extLst>
              <a:ext uri="{FF2B5EF4-FFF2-40B4-BE49-F238E27FC236}">
                <a16:creationId xmlns:a16="http://schemas.microsoft.com/office/drawing/2014/main" id="{C3F7B5DC-2A9F-A9A7-9BB2-69F84D353A02}"/>
              </a:ext>
            </a:extLst>
          </p:cNvPr>
          <p:cNvSpPr>
            <a:spLocks noGrp="1"/>
          </p:cNvSpPr>
          <p:nvPr/>
        </p:nvSpPr>
        <p:spPr>
          <a:xfrm>
            <a:off x="8670083" y="3280868"/>
            <a:ext cx="80166" cy="62508"/>
          </a:xfrm>
          <a:custGeom>
            <a:avLst/>
            <a:gdLst/>
            <a:ahLst/>
            <a:cxnLst/>
            <a:rect l="l" t="t" r="r" b="b"/>
            <a:pathLst>
              <a:path w="105640" h="80438">
                <a:moveTo>
                  <a:pt x="8202" y="3"/>
                </a:moveTo>
                <a:cubicBezTo>
                  <a:pt x="20862" y="10269"/>
                  <a:pt x="40469" y="3139"/>
                  <a:pt x="41421" y="4090"/>
                </a:cubicBezTo>
                <a:cubicBezTo>
                  <a:pt x="56092" y="16761"/>
                  <a:pt x="71439" y="28623"/>
                  <a:pt x="87394" y="39640"/>
                </a:cubicBezTo>
                <a:cubicBezTo>
                  <a:pt x="95294" y="45818"/>
                  <a:pt x="107572" y="54088"/>
                  <a:pt x="105383" y="65970"/>
                </a:cubicBezTo>
                <a:cubicBezTo>
                  <a:pt x="101386" y="87167"/>
                  <a:pt x="67310" y="80608"/>
                  <a:pt x="54461" y="74145"/>
                </a:cubicBezTo>
                <a:cubicBezTo>
                  <a:pt x="41611" y="67681"/>
                  <a:pt x="31141" y="56845"/>
                  <a:pt x="19053" y="49335"/>
                </a:cubicBezTo>
                <a:cubicBezTo>
                  <a:pt x="10392" y="44012"/>
                  <a:pt x="1825" y="41161"/>
                  <a:pt x="17" y="30325"/>
                </a:cubicBezTo>
                <a:cubicBezTo>
                  <a:pt x="-364" y="23386"/>
                  <a:pt x="5823" y="-283"/>
                  <a:pt x="8202" y="3"/>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4" name="Google Shape;2608;p47">
            <a:extLst>
              <a:ext uri="{FF2B5EF4-FFF2-40B4-BE49-F238E27FC236}">
                <a16:creationId xmlns:a16="http://schemas.microsoft.com/office/drawing/2014/main" id="{9E560141-290F-0D2C-EFE0-7BD59E814690}"/>
              </a:ext>
            </a:extLst>
          </p:cNvPr>
          <p:cNvSpPr>
            <a:spLocks noGrp="1"/>
          </p:cNvSpPr>
          <p:nvPr/>
        </p:nvSpPr>
        <p:spPr>
          <a:xfrm>
            <a:off x="8670321" y="3300740"/>
            <a:ext cx="79877" cy="42634"/>
          </a:xfrm>
          <a:custGeom>
            <a:avLst/>
            <a:gdLst/>
            <a:ahLst/>
            <a:cxnLst/>
            <a:rect l="l" t="t" r="r" b="b"/>
            <a:pathLst>
              <a:path w="105259" h="54863">
                <a:moveTo>
                  <a:pt x="369" y="0"/>
                </a:moveTo>
                <a:cubicBezTo>
                  <a:pt x="1987" y="10456"/>
                  <a:pt x="10458" y="13308"/>
                  <a:pt x="19405" y="19011"/>
                </a:cubicBezTo>
                <a:cubicBezTo>
                  <a:pt x="31779" y="26615"/>
                  <a:pt x="42629" y="38021"/>
                  <a:pt x="55479" y="44200"/>
                </a:cubicBezTo>
                <a:cubicBezTo>
                  <a:pt x="68329" y="50379"/>
                  <a:pt x="96883" y="56082"/>
                  <a:pt x="105259" y="40968"/>
                </a:cubicBezTo>
                <a:cubicBezTo>
                  <a:pt x="100690" y="61405"/>
                  <a:pt x="67186" y="55036"/>
                  <a:pt x="54527" y="48573"/>
                </a:cubicBezTo>
                <a:cubicBezTo>
                  <a:pt x="41868" y="42109"/>
                  <a:pt x="31208" y="31273"/>
                  <a:pt x="19119" y="23763"/>
                </a:cubicBezTo>
                <a:cubicBezTo>
                  <a:pt x="10458" y="18440"/>
                  <a:pt x="1891" y="15589"/>
                  <a:pt x="83" y="4753"/>
                </a:cubicBezTo>
                <a:cubicBezTo>
                  <a:pt x="-89" y="3165"/>
                  <a:pt x="7" y="1559"/>
                  <a:pt x="369" y="0"/>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5" name="Google Shape;2609;p47">
            <a:extLst>
              <a:ext uri="{FF2B5EF4-FFF2-40B4-BE49-F238E27FC236}">
                <a16:creationId xmlns:a16="http://schemas.microsoft.com/office/drawing/2014/main" id="{4B79BC15-4C09-3A38-6D58-EA6D6B1A3D23}"/>
              </a:ext>
            </a:extLst>
          </p:cNvPr>
          <p:cNvSpPr>
            <a:spLocks noGrp="1"/>
          </p:cNvSpPr>
          <p:nvPr/>
        </p:nvSpPr>
        <p:spPr>
          <a:xfrm>
            <a:off x="8737631" y="3267353"/>
            <a:ext cx="73058" cy="57783"/>
          </a:xfrm>
          <a:custGeom>
            <a:avLst/>
            <a:gdLst/>
            <a:ahLst/>
            <a:cxnLst/>
            <a:rect l="l" t="t" r="r" b="b"/>
            <a:pathLst>
              <a:path w="96273" h="74358">
                <a:moveTo>
                  <a:pt x="7519" y="0"/>
                </a:moveTo>
                <a:cubicBezTo>
                  <a:pt x="19132" y="9505"/>
                  <a:pt x="36074" y="4087"/>
                  <a:pt x="37407" y="4943"/>
                </a:cubicBezTo>
                <a:cubicBezTo>
                  <a:pt x="50869" y="16473"/>
                  <a:pt x="64979" y="27233"/>
                  <a:pt x="79667" y="37166"/>
                </a:cubicBezTo>
                <a:cubicBezTo>
                  <a:pt x="86806" y="42774"/>
                  <a:pt x="98037" y="50378"/>
                  <a:pt x="96039" y="61215"/>
                </a:cubicBezTo>
                <a:cubicBezTo>
                  <a:pt x="92422" y="80225"/>
                  <a:pt x="61202" y="74712"/>
                  <a:pt x="49495" y="68724"/>
                </a:cubicBezTo>
                <a:cubicBezTo>
                  <a:pt x="37787" y="62735"/>
                  <a:pt x="28079" y="52945"/>
                  <a:pt x="16942" y="46006"/>
                </a:cubicBezTo>
                <a:cubicBezTo>
                  <a:pt x="9042" y="41158"/>
                  <a:pt x="1237" y="38592"/>
                  <a:pt x="0" y="28516"/>
                </a:cubicBezTo>
                <a:cubicBezTo>
                  <a:pt x="386" y="18574"/>
                  <a:pt x="2954" y="8840"/>
                  <a:pt x="7519" y="0"/>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6" name="Google Shape;2610;p47">
            <a:extLst>
              <a:ext uri="{FF2B5EF4-FFF2-40B4-BE49-F238E27FC236}">
                <a16:creationId xmlns:a16="http://schemas.microsoft.com/office/drawing/2014/main" id="{6C64AC3A-E38B-4A46-76C4-C1AFD09EA938}"/>
              </a:ext>
            </a:extLst>
          </p:cNvPr>
          <p:cNvSpPr>
            <a:spLocks noGrp="1"/>
          </p:cNvSpPr>
          <p:nvPr/>
        </p:nvSpPr>
        <p:spPr>
          <a:xfrm>
            <a:off x="8737589" y="3286189"/>
            <a:ext cx="72777" cy="38910"/>
          </a:xfrm>
          <a:custGeom>
            <a:avLst/>
            <a:gdLst/>
            <a:ahLst/>
            <a:cxnLst/>
            <a:rect l="l" t="t" r="r" b="b"/>
            <a:pathLst>
              <a:path w="95903" h="50071">
                <a:moveTo>
                  <a:pt x="245" y="0"/>
                </a:moveTo>
                <a:cubicBezTo>
                  <a:pt x="1768" y="9505"/>
                  <a:pt x="9763" y="12262"/>
                  <a:pt x="17283" y="17110"/>
                </a:cubicBezTo>
                <a:cubicBezTo>
                  <a:pt x="28609" y="24144"/>
                  <a:pt x="38604" y="34219"/>
                  <a:pt x="50311" y="40208"/>
                </a:cubicBezTo>
                <a:cubicBezTo>
                  <a:pt x="62018" y="46196"/>
                  <a:pt x="88384" y="51139"/>
                  <a:pt x="95903" y="37261"/>
                </a:cubicBezTo>
                <a:cubicBezTo>
                  <a:pt x="91810" y="56272"/>
                  <a:pt x="61162" y="50093"/>
                  <a:pt x="49549" y="44200"/>
                </a:cubicBezTo>
                <a:cubicBezTo>
                  <a:pt x="37937" y="38307"/>
                  <a:pt x="28134" y="28421"/>
                  <a:pt x="16997" y="21482"/>
                </a:cubicBezTo>
                <a:cubicBezTo>
                  <a:pt x="9097" y="16634"/>
                  <a:pt x="1292" y="14068"/>
                  <a:pt x="55" y="3992"/>
                </a:cubicBezTo>
                <a:cubicBezTo>
                  <a:pt x="-59" y="2661"/>
                  <a:pt x="5" y="1321"/>
                  <a:pt x="245" y="0"/>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7" name="Google Shape;2611;p47">
            <a:extLst>
              <a:ext uri="{FF2B5EF4-FFF2-40B4-BE49-F238E27FC236}">
                <a16:creationId xmlns:a16="http://schemas.microsoft.com/office/drawing/2014/main" id="{C87C6501-2B6B-92C3-9FC5-3CC7BD92FECA}"/>
              </a:ext>
            </a:extLst>
          </p:cNvPr>
          <p:cNvSpPr>
            <a:spLocks noGrp="1"/>
          </p:cNvSpPr>
          <p:nvPr/>
        </p:nvSpPr>
        <p:spPr>
          <a:xfrm>
            <a:off x="8642757" y="2728865"/>
            <a:ext cx="156257" cy="557634"/>
          </a:xfrm>
          <a:custGeom>
            <a:avLst/>
            <a:gdLst/>
            <a:ahLst/>
            <a:cxnLst/>
            <a:rect l="l" t="t" r="r" b="b"/>
            <a:pathLst>
              <a:path w="205910" h="717579">
                <a:moveTo>
                  <a:pt x="200595" y="106555"/>
                </a:moveTo>
                <a:cubicBezTo>
                  <a:pt x="194980" y="63115"/>
                  <a:pt x="178989" y="0"/>
                  <a:pt x="178989" y="0"/>
                </a:cubicBezTo>
                <a:cubicBezTo>
                  <a:pt x="163827" y="7043"/>
                  <a:pt x="147437" y="11083"/>
                  <a:pt x="130732" y="11882"/>
                </a:cubicBezTo>
                <a:cubicBezTo>
                  <a:pt x="106230" y="11825"/>
                  <a:pt x="81788" y="9467"/>
                  <a:pt x="57727" y="4848"/>
                </a:cubicBezTo>
                <a:cubicBezTo>
                  <a:pt x="49855" y="18526"/>
                  <a:pt x="41277" y="31786"/>
                  <a:pt x="32028" y="44580"/>
                </a:cubicBezTo>
                <a:cubicBezTo>
                  <a:pt x="19464" y="61975"/>
                  <a:pt x="-4998" y="100091"/>
                  <a:pt x="904" y="166629"/>
                </a:cubicBezTo>
                <a:cubicBezTo>
                  <a:pt x="4806" y="210163"/>
                  <a:pt x="29458" y="394758"/>
                  <a:pt x="29458" y="394758"/>
                </a:cubicBezTo>
                <a:cubicBezTo>
                  <a:pt x="19982" y="425830"/>
                  <a:pt x="14951" y="458092"/>
                  <a:pt x="14515" y="490572"/>
                </a:cubicBezTo>
                <a:cubicBezTo>
                  <a:pt x="16767" y="529163"/>
                  <a:pt x="21857" y="567546"/>
                  <a:pt x="29744" y="605396"/>
                </a:cubicBezTo>
                <a:lnTo>
                  <a:pt x="44307" y="709955"/>
                </a:lnTo>
                <a:cubicBezTo>
                  <a:pt x="44307" y="709955"/>
                  <a:pt x="63343" y="723928"/>
                  <a:pt x="77525" y="714043"/>
                </a:cubicBezTo>
                <a:lnTo>
                  <a:pt x="75812" y="611385"/>
                </a:lnTo>
                <a:cubicBezTo>
                  <a:pt x="77430" y="586291"/>
                  <a:pt x="79905" y="549220"/>
                  <a:pt x="81523" y="525837"/>
                </a:cubicBezTo>
                <a:cubicBezTo>
                  <a:pt x="84188" y="487340"/>
                  <a:pt x="91041" y="426125"/>
                  <a:pt x="93040" y="410917"/>
                </a:cubicBezTo>
                <a:cubicBezTo>
                  <a:pt x="95039" y="395708"/>
                  <a:pt x="99988" y="368903"/>
                  <a:pt x="102558" y="338961"/>
                </a:cubicBezTo>
                <a:cubicBezTo>
                  <a:pt x="105128" y="309019"/>
                  <a:pt x="116169" y="156933"/>
                  <a:pt x="116169" y="156933"/>
                </a:cubicBezTo>
                <a:lnTo>
                  <a:pt x="117787" y="185449"/>
                </a:lnTo>
                <a:cubicBezTo>
                  <a:pt x="117787" y="185449"/>
                  <a:pt x="119215" y="231741"/>
                  <a:pt x="125878" y="288773"/>
                </a:cubicBezTo>
                <a:cubicBezTo>
                  <a:pt x="132540" y="345805"/>
                  <a:pt x="134920" y="371089"/>
                  <a:pt x="134920" y="371089"/>
                </a:cubicBezTo>
                <a:cubicBezTo>
                  <a:pt x="128461" y="382524"/>
                  <a:pt x="123865" y="394910"/>
                  <a:pt x="121309" y="407780"/>
                </a:cubicBezTo>
                <a:cubicBezTo>
                  <a:pt x="120167" y="420042"/>
                  <a:pt x="105985" y="517567"/>
                  <a:pt x="114456" y="567185"/>
                </a:cubicBezTo>
                <a:lnTo>
                  <a:pt x="131779" y="693321"/>
                </a:lnTo>
                <a:cubicBezTo>
                  <a:pt x="140538" y="699338"/>
                  <a:pt x="151655" y="700783"/>
                  <a:pt x="161666" y="697218"/>
                </a:cubicBezTo>
                <a:lnTo>
                  <a:pt x="171850" y="570131"/>
                </a:lnTo>
                <a:cubicBezTo>
                  <a:pt x="178704" y="521749"/>
                  <a:pt x="193171" y="419186"/>
                  <a:pt x="195360" y="405879"/>
                </a:cubicBezTo>
                <a:cubicBezTo>
                  <a:pt x="200276" y="379007"/>
                  <a:pt x="203171" y="351812"/>
                  <a:pt x="204022" y="324513"/>
                </a:cubicBezTo>
                <a:cubicBezTo>
                  <a:pt x="207394" y="251863"/>
                  <a:pt x="206250" y="179071"/>
                  <a:pt x="200595" y="106555"/>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8" name="Google Shape;2612;p47">
            <a:extLst>
              <a:ext uri="{FF2B5EF4-FFF2-40B4-BE49-F238E27FC236}">
                <a16:creationId xmlns:a16="http://schemas.microsoft.com/office/drawing/2014/main" id="{F74308D0-098A-CC5E-1217-86E4294FD711}"/>
              </a:ext>
            </a:extLst>
          </p:cNvPr>
          <p:cNvSpPr>
            <a:spLocks noGrp="1"/>
          </p:cNvSpPr>
          <p:nvPr/>
        </p:nvSpPr>
        <p:spPr>
          <a:xfrm>
            <a:off x="8639235" y="2717932"/>
            <a:ext cx="166324" cy="371031"/>
          </a:xfrm>
          <a:custGeom>
            <a:avLst/>
            <a:gdLst/>
            <a:ahLst/>
            <a:cxnLst/>
            <a:rect l="l" t="t" r="r" b="b"/>
            <a:pathLst>
              <a:path w="219176" h="477454">
                <a:moveTo>
                  <a:pt x="62274" y="5418"/>
                </a:moveTo>
                <a:lnTo>
                  <a:pt x="24773" y="80606"/>
                </a:lnTo>
                <a:cubicBezTo>
                  <a:pt x="24773" y="80606"/>
                  <a:pt x="-32337" y="164158"/>
                  <a:pt x="26867" y="378979"/>
                </a:cubicBezTo>
                <a:lnTo>
                  <a:pt x="15730" y="445516"/>
                </a:lnTo>
                <a:cubicBezTo>
                  <a:pt x="15730" y="445516"/>
                  <a:pt x="127855" y="517377"/>
                  <a:pt x="202953" y="445516"/>
                </a:cubicBezTo>
                <a:cubicBezTo>
                  <a:pt x="202953" y="445516"/>
                  <a:pt x="228938" y="247044"/>
                  <a:pt x="215137" y="155508"/>
                </a:cubicBezTo>
                <a:cubicBezTo>
                  <a:pt x="207420" y="102867"/>
                  <a:pt x="195743" y="50882"/>
                  <a:pt x="180205" y="0"/>
                </a:cubicBezTo>
                <a:cubicBezTo>
                  <a:pt x="180205" y="0"/>
                  <a:pt x="161835" y="20246"/>
                  <a:pt x="67224" y="6844"/>
                </a:cubicBezTo>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9" name="Google Shape;2613;p47">
            <a:extLst>
              <a:ext uri="{FF2B5EF4-FFF2-40B4-BE49-F238E27FC236}">
                <a16:creationId xmlns:a16="http://schemas.microsoft.com/office/drawing/2014/main" id="{6D200EB3-778D-294E-7A98-1B6ECF385805}"/>
              </a:ext>
            </a:extLst>
          </p:cNvPr>
          <p:cNvSpPr>
            <a:spLocks noGrp="1"/>
          </p:cNvSpPr>
          <p:nvPr/>
        </p:nvSpPr>
        <p:spPr>
          <a:xfrm>
            <a:off x="8653475" y="2606673"/>
            <a:ext cx="239803" cy="213343"/>
          </a:xfrm>
          <a:custGeom>
            <a:avLst/>
            <a:gdLst/>
            <a:ahLst/>
            <a:cxnLst/>
            <a:rect l="l" t="t" r="r" b="b"/>
            <a:pathLst>
              <a:path w="316003" h="274536">
                <a:moveTo>
                  <a:pt x="278037" y="202010"/>
                </a:moveTo>
                <a:cubicBezTo>
                  <a:pt x="268463" y="202400"/>
                  <a:pt x="258924" y="203417"/>
                  <a:pt x="249482" y="205052"/>
                </a:cubicBezTo>
                <a:cubicBezTo>
                  <a:pt x="240488" y="207875"/>
                  <a:pt x="231117" y="209320"/>
                  <a:pt x="221689" y="209329"/>
                </a:cubicBezTo>
                <a:cubicBezTo>
                  <a:pt x="211410" y="209329"/>
                  <a:pt x="182760" y="195071"/>
                  <a:pt x="158203" y="177867"/>
                </a:cubicBezTo>
                <a:cubicBezTo>
                  <a:pt x="131540" y="157867"/>
                  <a:pt x="108492" y="133467"/>
                  <a:pt x="90052" y="105721"/>
                </a:cubicBezTo>
                <a:cubicBezTo>
                  <a:pt x="70714" y="76112"/>
                  <a:pt x="53873" y="44963"/>
                  <a:pt x="39701" y="12568"/>
                </a:cubicBezTo>
                <a:cubicBezTo>
                  <a:pt x="31706" y="-10435"/>
                  <a:pt x="31896" y="5249"/>
                  <a:pt x="18285" y="4869"/>
                </a:cubicBezTo>
                <a:cubicBezTo>
                  <a:pt x="2199" y="4869"/>
                  <a:pt x="-6367" y="10382"/>
                  <a:pt x="5626" y="41655"/>
                </a:cubicBezTo>
                <a:cubicBezTo>
                  <a:pt x="17624" y="74011"/>
                  <a:pt x="34368" y="104419"/>
                  <a:pt x="55311" y="131861"/>
                </a:cubicBezTo>
                <a:cubicBezTo>
                  <a:pt x="74979" y="159540"/>
                  <a:pt x="99215" y="183675"/>
                  <a:pt x="126983" y="203246"/>
                </a:cubicBezTo>
                <a:cubicBezTo>
                  <a:pt x="151440" y="220356"/>
                  <a:pt x="177868" y="234452"/>
                  <a:pt x="205699" y="245260"/>
                </a:cubicBezTo>
                <a:cubicBezTo>
                  <a:pt x="213694" y="248492"/>
                  <a:pt x="218834" y="252959"/>
                  <a:pt x="233301" y="260944"/>
                </a:cubicBezTo>
                <a:cubicBezTo>
                  <a:pt x="247832" y="269251"/>
                  <a:pt x="264161" y="273918"/>
                  <a:pt x="280892" y="274536"/>
                </a:cubicBezTo>
                <a:cubicBezTo>
                  <a:pt x="294789" y="274536"/>
                  <a:pt x="299929" y="271875"/>
                  <a:pt x="300881" y="269023"/>
                </a:cubicBezTo>
                <a:cubicBezTo>
                  <a:pt x="301832" y="266171"/>
                  <a:pt x="299643" y="263035"/>
                  <a:pt x="293266" y="262465"/>
                </a:cubicBezTo>
                <a:cubicBezTo>
                  <a:pt x="283123" y="262312"/>
                  <a:pt x="273092" y="260316"/>
                  <a:pt x="263664" y="256571"/>
                </a:cubicBezTo>
                <a:cubicBezTo>
                  <a:pt x="263664" y="256571"/>
                  <a:pt x="277466" y="258567"/>
                  <a:pt x="285842" y="258947"/>
                </a:cubicBezTo>
                <a:cubicBezTo>
                  <a:pt x="293341" y="259394"/>
                  <a:pt x="300865" y="258814"/>
                  <a:pt x="308210" y="257236"/>
                </a:cubicBezTo>
                <a:cubicBezTo>
                  <a:pt x="315253" y="255525"/>
                  <a:pt x="319156" y="245640"/>
                  <a:pt x="312778" y="244880"/>
                </a:cubicBezTo>
                <a:cubicBezTo>
                  <a:pt x="306401" y="244119"/>
                  <a:pt x="301166" y="244880"/>
                  <a:pt x="288793" y="244404"/>
                </a:cubicBezTo>
                <a:cubicBezTo>
                  <a:pt x="282333" y="243967"/>
                  <a:pt x="275944" y="242788"/>
                  <a:pt x="269756" y="240887"/>
                </a:cubicBezTo>
                <a:cubicBezTo>
                  <a:pt x="278072" y="240944"/>
                  <a:pt x="286380" y="240345"/>
                  <a:pt x="294599" y="239081"/>
                </a:cubicBezTo>
                <a:cubicBezTo>
                  <a:pt x="301263" y="238425"/>
                  <a:pt x="307602" y="235887"/>
                  <a:pt x="312874" y="231762"/>
                </a:cubicBezTo>
                <a:cubicBezTo>
                  <a:pt x="315634" y="229481"/>
                  <a:pt x="316110" y="223112"/>
                  <a:pt x="308019" y="223207"/>
                </a:cubicBezTo>
                <a:cubicBezTo>
                  <a:pt x="298031" y="224947"/>
                  <a:pt x="287865" y="225460"/>
                  <a:pt x="277751" y="224728"/>
                </a:cubicBezTo>
                <a:cubicBezTo>
                  <a:pt x="267757" y="223302"/>
                  <a:pt x="260809" y="220926"/>
                  <a:pt x="262332" y="219595"/>
                </a:cubicBezTo>
                <a:cubicBezTo>
                  <a:pt x="263855" y="218264"/>
                  <a:pt x="269756" y="219595"/>
                  <a:pt x="278132" y="216553"/>
                </a:cubicBezTo>
                <a:cubicBezTo>
                  <a:pt x="286508" y="213512"/>
                  <a:pt x="292219" y="206193"/>
                  <a:pt x="290315" y="201915"/>
                </a:cubicBezTo>
                <a:cubicBezTo>
                  <a:pt x="288412" y="197638"/>
                  <a:pt x="287079" y="200395"/>
                  <a:pt x="278037" y="202010"/>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0" name="Google Shape;2614;p47">
            <a:extLst>
              <a:ext uri="{FF2B5EF4-FFF2-40B4-BE49-F238E27FC236}">
                <a16:creationId xmlns:a16="http://schemas.microsoft.com/office/drawing/2014/main" id="{020AFA3C-3FA9-76A8-EC28-DA8B532636B0}"/>
              </a:ext>
            </a:extLst>
          </p:cNvPr>
          <p:cNvSpPr>
            <a:spLocks noGrp="1"/>
          </p:cNvSpPr>
          <p:nvPr/>
        </p:nvSpPr>
        <p:spPr>
          <a:xfrm>
            <a:off x="8649194" y="2592742"/>
            <a:ext cx="57666" cy="69376"/>
          </a:xfrm>
          <a:custGeom>
            <a:avLst/>
            <a:gdLst/>
            <a:ahLst/>
            <a:cxnLst/>
            <a:rect l="l" t="t" r="r" b="b"/>
            <a:pathLst>
              <a:path w="75991" h="89275">
                <a:moveTo>
                  <a:pt x="18406" y="89237"/>
                </a:moveTo>
                <a:cubicBezTo>
                  <a:pt x="18406" y="89237"/>
                  <a:pt x="55147" y="91139"/>
                  <a:pt x="75991" y="68231"/>
                </a:cubicBezTo>
                <a:lnTo>
                  <a:pt x="53338" y="20704"/>
                </a:lnTo>
                <a:cubicBezTo>
                  <a:pt x="53338" y="20704"/>
                  <a:pt x="42963" y="-5436"/>
                  <a:pt x="18501" y="1028"/>
                </a:cubicBezTo>
                <a:cubicBezTo>
                  <a:pt x="-5960" y="7491"/>
                  <a:pt x="-6341" y="42186"/>
                  <a:pt x="18406" y="89237"/>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1" name="Google Shape;2615;p47">
            <a:extLst>
              <a:ext uri="{FF2B5EF4-FFF2-40B4-BE49-F238E27FC236}">
                <a16:creationId xmlns:a16="http://schemas.microsoft.com/office/drawing/2014/main" id="{A32179D3-51A8-19BB-99F1-AC1FCE9C528E}"/>
              </a:ext>
            </a:extLst>
          </p:cNvPr>
          <p:cNvSpPr>
            <a:spLocks noGrp="1"/>
          </p:cNvSpPr>
          <p:nvPr/>
        </p:nvSpPr>
        <p:spPr>
          <a:xfrm>
            <a:off x="8752943" y="2569317"/>
            <a:ext cx="46588" cy="50224"/>
          </a:xfrm>
          <a:custGeom>
            <a:avLst/>
            <a:gdLst/>
            <a:ahLst/>
            <a:cxnLst/>
            <a:rect l="l" t="t" r="r" b="b"/>
            <a:pathLst>
              <a:path w="61392" h="64630">
                <a:moveTo>
                  <a:pt x="0" y="469"/>
                </a:moveTo>
                <a:cubicBezTo>
                  <a:pt x="0" y="469"/>
                  <a:pt x="29792" y="-9036"/>
                  <a:pt x="61392" y="57501"/>
                </a:cubicBezTo>
                <a:lnTo>
                  <a:pt x="49590" y="64630"/>
                </a:lnTo>
                <a:cubicBezTo>
                  <a:pt x="49590" y="64630"/>
                  <a:pt x="18465" y="17294"/>
                  <a:pt x="0" y="469"/>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2" name="Google Shape;2616;p47">
            <a:extLst>
              <a:ext uri="{FF2B5EF4-FFF2-40B4-BE49-F238E27FC236}">
                <a16:creationId xmlns:a16="http://schemas.microsoft.com/office/drawing/2014/main" id="{447E35CC-70D4-9FFA-2343-8A5AD7F3E8FA}"/>
              </a:ext>
            </a:extLst>
          </p:cNvPr>
          <p:cNvSpPr>
            <a:spLocks noGrp="1"/>
          </p:cNvSpPr>
          <p:nvPr/>
        </p:nvSpPr>
        <p:spPr>
          <a:xfrm>
            <a:off x="8635570" y="1260896"/>
            <a:ext cx="506982" cy="400447"/>
          </a:xfrm>
          <a:custGeom>
            <a:avLst/>
            <a:gdLst/>
            <a:ahLst/>
            <a:cxnLst/>
            <a:rect l="l" t="t" r="r" b="b"/>
            <a:pathLst>
              <a:path w="668082" h="515307">
                <a:moveTo>
                  <a:pt x="668083" y="310182"/>
                </a:moveTo>
                <a:lnTo>
                  <a:pt x="141345" y="6010"/>
                </a:lnTo>
                <a:lnTo>
                  <a:pt x="139346" y="4869"/>
                </a:lnTo>
                <a:lnTo>
                  <a:pt x="139346" y="4869"/>
                </a:lnTo>
                <a:cubicBezTo>
                  <a:pt x="124498" y="-3020"/>
                  <a:pt x="104415" y="-1594"/>
                  <a:pt x="82237" y="11143"/>
                </a:cubicBezTo>
                <a:cubicBezTo>
                  <a:pt x="36835" y="37378"/>
                  <a:pt x="0" y="101064"/>
                  <a:pt x="0" y="153723"/>
                </a:cubicBezTo>
                <a:cubicBezTo>
                  <a:pt x="0" y="180814"/>
                  <a:pt x="9994" y="199539"/>
                  <a:pt x="25890" y="207619"/>
                </a:cubicBezTo>
                <a:lnTo>
                  <a:pt x="559765" y="515307"/>
                </a:lnTo>
                <a:close/>
              </a:path>
            </a:pathLst>
          </a:custGeom>
          <a:solidFill>
            <a:srgbClr val="3A2C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3" name="Google Shape;2617;p47">
            <a:extLst>
              <a:ext uri="{FF2B5EF4-FFF2-40B4-BE49-F238E27FC236}">
                <a16:creationId xmlns:a16="http://schemas.microsoft.com/office/drawing/2014/main" id="{BD7EF7E0-AFC7-9D62-94C3-BE69E0710878}"/>
              </a:ext>
            </a:extLst>
          </p:cNvPr>
          <p:cNvSpPr>
            <a:spLocks noGrp="1"/>
          </p:cNvSpPr>
          <p:nvPr/>
        </p:nvSpPr>
        <p:spPr>
          <a:xfrm rot="-3598236">
            <a:off x="9013637" y="1529812"/>
            <a:ext cx="176372" cy="104059"/>
          </a:xfrm>
          <a:custGeom>
            <a:avLst/>
            <a:gdLst/>
            <a:ahLst/>
            <a:cxnLst/>
            <a:rect l="l" t="t" r="r" b="b"/>
            <a:pathLst>
              <a:path w="232624" h="134025">
                <a:moveTo>
                  <a:pt x="232625" y="67013"/>
                </a:moveTo>
                <a:cubicBezTo>
                  <a:pt x="232625" y="104023"/>
                  <a:pt x="180550" y="134026"/>
                  <a:pt x="116312" y="134026"/>
                </a:cubicBezTo>
                <a:cubicBezTo>
                  <a:pt x="52075" y="134026"/>
                  <a:pt x="0" y="104023"/>
                  <a:pt x="0" y="67013"/>
                </a:cubicBezTo>
                <a:cubicBezTo>
                  <a:pt x="0" y="30003"/>
                  <a:pt x="52075" y="0"/>
                  <a:pt x="116312" y="0"/>
                </a:cubicBezTo>
                <a:cubicBezTo>
                  <a:pt x="180550" y="0"/>
                  <a:pt x="232625" y="30003"/>
                  <a:pt x="232625" y="67013"/>
                </a:cubicBezTo>
                <a:close/>
              </a:path>
            </a:pathLst>
          </a:custGeom>
          <a:solidFill>
            <a:srgbClr val="616E8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4" name="Google Shape;2618;p47">
            <a:extLst>
              <a:ext uri="{FF2B5EF4-FFF2-40B4-BE49-F238E27FC236}">
                <a16:creationId xmlns:a16="http://schemas.microsoft.com/office/drawing/2014/main" id="{F75E4554-172C-BF67-055E-DC18851F45F6}"/>
              </a:ext>
            </a:extLst>
          </p:cNvPr>
          <p:cNvSpPr>
            <a:spLocks noGrp="1"/>
          </p:cNvSpPr>
          <p:nvPr/>
        </p:nvSpPr>
        <p:spPr>
          <a:xfrm>
            <a:off x="9072201" y="1549362"/>
            <a:ext cx="208238" cy="209189"/>
          </a:xfrm>
          <a:custGeom>
            <a:avLst/>
            <a:gdLst/>
            <a:ahLst/>
            <a:cxnLst/>
            <a:rect l="l" t="t" r="r" b="b"/>
            <a:pathLst>
              <a:path w="274409" h="269191">
                <a:moveTo>
                  <a:pt x="274410" y="269192"/>
                </a:moveTo>
                <a:lnTo>
                  <a:pt x="0" y="111023"/>
                </a:lnTo>
                <a:lnTo>
                  <a:pt x="0" y="0"/>
                </a:lnTo>
                <a:lnTo>
                  <a:pt x="274410" y="158264"/>
                </a:lnTo>
                <a:lnTo>
                  <a:pt x="274410" y="269192"/>
                </a:lnTo>
                <a:close/>
              </a:path>
            </a:pathLst>
          </a:custGeom>
          <a:solidFill>
            <a:srgbClr val="D6D8E5"/>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5" name="Google Shape;2619;p47">
            <a:extLst>
              <a:ext uri="{FF2B5EF4-FFF2-40B4-BE49-F238E27FC236}">
                <a16:creationId xmlns:a16="http://schemas.microsoft.com/office/drawing/2014/main" id="{C0B49121-6793-A39E-F8DB-DA37E8A24F04}"/>
              </a:ext>
            </a:extLst>
          </p:cNvPr>
          <p:cNvSpPr>
            <a:spLocks noGrp="1"/>
          </p:cNvSpPr>
          <p:nvPr/>
        </p:nvSpPr>
        <p:spPr>
          <a:xfrm>
            <a:off x="9072201" y="1521219"/>
            <a:ext cx="256199" cy="151278"/>
          </a:xfrm>
          <a:custGeom>
            <a:avLst/>
            <a:gdLst/>
            <a:ahLst/>
            <a:cxnLst/>
            <a:rect l="l" t="t" r="r" b="b"/>
            <a:pathLst>
              <a:path w="337610" h="194669">
                <a:moveTo>
                  <a:pt x="274410" y="194670"/>
                </a:moveTo>
                <a:lnTo>
                  <a:pt x="0" y="36501"/>
                </a:lnTo>
                <a:lnTo>
                  <a:pt x="63201" y="0"/>
                </a:lnTo>
                <a:lnTo>
                  <a:pt x="337611" y="158264"/>
                </a:lnTo>
                <a:lnTo>
                  <a:pt x="274410" y="194670"/>
                </a:lnTo>
                <a:close/>
              </a:path>
            </a:pathLst>
          </a:custGeom>
          <a:solidFill>
            <a:srgbClr val="C4C7D6"/>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6" name="Google Shape;2620;p47">
            <a:extLst>
              <a:ext uri="{FF2B5EF4-FFF2-40B4-BE49-F238E27FC236}">
                <a16:creationId xmlns:a16="http://schemas.microsoft.com/office/drawing/2014/main" id="{C524A6C3-CD80-03E3-913D-CD119CA88746}"/>
              </a:ext>
            </a:extLst>
          </p:cNvPr>
          <p:cNvSpPr>
            <a:spLocks noGrp="1"/>
          </p:cNvSpPr>
          <p:nvPr/>
        </p:nvSpPr>
        <p:spPr>
          <a:xfrm rot="-1801764">
            <a:off x="9301026" y="1370285"/>
            <a:ext cx="523636" cy="927530"/>
          </a:xfrm>
          <a:custGeom>
            <a:avLst/>
            <a:gdLst/>
            <a:ahLst/>
            <a:cxnLst/>
            <a:rect l="l" t="t" r="r" b="b"/>
            <a:pathLst>
              <a:path w="690640" h="1194633">
                <a:moveTo>
                  <a:pt x="690640" y="597317"/>
                </a:moveTo>
                <a:cubicBezTo>
                  <a:pt x="690640" y="927206"/>
                  <a:pt x="536035" y="1194633"/>
                  <a:pt x="345320" y="1194633"/>
                </a:cubicBezTo>
                <a:cubicBezTo>
                  <a:pt x="154605" y="1194633"/>
                  <a:pt x="0" y="927206"/>
                  <a:pt x="0" y="597317"/>
                </a:cubicBezTo>
                <a:cubicBezTo>
                  <a:pt x="0" y="267428"/>
                  <a:pt x="154605" y="0"/>
                  <a:pt x="345320" y="0"/>
                </a:cubicBezTo>
                <a:cubicBezTo>
                  <a:pt x="536035" y="0"/>
                  <a:pt x="690640" y="267428"/>
                  <a:pt x="690640" y="597317"/>
                </a:cubicBezTo>
                <a:close/>
              </a:path>
            </a:pathLst>
          </a:custGeom>
          <a:solidFill>
            <a:srgbClr val="3E7EFF">
              <a:alpha val="98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7" name="Google Shape;2621;p47">
            <a:extLst>
              <a:ext uri="{FF2B5EF4-FFF2-40B4-BE49-F238E27FC236}">
                <a16:creationId xmlns:a16="http://schemas.microsoft.com/office/drawing/2014/main" id="{A1FD3E9E-1C60-51D4-3F2C-211241336B5E}"/>
              </a:ext>
            </a:extLst>
          </p:cNvPr>
          <p:cNvSpPr>
            <a:spLocks noGrp="1"/>
          </p:cNvSpPr>
          <p:nvPr/>
        </p:nvSpPr>
        <p:spPr>
          <a:xfrm>
            <a:off x="9216878" y="1294080"/>
            <a:ext cx="780084" cy="1029047"/>
          </a:xfrm>
          <a:custGeom>
            <a:avLst/>
            <a:gdLst/>
            <a:ahLst/>
            <a:cxnLst/>
            <a:rect l="l" t="t" r="r" b="b"/>
            <a:pathLst>
              <a:path w="1027965" h="1324206">
                <a:moveTo>
                  <a:pt x="513983" y="1254422"/>
                </a:moveTo>
                <a:cubicBezTo>
                  <a:pt x="230816" y="1091119"/>
                  <a:pt x="0" y="692560"/>
                  <a:pt x="0" y="365955"/>
                </a:cubicBezTo>
                <a:cubicBezTo>
                  <a:pt x="0" y="39351"/>
                  <a:pt x="230436" y="-93439"/>
                  <a:pt x="513983" y="69863"/>
                </a:cubicBezTo>
                <a:cubicBezTo>
                  <a:pt x="797530" y="233165"/>
                  <a:pt x="1027966" y="631725"/>
                  <a:pt x="1027966" y="958234"/>
                </a:cubicBezTo>
                <a:cubicBezTo>
                  <a:pt x="1027966" y="1284744"/>
                  <a:pt x="797245" y="1417629"/>
                  <a:pt x="513983" y="1254422"/>
                </a:cubicBezTo>
                <a:close/>
                <a:moveTo>
                  <a:pt x="513983" y="256929"/>
                </a:moveTo>
                <a:cubicBezTo>
                  <a:pt x="320192" y="145146"/>
                  <a:pt x="162571" y="236017"/>
                  <a:pt x="162571" y="459488"/>
                </a:cubicBezTo>
                <a:cubicBezTo>
                  <a:pt x="162571" y="682959"/>
                  <a:pt x="320192" y="955668"/>
                  <a:pt x="513983" y="1067831"/>
                </a:cubicBezTo>
                <a:cubicBezTo>
                  <a:pt x="707773" y="1179995"/>
                  <a:pt x="865395" y="1088648"/>
                  <a:pt x="865395" y="865272"/>
                </a:cubicBezTo>
                <a:cubicBezTo>
                  <a:pt x="865395" y="641896"/>
                  <a:pt x="707773" y="368617"/>
                  <a:pt x="513983" y="256929"/>
                </a:cubicBez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8" name="Google Shape;2622;p47">
            <a:extLst>
              <a:ext uri="{FF2B5EF4-FFF2-40B4-BE49-F238E27FC236}">
                <a16:creationId xmlns:a16="http://schemas.microsoft.com/office/drawing/2014/main" id="{08A2E0DD-CA30-963A-6109-A54225AAD7AC}"/>
              </a:ext>
            </a:extLst>
          </p:cNvPr>
          <p:cNvSpPr>
            <a:spLocks noGrp="1"/>
          </p:cNvSpPr>
          <p:nvPr/>
        </p:nvSpPr>
        <p:spPr>
          <a:xfrm>
            <a:off x="9173106" y="1319934"/>
            <a:ext cx="780084" cy="1029079"/>
          </a:xfrm>
          <a:custGeom>
            <a:avLst/>
            <a:gdLst/>
            <a:ahLst/>
            <a:cxnLst/>
            <a:rect l="l" t="t" r="r" b="b"/>
            <a:pathLst>
              <a:path w="1027965" h="1324248">
                <a:moveTo>
                  <a:pt x="513983" y="1254422"/>
                </a:moveTo>
                <a:cubicBezTo>
                  <a:pt x="230721" y="1091119"/>
                  <a:pt x="0" y="692560"/>
                  <a:pt x="0" y="365955"/>
                </a:cubicBezTo>
                <a:cubicBezTo>
                  <a:pt x="0" y="39351"/>
                  <a:pt x="230341" y="-93439"/>
                  <a:pt x="513983" y="69863"/>
                </a:cubicBezTo>
                <a:cubicBezTo>
                  <a:pt x="797625" y="233165"/>
                  <a:pt x="1027966" y="631725"/>
                  <a:pt x="1027966" y="958234"/>
                </a:cubicBezTo>
                <a:cubicBezTo>
                  <a:pt x="1027966" y="1284744"/>
                  <a:pt x="797149" y="1417724"/>
                  <a:pt x="513983" y="1254422"/>
                </a:cubicBezTo>
                <a:close/>
                <a:moveTo>
                  <a:pt x="513983" y="256929"/>
                </a:moveTo>
                <a:cubicBezTo>
                  <a:pt x="320192" y="145146"/>
                  <a:pt x="162571" y="236017"/>
                  <a:pt x="162571" y="459488"/>
                </a:cubicBezTo>
                <a:cubicBezTo>
                  <a:pt x="162571" y="682959"/>
                  <a:pt x="320192" y="955668"/>
                  <a:pt x="513983" y="1067831"/>
                </a:cubicBezTo>
                <a:cubicBezTo>
                  <a:pt x="707773" y="1179995"/>
                  <a:pt x="865395" y="1088648"/>
                  <a:pt x="865395" y="865272"/>
                </a:cubicBezTo>
                <a:cubicBezTo>
                  <a:pt x="865395" y="641896"/>
                  <a:pt x="707773" y="368617"/>
                  <a:pt x="513983" y="256929"/>
                </a:cubicBezTo>
                <a:close/>
              </a:path>
            </a:pathLst>
          </a:custGeom>
          <a:solidFill>
            <a:srgbClr val="D6D8E5"/>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417662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CBF3C4A-992E-4D6F-9201-799051DBBAFA}"/>
              </a:ext>
            </a:extLst>
          </p:cNvPr>
          <p:cNvSpPr>
            <a:spLocks noGrp="1"/>
          </p:cNvSpPr>
          <p:nvPr/>
        </p:nvSpPr>
        <p:spPr>
          <a:xfrm>
            <a:off x="0" y="0"/>
            <a:ext cx="12191695" cy="128016"/>
          </a:xfrm>
          <a:prstGeom prst="rect">
            <a:avLst/>
          </a:prstGeom>
          <a:solidFill>
            <a:srgbClr val="00AED6"/>
          </a:solidFill>
          <a:ln w="12700">
            <a:solidFill>
              <a:srgbClr val="00AED6"/>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3" name="Shape 1">
            <a:extLst>
              <a:ext uri="{FF2B5EF4-FFF2-40B4-BE49-F238E27FC236}">
                <a16:creationId xmlns:a16="http://schemas.microsoft.com/office/drawing/2014/main" id="{75B01A06-2EFC-4FAA-9CC9-6C7F334A735E}"/>
              </a:ext>
            </a:extLst>
          </p:cNvPr>
          <p:cNvSpPr>
            <a:spLocks noGrp="1"/>
          </p:cNvSpPr>
          <p:nvPr/>
        </p:nvSpPr>
        <p:spPr>
          <a:xfrm>
            <a:off x="11631168" y="6382512"/>
            <a:ext cx="548640" cy="457200"/>
          </a:xfrm>
          <a:prstGeom prst="rtTriangle">
            <a:avLst/>
          </a:prstGeom>
          <a:solidFill>
            <a:srgbClr val="00AED6"/>
          </a:solidFill>
          <a:ln w="12700">
            <a:solidFill>
              <a:srgbClr val="00AED6"/>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B11EC296-D30F-49E1-A943-D744B3D0D914}"/>
              </a:ext>
            </a:extLst>
          </p:cNvPr>
          <p:cNvSpPr>
            <a:spLocks noGrp="1"/>
          </p:cNvSpPr>
          <p:nvPr/>
        </p:nvSpPr>
        <p:spPr>
          <a:xfrm>
            <a:off x="502920" y="6473952"/>
            <a:ext cx="4572000" cy="146304"/>
          </a:xfrm>
          <a:prstGeom prst="rect">
            <a:avLst/>
          </a:prstGeom>
          <a:noFill/>
        </p:spPr>
        <p:txBody>
          <a:bodyPr wrap="squar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4B5563"/>
                </a:solidFill>
                <a:effectLst/>
                <a:uLnTx/>
                <a:uFillTx/>
                <a:latin typeface="Nimbus Sans"/>
                <a:ea typeface="Nimbus Sans"/>
                <a:cs typeface="Nimbus Sans"/>
              </a:rPr>
              <a:t>Section 1</a:t>
            </a:r>
          </a:p>
        </p:txBody>
      </p:sp>
      <p:sp>
        <p:nvSpPr>
          <p:cNvPr id="5" name="Text 3">
            <a:extLst>
              <a:ext uri="{FF2B5EF4-FFF2-40B4-BE49-F238E27FC236}">
                <a16:creationId xmlns:a16="http://schemas.microsoft.com/office/drawing/2014/main" id="{41967192-60D8-43D4-99BC-ED418D0C7B06}"/>
              </a:ext>
            </a:extLst>
          </p:cNvPr>
          <p:cNvSpPr>
            <a:spLocks noGrp="1"/>
          </p:cNvSpPr>
          <p:nvPr/>
        </p:nvSpPr>
        <p:spPr>
          <a:xfrm>
            <a:off x="502920" y="502920"/>
            <a:ext cx="7132320" cy="457200"/>
          </a:xfrm>
          <a:prstGeom prst="rect">
            <a:avLst/>
          </a:prstGeom>
          <a:noFill/>
        </p:spPr>
        <p:txBody>
          <a:bodyPr wrap="squar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2500" b="1" i="0" u="none" strike="noStrike" kern="1200" cap="none" spc="0" normalizeH="0" baseline="0" noProof="0">
                <a:ln>
                  <a:noFill/>
                </a:ln>
                <a:solidFill>
                  <a:srgbClr val="087F9D"/>
                </a:solidFill>
                <a:effectLst/>
                <a:uLnTx/>
                <a:uFillTx/>
                <a:latin typeface="Nimbus Sans"/>
                <a:ea typeface="Nimbus Sans"/>
                <a:cs typeface="Nimbus Sans"/>
              </a:rPr>
              <a:t>Project and Course Objectives Roadmap</a:t>
            </a:r>
          </a:p>
        </p:txBody>
      </p:sp>
      <p:sp>
        <p:nvSpPr>
          <p:cNvPr id="6" name="Text 4">
            <a:extLst>
              <a:ext uri="{FF2B5EF4-FFF2-40B4-BE49-F238E27FC236}">
                <a16:creationId xmlns:a16="http://schemas.microsoft.com/office/drawing/2014/main" id="{5492069A-E0CA-423B-8ECA-0692F99282E5}"/>
              </a:ext>
            </a:extLst>
          </p:cNvPr>
          <p:cNvSpPr>
            <a:spLocks noGrp="1"/>
          </p:cNvSpPr>
          <p:nvPr/>
        </p:nvSpPr>
        <p:spPr>
          <a:xfrm>
            <a:off x="502920" y="1051560"/>
            <a:ext cx="7498080" cy="256032"/>
          </a:xfrm>
          <a:prstGeom prst="rect">
            <a:avLst/>
          </a:prstGeom>
          <a:noFill/>
        </p:spPr>
        <p:txBody>
          <a:bodyPr wrap="square" lIns="0" tIns="0" rIns="0" bIns="0" anchor="ctr"/>
          <a:lstStyle/>
          <a:p>
            <a:pPr marL="0" marR="0" lvl="0" indent="0" algn="l" defTabSz="914400" eaLnBrk="1" fontAlgn="auto" latinLnBrk="0" hangingPunct="1">
              <a:lnSpc>
                <a:spcPct val="15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4B5563"/>
                </a:solidFill>
                <a:effectLst/>
                <a:uLnTx/>
                <a:uFillTx/>
                <a:latin typeface="Nimbus Sans"/>
                <a:ea typeface="Nimbus Sans"/>
                <a:cs typeface="Nimbus Sans"/>
              </a:rPr>
              <a:t>Major topics to be explored in this course</a:t>
            </a:r>
            <a:endParaRPr kumimoji="0" sz="1350" b="0" i="0" u="none" strike="noStrike" kern="1200" cap="none" spc="0" normalizeH="0" baseline="0" noProof="0" dirty="0">
              <a:ln>
                <a:noFill/>
              </a:ln>
              <a:solidFill>
                <a:srgbClr val="4B5563"/>
              </a:solidFill>
              <a:effectLst/>
              <a:uLnTx/>
              <a:uFillTx/>
              <a:latin typeface="Nimbus Sans"/>
              <a:ea typeface="Nimbus Sans"/>
              <a:cs typeface="Nimbus Sans"/>
            </a:endParaRPr>
          </a:p>
        </p:txBody>
      </p:sp>
      <p:sp>
        <p:nvSpPr>
          <p:cNvPr id="7" name="Text 5">
            <a:extLst>
              <a:ext uri="{FF2B5EF4-FFF2-40B4-BE49-F238E27FC236}">
                <a16:creationId xmlns:a16="http://schemas.microsoft.com/office/drawing/2014/main" id="{4C944522-CFD1-4018-BF5A-D03DB49109A2}"/>
              </a:ext>
            </a:extLst>
          </p:cNvPr>
          <p:cNvSpPr>
            <a:spLocks noGrp="1"/>
          </p:cNvSpPr>
          <p:nvPr/>
        </p:nvSpPr>
        <p:spPr>
          <a:xfrm>
            <a:off x="822960" y="1554480"/>
            <a:ext cx="8412480" cy="4206240"/>
          </a:xfrm>
          <a:prstGeom prst="rect">
            <a:avLst/>
          </a:prstGeom>
          <a:noFill/>
        </p:spPr>
        <p:txBody>
          <a:bodyPr wrap="square" lIns="0" tIns="0" rIns="0" bIns="0" anchor="t">
            <a:normAutofit/>
          </a:bodyPr>
          <a:lstStyle/>
          <a:p>
            <a:pPr marL="0" marR="0" lvl="0" indent="0" algn="l" defTabSz="91440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74151"/>
                </a:solidFill>
                <a:effectLst/>
                <a:uLnTx/>
                <a:uFillTx/>
                <a:latin typeface="Nimbus Sans"/>
                <a:ea typeface="Nimbus Sans"/>
                <a:cs typeface="Nimbus Sans"/>
              </a:rPr>
              <a:t>▸ Establish a governed Microsoft Foundry foundation</a:t>
            </a:r>
          </a:p>
          <a:p>
            <a:pPr marL="0" marR="0" lvl="0" indent="0" algn="l" defTabSz="91440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74151"/>
                </a:solidFill>
                <a:effectLst/>
                <a:uLnTx/>
                <a:uFillTx/>
                <a:latin typeface="Nimbus Sans"/>
                <a:ea typeface="Nimbus Sans"/>
                <a:cs typeface="Nimbus Sans"/>
              </a:rPr>
              <a:t>▸ Build an agent and ground it in enterprise knowledge</a:t>
            </a:r>
          </a:p>
          <a:p>
            <a:pPr marL="0" marR="0" lvl="0" indent="0" algn="l" defTabSz="91440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74151"/>
                </a:solidFill>
                <a:effectLst/>
                <a:uLnTx/>
                <a:uFillTx/>
                <a:latin typeface="Nimbus Sans"/>
                <a:ea typeface="Nimbus Sans"/>
                <a:cs typeface="Nimbus Sans"/>
              </a:rPr>
              <a:t>▸ Connect approved tools and coordinate multiple agents</a:t>
            </a:r>
          </a:p>
          <a:p>
            <a:pPr marL="0" marR="0" lvl="0" indent="0" algn="l" defTabSz="91440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74151"/>
                </a:solidFill>
                <a:effectLst/>
                <a:uLnTx/>
                <a:uFillTx/>
                <a:latin typeface="Nimbus Sans"/>
                <a:ea typeface="Nimbus Sans"/>
                <a:cs typeface="Nimbus Sans"/>
              </a:rPr>
              <a:t>▸ Evaluate, monitor, and govern the running system</a:t>
            </a:r>
          </a:p>
          <a:p>
            <a:pPr marL="0" marR="0" lvl="0" indent="0" algn="l" defTabSz="91440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74151"/>
                </a:solidFill>
                <a:effectLst/>
                <a:uLnTx/>
                <a:uFillTx/>
                <a:latin typeface="Nimbus Sans"/>
                <a:ea typeface="Nimbus Sans"/>
                <a:cs typeface="Nimbus Sans"/>
              </a:rPr>
              <a:t>▸ Prove each capability in the portal and in C# code</a:t>
            </a:r>
            <a:endParaRPr kumimoji="0" sz="2000" b="0" i="0" u="none" strike="noStrike" kern="1200" cap="none" spc="0" normalizeH="0" baseline="0" noProof="0" dirty="0">
              <a:ln>
                <a:noFill/>
              </a:ln>
              <a:solidFill>
                <a:srgbClr val="374151"/>
              </a:solidFill>
              <a:effectLst/>
              <a:uLnTx/>
              <a:uFillTx/>
              <a:latin typeface="Nimbus Sans"/>
              <a:ea typeface="Nimbus Sans"/>
              <a:cs typeface="Nimbus Sans"/>
            </a:endParaRPr>
          </a:p>
        </p:txBody>
      </p:sp>
    </p:spTree>
    <p:extLst>
      <p:ext uri="{BB962C8B-B14F-4D97-AF65-F5344CB8AC3E}">
        <p14:creationId xmlns:p14="http://schemas.microsoft.com/office/powerpoint/2010/main" val="1350660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1A0FDBA-80BA-428A-BC59-50EFEE3A19CC}"/>
              </a:ext>
            </a:extLst>
          </p:cNvPr>
          <p:cNvSpPr>
            <a:spLocks noGrp="1"/>
          </p:cNvSpPr>
          <p:nvPr/>
        </p:nvSpPr>
        <p:spPr>
          <a:xfrm>
            <a:off x="0" y="0"/>
            <a:ext cx="12191695" cy="137160"/>
          </a:xfrm>
          <a:prstGeom prst="rect">
            <a:avLst/>
          </a:prstGeom>
          <a:solidFill>
            <a:srgbClr val="08A9C9"/>
          </a:solidFill>
          <a:ln w="12700">
            <a:solidFill>
              <a:srgbClr val="08A9C9"/>
            </a:solidFill>
            <a:prstDash val="solid"/>
          </a:ln>
        </p:spPr>
        <p:txBody>
          <a:bodyPr/>
          <a:lstStyle/>
          <a:p>
            <a:endParaRPr/>
          </a:p>
        </p:txBody>
      </p:sp>
      <p:sp>
        <p:nvSpPr>
          <p:cNvPr id="3" name="Shape 1">
            <a:extLst>
              <a:ext uri="{FF2B5EF4-FFF2-40B4-BE49-F238E27FC236}">
                <a16:creationId xmlns:a16="http://schemas.microsoft.com/office/drawing/2014/main" id="{31A21DDD-6B09-4EE9-99D2-162F3E0A240C}"/>
              </a:ext>
            </a:extLst>
          </p:cNvPr>
          <p:cNvSpPr>
            <a:spLocks noGrp="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a:p>
        </p:txBody>
      </p:sp>
      <p:sp>
        <p:nvSpPr>
          <p:cNvPr id="4" name="Text 2">
            <a:extLst>
              <a:ext uri="{FF2B5EF4-FFF2-40B4-BE49-F238E27FC236}">
                <a16:creationId xmlns:a16="http://schemas.microsoft.com/office/drawing/2014/main" id="{E2FBB65B-ECD7-49FC-964E-991E95CE05E9}"/>
              </a:ext>
            </a:extLst>
          </p:cNvPr>
          <p:cNvSpPr>
            <a:spLocks noGrp="1"/>
          </p:cNvSpPr>
          <p:nvPr/>
        </p:nvSpPr>
        <p:spPr>
          <a:xfrm>
            <a:off x="502920" y="6464808"/>
            <a:ext cx="5943600" cy="201168"/>
          </a:xfrm>
          <a:prstGeom prst="rect">
            <a:avLst/>
          </a:prstGeom>
          <a:noFill/>
        </p:spPr>
        <p:txBody>
          <a:bodyPr wrap="square" lIns="0" tIns="0" rIns="0" bIns="0" anchor="ctr"/>
          <a:lstStyle/>
          <a:p>
            <a:r>
              <a:rPr lang="en-US" sz="1500" b="0">
                <a:solidFill>
                  <a:srgbClr val="374151"/>
                </a:solidFill>
                <a:latin typeface="Aptos"/>
                <a:ea typeface="Aptos"/>
                <a:cs typeface="Aptos"/>
              </a:rPr>
              <a:t>Section 1 · Introduction</a:t>
            </a:r>
          </a:p>
        </p:txBody>
      </p:sp>
      <p:sp>
        <p:nvSpPr>
          <p:cNvPr id="5" name="Text 3">
            <a:extLst>
              <a:ext uri="{FF2B5EF4-FFF2-40B4-BE49-F238E27FC236}">
                <a16:creationId xmlns:a16="http://schemas.microsoft.com/office/drawing/2014/main" id="{D7ED262D-2607-4BBD-92DB-993F1B5EA6C0}"/>
              </a:ext>
            </a:extLst>
          </p:cNvPr>
          <p:cNvSpPr>
            <a:spLocks noGrp="1"/>
          </p:cNvSpPr>
          <p:nvPr/>
        </p:nvSpPr>
        <p:spPr>
          <a:xfrm>
            <a:off x="502920" y="621792"/>
            <a:ext cx="8686800" cy="502920"/>
          </a:xfrm>
          <a:prstGeom prst="rect">
            <a:avLst/>
          </a:prstGeom>
          <a:noFill/>
        </p:spPr>
        <p:txBody>
          <a:bodyPr wrap="square" lIns="0" tIns="0" rIns="0" bIns="0" anchor="ctr">
            <a:normAutofit/>
          </a:bodyPr>
          <a:lstStyle/>
          <a:p>
            <a:r>
              <a:rPr lang="en-US" sz="2800" b="0">
                <a:solidFill>
                  <a:srgbClr val="08A9C9"/>
                </a:solidFill>
                <a:latin typeface="Aptos Display"/>
                <a:ea typeface="Aptos Display"/>
                <a:cs typeface="Aptos Display"/>
              </a:rPr>
              <a:t>Built for Engineers Shipping Enterprise AI</a:t>
            </a:r>
            <a:endParaRPr sz="2800" b="0">
              <a:solidFill>
                <a:srgbClr val="08A9C9"/>
              </a:solidFill>
              <a:latin typeface="Aptos Display"/>
              <a:ea typeface="Aptos Display"/>
              <a:cs typeface="Aptos Display"/>
            </a:endParaRPr>
          </a:p>
        </p:txBody>
      </p:sp>
      <p:sp>
        <p:nvSpPr>
          <p:cNvPr id="6" name="Text 4">
            <a:extLst>
              <a:ext uri="{FF2B5EF4-FFF2-40B4-BE49-F238E27FC236}">
                <a16:creationId xmlns:a16="http://schemas.microsoft.com/office/drawing/2014/main" id="{C85EA4CA-C465-43A4-87F4-8199B5E80AB3}"/>
              </a:ext>
            </a:extLst>
          </p:cNvPr>
          <p:cNvSpPr>
            <a:spLocks noGrp="1"/>
          </p:cNvSpPr>
          <p:nvPr/>
        </p:nvSpPr>
        <p:spPr>
          <a:xfrm>
            <a:off x="502920" y="1298448"/>
            <a:ext cx="7772400" cy="347472"/>
          </a:xfrm>
          <a:prstGeom prst="rect">
            <a:avLst/>
          </a:prstGeom>
          <a:noFill/>
        </p:spPr>
        <p:txBody>
          <a:bodyPr wrap="square" lIns="0" tIns="0" rIns="0" bIns="0" anchor="ctr">
            <a:normAutofit/>
          </a:bodyPr>
          <a:lstStyle/>
          <a:p>
            <a:r>
              <a:rPr lang="en-US" sz="1500" b="0">
                <a:solidFill>
                  <a:srgbClr val="374151"/>
                </a:solidFill>
                <a:latin typeface="Aptos"/>
                <a:ea typeface="Aptos"/>
                <a:cs typeface="Aptos"/>
              </a:rPr>
              <a:t>You will connect platform choices to working agent solutions.</a:t>
            </a:r>
          </a:p>
        </p:txBody>
      </p:sp>
      <p:sp>
        <p:nvSpPr>
          <p:cNvPr id="7" name="Text 5">
            <a:extLst>
              <a:ext uri="{FF2B5EF4-FFF2-40B4-BE49-F238E27FC236}">
                <a16:creationId xmlns:a16="http://schemas.microsoft.com/office/drawing/2014/main" id="{0B588175-4D98-442A-9805-13B4DC29A28E}"/>
              </a:ext>
            </a:extLst>
          </p:cNvPr>
          <p:cNvSpPr>
            <a:spLocks noGrp="1"/>
          </p:cNvSpPr>
          <p:nvPr/>
        </p:nvSpPr>
        <p:spPr>
          <a:xfrm>
            <a:off x="640080" y="1783080"/>
            <a:ext cx="6995160" cy="4160520"/>
          </a:xfrm>
          <a:prstGeom prst="rect">
            <a:avLst/>
          </a:prstGeom>
          <a:noFill/>
        </p:spPr>
        <p:txBody>
          <a:bodyPr wrap="square" lIns="508" tIns="508" rIns="508" bIns="508" anchor="t">
            <a:normAutofit/>
          </a:bodyPr>
          <a:lstStyle/>
          <a:p>
            <a:pPr>
              <a:spcAft>
                <a:spcPts val="200"/>
              </a:spcAft>
              <a:buNone/>
            </a:pPr>
            <a:r>
              <a:rPr lang="en-US" sz="2200" dirty="0">
                <a:solidFill>
                  <a:srgbClr val="374151"/>
                </a:solidFill>
                <a:latin typeface="Aptos"/>
                <a:ea typeface="Aptos"/>
                <a:cs typeface="Aptos"/>
              </a:rPr>
              <a:t>▸ AI engineers building agents.</a:t>
            </a:r>
          </a:p>
          <a:p>
            <a:pPr>
              <a:spcAft>
                <a:spcPts val="200"/>
              </a:spcAft>
              <a:buNone/>
            </a:pPr>
            <a:r>
              <a:rPr lang="en-US" sz="2200" dirty="0">
                <a:solidFill>
                  <a:srgbClr val="374151"/>
                </a:solidFill>
                <a:latin typeface="Aptos"/>
                <a:ea typeface="Aptos"/>
                <a:cs typeface="Aptos"/>
              </a:rPr>
              <a:t>▸ ML engineers shipping model solutions.</a:t>
            </a:r>
          </a:p>
          <a:p>
            <a:pPr>
              <a:spcAft>
                <a:spcPts val="200"/>
              </a:spcAft>
              <a:buNone/>
            </a:pPr>
            <a:r>
              <a:rPr lang="en-US" sz="2200" dirty="0">
                <a:solidFill>
                  <a:srgbClr val="374151"/>
                </a:solidFill>
                <a:latin typeface="Aptos"/>
                <a:ea typeface="Aptos"/>
                <a:cs typeface="Aptos"/>
              </a:rPr>
              <a:t>▸ Cloud developers integrating Azure services.</a:t>
            </a:r>
          </a:p>
          <a:p>
            <a:pPr>
              <a:spcAft>
                <a:spcPts val="200"/>
              </a:spcAft>
              <a:buNone/>
            </a:pPr>
            <a:r>
              <a:rPr lang="en-US" sz="2200" dirty="0">
                <a:solidFill>
                  <a:srgbClr val="374151"/>
                </a:solidFill>
                <a:latin typeface="Aptos"/>
                <a:ea typeface="Aptos"/>
                <a:cs typeface="Aptos"/>
              </a:rPr>
              <a:t>▸ .NET developers building enterprise systems.</a:t>
            </a:r>
          </a:p>
          <a:p>
            <a:pPr>
              <a:spcAft>
                <a:spcPts val="200"/>
              </a:spcAft>
              <a:buNone/>
            </a:pPr>
            <a:r>
              <a:rPr lang="en-US" sz="2200" dirty="0">
                <a:solidFill>
                  <a:srgbClr val="374151"/>
                </a:solidFill>
                <a:latin typeface="Aptos"/>
                <a:ea typeface="Aptos"/>
                <a:cs typeface="Aptos"/>
              </a:rPr>
              <a:t>▸ Architects designing secure, operable systems.</a:t>
            </a:r>
          </a:p>
        </p:txBody>
      </p:sp>
      <p:sp>
        <p:nvSpPr>
          <p:cNvPr id="8" name="Shape 6">
            <a:extLst>
              <a:ext uri="{FF2B5EF4-FFF2-40B4-BE49-F238E27FC236}">
                <a16:creationId xmlns:a16="http://schemas.microsoft.com/office/drawing/2014/main" id="{731B1376-B55C-46BE-858B-89F289E84DE0}"/>
              </a:ext>
            </a:extLst>
          </p:cNvPr>
          <p:cNvSpPr>
            <a:spLocks noGrp="1"/>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a:p>
        </p:txBody>
      </p:sp>
      <p:sp>
        <p:nvSpPr>
          <p:cNvPr id="9" name="Shape 7">
            <a:extLst>
              <a:ext uri="{FF2B5EF4-FFF2-40B4-BE49-F238E27FC236}">
                <a16:creationId xmlns:a16="http://schemas.microsoft.com/office/drawing/2014/main" id="{A2782EF1-A383-4426-8CC7-ED47DEFE92FE}"/>
              </a:ext>
            </a:extLst>
          </p:cNvPr>
          <p:cNvSpPr>
            <a:spLocks noGrp="1"/>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a:p>
        </p:txBody>
      </p:sp>
      <p:sp>
        <p:nvSpPr>
          <p:cNvPr id="10" name="Text 8">
            <a:extLst>
              <a:ext uri="{FF2B5EF4-FFF2-40B4-BE49-F238E27FC236}">
                <a16:creationId xmlns:a16="http://schemas.microsoft.com/office/drawing/2014/main" id="{D87B2452-1269-4C1D-8A91-0CDA0AFDC53E}"/>
              </a:ext>
            </a:extLst>
          </p:cNvPr>
          <p:cNvSpPr>
            <a:spLocks noGrp="1"/>
          </p:cNvSpPr>
          <p:nvPr/>
        </p:nvSpPr>
        <p:spPr>
          <a:xfrm>
            <a:off x="8138160" y="2002536"/>
            <a:ext cx="329184" cy="109728"/>
          </a:xfrm>
          <a:prstGeom prst="rect">
            <a:avLst/>
          </a:prstGeom>
          <a:noFill/>
        </p:spPr>
        <p:txBody>
          <a:bodyPr wrap="square" lIns="0" tIns="0" rIns="0" bIns="0" anchor="ctr"/>
          <a:lstStyle/>
          <a:p>
            <a:pPr marL="0" indent="0" algn="ctr">
              <a:buNone/>
            </a:pPr>
            <a:r>
              <a:rPr lang="en-US" sz="1500" b="1">
                <a:solidFill>
                  <a:srgbClr val="FFFFFF"/>
                </a:solidFill>
                <a:latin typeface="Aptos"/>
                <a:ea typeface="Aptos"/>
                <a:cs typeface="Aptos"/>
              </a:rPr>
              <a:t>i</a:t>
            </a:r>
          </a:p>
        </p:txBody>
      </p:sp>
      <p:sp>
        <p:nvSpPr>
          <p:cNvPr id="11" name="Text 9">
            <a:extLst>
              <a:ext uri="{FF2B5EF4-FFF2-40B4-BE49-F238E27FC236}">
                <a16:creationId xmlns:a16="http://schemas.microsoft.com/office/drawing/2014/main" id="{4978B366-2098-430D-B5F4-D1F0873E4FE3}"/>
              </a:ext>
            </a:extLst>
          </p:cNvPr>
          <p:cNvSpPr>
            <a:spLocks noGrp="1"/>
          </p:cNvSpPr>
          <p:nvPr/>
        </p:nvSpPr>
        <p:spPr>
          <a:xfrm>
            <a:off x="8567928" y="1947672"/>
            <a:ext cx="2148840" cy="320040"/>
          </a:xfrm>
          <a:prstGeom prst="rect">
            <a:avLst/>
          </a:prstGeom>
          <a:noFill/>
        </p:spPr>
        <p:txBody>
          <a:bodyPr wrap="square" lIns="0" tIns="0" rIns="0" bIns="0" anchor="ctr">
            <a:normAutofit/>
          </a:bodyPr>
          <a:lstStyle/>
          <a:p>
            <a:r>
              <a:rPr lang="en-US" sz="1500" b="1">
                <a:solidFill>
                  <a:srgbClr val="1F2A37"/>
                </a:solidFill>
                <a:latin typeface="Aptos"/>
                <a:ea typeface="Aptos"/>
                <a:cs typeface="Aptos"/>
              </a:rPr>
              <a:t>Audience fit</a:t>
            </a:r>
          </a:p>
        </p:txBody>
      </p:sp>
      <p:sp>
        <p:nvSpPr>
          <p:cNvPr id="12" name="Text 10">
            <a:extLst>
              <a:ext uri="{FF2B5EF4-FFF2-40B4-BE49-F238E27FC236}">
                <a16:creationId xmlns:a16="http://schemas.microsoft.com/office/drawing/2014/main" id="{EAF2D74C-1D30-4E7F-BF6C-4C03B8F6D5FF}"/>
              </a:ext>
            </a:extLst>
          </p:cNvPr>
          <p:cNvSpPr>
            <a:spLocks noGrp="1"/>
          </p:cNvSpPr>
          <p:nvPr/>
        </p:nvSpPr>
        <p:spPr>
          <a:xfrm>
            <a:off x="8138160" y="2743200"/>
            <a:ext cx="2514600" cy="1051560"/>
          </a:xfrm>
          <a:prstGeom prst="rect">
            <a:avLst/>
          </a:prstGeom>
          <a:noFill/>
        </p:spPr>
        <p:txBody>
          <a:bodyPr wrap="square" lIns="73152" rIns="73152" anchor="ctr">
            <a:normAutofit/>
          </a:bodyPr>
          <a:lstStyle/>
          <a:p>
            <a:pPr>
              <a:lnSpc>
                <a:spcPct val="90000"/>
              </a:lnSpc>
              <a:buNone/>
            </a:pPr>
            <a:r>
              <a:rPr lang="en-US" sz="1400" b="0" dirty="0">
                <a:solidFill>
                  <a:srgbClr val="374151"/>
                </a:solidFill>
                <a:latin typeface="Aptos"/>
                <a:ea typeface="Aptos"/>
                <a:cs typeface="Aptos"/>
              </a:rPr>
              <a:t>You gain hands-on capability and architectural judgment together.</a:t>
            </a:r>
          </a:p>
        </p:txBody>
      </p:sp>
    </p:spTree>
    <p:extLst>
      <p:ext uri="{BB962C8B-B14F-4D97-AF65-F5344CB8AC3E}">
        <p14:creationId xmlns:p14="http://schemas.microsoft.com/office/powerpoint/2010/main" val="1436911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1A0FDBA-80BA-428A-BC59-50EFEE3A19CC}"/>
              </a:ext>
            </a:extLst>
          </p:cNvPr>
          <p:cNvSpPr>
            <a:spLocks noGrp="1"/>
          </p:cNvSpPr>
          <p:nvPr/>
        </p:nvSpPr>
        <p:spPr>
          <a:xfrm>
            <a:off x="0" y="0"/>
            <a:ext cx="12191695" cy="137160"/>
          </a:xfrm>
          <a:prstGeom prst="rect">
            <a:avLst/>
          </a:prstGeom>
          <a:solidFill>
            <a:srgbClr val="08A9C9"/>
          </a:solidFill>
          <a:ln w="12700">
            <a:solidFill>
              <a:srgbClr val="08A9C9"/>
            </a:solidFill>
            <a:prstDash val="solid"/>
          </a:ln>
        </p:spPr>
        <p:txBody>
          <a:bodyPr/>
          <a:lstStyle/>
          <a:p>
            <a:endParaRPr/>
          </a:p>
        </p:txBody>
      </p:sp>
      <p:sp>
        <p:nvSpPr>
          <p:cNvPr id="3" name="Shape 1">
            <a:extLst>
              <a:ext uri="{FF2B5EF4-FFF2-40B4-BE49-F238E27FC236}">
                <a16:creationId xmlns:a16="http://schemas.microsoft.com/office/drawing/2014/main" id="{31A21DDD-6B09-4EE9-99D2-162F3E0A240C}"/>
              </a:ext>
            </a:extLst>
          </p:cNvPr>
          <p:cNvSpPr>
            <a:spLocks noGrp="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a:p>
        </p:txBody>
      </p:sp>
      <p:sp>
        <p:nvSpPr>
          <p:cNvPr id="4" name="Text 2">
            <a:extLst>
              <a:ext uri="{FF2B5EF4-FFF2-40B4-BE49-F238E27FC236}">
                <a16:creationId xmlns:a16="http://schemas.microsoft.com/office/drawing/2014/main" id="{E2FBB65B-ECD7-49FC-964E-991E95CE05E9}"/>
              </a:ext>
            </a:extLst>
          </p:cNvPr>
          <p:cNvSpPr>
            <a:spLocks noGrp="1"/>
          </p:cNvSpPr>
          <p:nvPr/>
        </p:nvSpPr>
        <p:spPr>
          <a:xfrm>
            <a:off x="502920" y="6464808"/>
            <a:ext cx="5943600" cy="201168"/>
          </a:xfrm>
          <a:prstGeom prst="rect">
            <a:avLst/>
          </a:prstGeom>
          <a:noFill/>
        </p:spPr>
        <p:txBody>
          <a:bodyPr wrap="square" lIns="0" tIns="0" rIns="0" bIns="0" anchor="ctr"/>
          <a:lstStyle/>
          <a:p>
            <a:r>
              <a:rPr lang="en-US" sz="1500" b="0">
                <a:solidFill>
                  <a:srgbClr val="374151"/>
                </a:solidFill>
                <a:latin typeface="Aptos"/>
                <a:ea typeface="Aptos"/>
                <a:cs typeface="Aptos"/>
              </a:rPr>
              <a:t>Section 1 · Introduction</a:t>
            </a:r>
          </a:p>
        </p:txBody>
      </p:sp>
      <p:sp>
        <p:nvSpPr>
          <p:cNvPr id="5" name="Text 3">
            <a:extLst>
              <a:ext uri="{FF2B5EF4-FFF2-40B4-BE49-F238E27FC236}">
                <a16:creationId xmlns:a16="http://schemas.microsoft.com/office/drawing/2014/main" id="{D7ED262D-2607-4BBD-92DB-993F1B5EA6C0}"/>
              </a:ext>
            </a:extLst>
          </p:cNvPr>
          <p:cNvSpPr>
            <a:spLocks noGrp="1"/>
          </p:cNvSpPr>
          <p:nvPr/>
        </p:nvSpPr>
        <p:spPr>
          <a:xfrm>
            <a:off x="502920" y="621792"/>
            <a:ext cx="8686800" cy="502920"/>
          </a:xfrm>
          <a:prstGeom prst="rect">
            <a:avLst/>
          </a:prstGeom>
          <a:noFill/>
        </p:spPr>
        <p:txBody>
          <a:bodyPr wrap="square" lIns="0" tIns="0" rIns="0" bIns="0" anchor="ctr">
            <a:normAutofit/>
          </a:bodyPr>
          <a:lstStyle/>
          <a:p>
            <a:r>
              <a:rPr sz="2800" b="0">
                <a:solidFill>
                  <a:srgbClr val="08A9C9"/>
                </a:solidFill>
                <a:latin typeface="Aptos Display"/>
                <a:ea typeface="Aptos Display"/>
                <a:cs typeface="Aptos Display"/>
              </a:rPr>
              <a:t>No Prior Foundry Experience Is Required</a:t>
            </a:r>
          </a:p>
        </p:txBody>
      </p:sp>
      <p:sp>
        <p:nvSpPr>
          <p:cNvPr id="6" name="Text 4">
            <a:extLst>
              <a:ext uri="{FF2B5EF4-FFF2-40B4-BE49-F238E27FC236}">
                <a16:creationId xmlns:a16="http://schemas.microsoft.com/office/drawing/2014/main" id="{C85EA4CA-C465-43A4-87F4-8199B5E80AB3}"/>
              </a:ext>
            </a:extLst>
          </p:cNvPr>
          <p:cNvSpPr>
            <a:spLocks noGrp="1"/>
          </p:cNvSpPr>
          <p:nvPr/>
        </p:nvSpPr>
        <p:spPr>
          <a:xfrm>
            <a:off x="502920" y="1298448"/>
            <a:ext cx="7772400" cy="347472"/>
          </a:xfrm>
          <a:prstGeom prst="rect">
            <a:avLst/>
          </a:prstGeom>
          <a:noFill/>
        </p:spPr>
        <p:txBody>
          <a:bodyPr wrap="square" lIns="0" tIns="0" rIns="0" bIns="0" anchor="ctr">
            <a:normAutofit/>
          </a:bodyPr>
          <a:lstStyle/>
          <a:p>
            <a:r>
              <a:rPr lang="en-US" sz="1500" b="0">
                <a:solidFill>
                  <a:srgbClr val="374151"/>
                </a:solidFill>
                <a:latin typeface="Aptos"/>
                <a:ea typeface="Aptos"/>
                <a:cs typeface="Aptos"/>
              </a:rPr>
              <a:t>Each platform area is introduced before you are asked to use it.</a:t>
            </a:r>
          </a:p>
        </p:txBody>
      </p:sp>
      <p:sp>
        <p:nvSpPr>
          <p:cNvPr id="7" name="Text 5">
            <a:extLst>
              <a:ext uri="{FF2B5EF4-FFF2-40B4-BE49-F238E27FC236}">
                <a16:creationId xmlns:a16="http://schemas.microsoft.com/office/drawing/2014/main" id="{0B588175-4D98-442A-9805-13B4DC29A28E}"/>
              </a:ext>
            </a:extLst>
          </p:cNvPr>
          <p:cNvSpPr>
            <a:spLocks noGrp="1"/>
          </p:cNvSpPr>
          <p:nvPr/>
        </p:nvSpPr>
        <p:spPr>
          <a:xfrm>
            <a:off x="640080" y="1783080"/>
            <a:ext cx="6995160" cy="4160520"/>
          </a:xfrm>
          <a:prstGeom prst="rect">
            <a:avLst/>
          </a:prstGeom>
          <a:noFill/>
        </p:spPr>
        <p:txBody>
          <a:bodyPr wrap="square" lIns="508" tIns="508" rIns="508" bIns="508" anchor="t">
            <a:normAutofit/>
          </a:bodyPr>
          <a:lstStyle/>
          <a:p>
            <a:pPr>
              <a:spcAft>
                <a:spcPts val="200"/>
              </a:spcAft>
              <a:buNone/>
            </a:pPr>
            <a:r>
              <a:rPr lang="en-US" sz="2200" dirty="0">
                <a:solidFill>
                  <a:srgbClr val="374151"/>
                </a:solidFill>
                <a:latin typeface="Aptos"/>
                <a:ea typeface="Aptos"/>
                <a:cs typeface="Aptos"/>
              </a:rPr>
              <a:t>▸ The current portal is introduced from the beginning.</a:t>
            </a:r>
          </a:p>
          <a:p>
            <a:pPr>
              <a:spcAft>
                <a:spcPts val="200"/>
              </a:spcAft>
              <a:buNone/>
            </a:pPr>
            <a:r>
              <a:rPr lang="en-US" sz="2200" dirty="0">
                <a:solidFill>
                  <a:srgbClr val="374151"/>
                </a:solidFill>
                <a:latin typeface="Aptos"/>
                <a:ea typeface="Aptos"/>
                <a:cs typeface="Aptos"/>
              </a:rPr>
              <a:t>▸ Project and model concepts arrive before agent work.</a:t>
            </a:r>
          </a:p>
          <a:p>
            <a:pPr>
              <a:spcAft>
                <a:spcPts val="200"/>
              </a:spcAft>
              <a:buNone/>
            </a:pPr>
            <a:r>
              <a:rPr lang="en-US" sz="2200" dirty="0">
                <a:solidFill>
                  <a:srgbClr val="374151"/>
                </a:solidFill>
                <a:latin typeface="Aptos"/>
                <a:ea typeface="Aptos"/>
                <a:cs typeface="Aptos"/>
              </a:rPr>
              <a:t>▸ Knowledge and tools are added after the base agent.</a:t>
            </a:r>
          </a:p>
          <a:p>
            <a:pPr>
              <a:spcAft>
                <a:spcPts val="200"/>
              </a:spcAft>
              <a:buNone/>
            </a:pPr>
            <a:r>
              <a:rPr lang="en-US" sz="2200" dirty="0">
                <a:solidFill>
                  <a:srgbClr val="374151"/>
                </a:solidFill>
                <a:latin typeface="Aptos"/>
                <a:ea typeface="Aptos"/>
                <a:cs typeface="Aptos"/>
              </a:rPr>
              <a:t>▸ Evaluation and governance follow working behavior.</a:t>
            </a:r>
          </a:p>
          <a:p>
            <a:pPr>
              <a:spcAft>
                <a:spcPts val="200"/>
              </a:spcAft>
              <a:buNone/>
            </a:pPr>
            <a:r>
              <a:rPr lang="en-US" sz="2200" dirty="0">
                <a:solidFill>
                  <a:srgbClr val="374151"/>
                </a:solidFill>
                <a:latin typeface="Aptos"/>
                <a:ea typeface="Aptos"/>
                <a:cs typeface="Aptos"/>
              </a:rPr>
              <a:t>▸ Course implementation uses .NET 10 and C# 14.</a:t>
            </a:r>
          </a:p>
        </p:txBody>
      </p:sp>
      <p:sp>
        <p:nvSpPr>
          <p:cNvPr id="8" name="Shape 6">
            <a:extLst>
              <a:ext uri="{FF2B5EF4-FFF2-40B4-BE49-F238E27FC236}">
                <a16:creationId xmlns:a16="http://schemas.microsoft.com/office/drawing/2014/main" id="{731B1376-B55C-46BE-858B-89F289E84DE0}"/>
              </a:ext>
            </a:extLst>
          </p:cNvPr>
          <p:cNvSpPr>
            <a:spLocks noGrp="1"/>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a:p>
        </p:txBody>
      </p:sp>
      <p:sp>
        <p:nvSpPr>
          <p:cNvPr id="9" name="Shape 7">
            <a:extLst>
              <a:ext uri="{FF2B5EF4-FFF2-40B4-BE49-F238E27FC236}">
                <a16:creationId xmlns:a16="http://schemas.microsoft.com/office/drawing/2014/main" id="{A2782EF1-A383-4426-8CC7-ED47DEFE92FE}"/>
              </a:ext>
            </a:extLst>
          </p:cNvPr>
          <p:cNvSpPr>
            <a:spLocks noGrp="1"/>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a:p>
        </p:txBody>
      </p:sp>
      <p:sp>
        <p:nvSpPr>
          <p:cNvPr id="10" name="Text 8">
            <a:extLst>
              <a:ext uri="{FF2B5EF4-FFF2-40B4-BE49-F238E27FC236}">
                <a16:creationId xmlns:a16="http://schemas.microsoft.com/office/drawing/2014/main" id="{D87B2452-1269-4C1D-8A91-0CDA0AFDC53E}"/>
              </a:ext>
            </a:extLst>
          </p:cNvPr>
          <p:cNvSpPr>
            <a:spLocks noGrp="1"/>
          </p:cNvSpPr>
          <p:nvPr/>
        </p:nvSpPr>
        <p:spPr>
          <a:xfrm>
            <a:off x="8138160" y="2002536"/>
            <a:ext cx="329184" cy="109728"/>
          </a:xfrm>
          <a:prstGeom prst="rect">
            <a:avLst/>
          </a:prstGeom>
          <a:noFill/>
        </p:spPr>
        <p:txBody>
          <a:bodyPr wrap="square" lIns="0" tIns="0" rIns="0" bIns="0" anchor="ctr"/>
          <a:lstStyle/>
          <a:p>
            <a:pPr marL="0" indent="0" algn="ctr">
              <a:buNone/>
            </a:pPr>
            <a:r>
              <a:rPr lang="en-US" sz="1500" b="1">
                <a:solidFill>
                  <a:srgbClr val="FFFFFF"/>
                </a:solidFill>
                <a:latin typeface="Aptos"/>
                <a:ea typeface="Aptos"/>
                <a:cs typeface="Aptos"/>
              </a:rPr>
              <a:t>i</a:t>
            </a:r>
          </a:p>
        </p:txBody>
      </p:sp>
      <p:sp>
        <p:nvSpPr>
          <p:cNvPr id="11" name="Text 9">
            <a:extLst>
              <a:ext uri="{FF2B5EF4-FFF2-40B4-BE49-F238E27FC236}">
                <a16:creationId xmlns:a16="http://schemas.microsoft.com/office/drawing/2014/main" id="{4978B366-2098-430D-B5F4-D1F0873E4FE3}"/>
              </a:ext>
            </a:extLst>
          </p:cNvPr>
          <p:cNvSpPr>
            <a:spLocks noGrp="1"/>
          </p:cNvSpPr>
          <p:nvPr/>
        </p:nvSpPr>
        <p:spPr>
          <a:xfrm>
            <a:off x="8567928" y="1947672"/>
            <a:ext cx="2148840" cy="320040"/>
          </a:xfrm>
          <a:prstGeom prst="rect">
            <a:avLst/>
          </a:prstGeom>
          <a:noFill/>
        </p:spPr>
        <p:txBody>
          <a:bodyPr wrap="square" lIns="0" tIns="0" rIns="0" bIns="0" anchor="ctr">
            <a:normAutofit/>
          </a:bodyPr>
          <a:lstStyle/>
          <a:p>
            <a:r>
              <a:rPr lang="en-US" sz="1500" b="1">
                <a:solidFill>
                  <a:srgbClr val="1F2A37"/>
                </a:solidFill>
                <a:latin typeface="Aptos"/>
                <a:ea typeface="Aptos"/>
                <a:cs typeface="Aptos"/>
              </a:rPr>
              <a:t>Language note</a:t>
            </a:r>
          </a:p>
        </p:txBody>
      </p:sp>
      <p:sp>
        <p:nvSpPr>
          <p:cNvPr id="12" name="Text 10">
            <a:extLst>
              <a:ext uri="{FF2B5EF4-FFF2-40B4-BE49-F238E27FC236}">
                <a16:creationId xmlns:a16="http://schemas.microsoft.com/office/drawing/2014/main" id="{EAF2D74C-1D30-4E7F-BF6C-4C03B8F6D5FF}"/>
              </a:ext>
            </a:extLst>
          </p:cNvPr>
          <p:cNvSpPr>
            <a:spLocks noGrp="1"/>
          </p:cNvSpPr>
          <p:nvPr/>
        </p:nvSpPr>
        <p:spPr>
          <a:xfrm>
            <a:off x="8138160" y="2450592"/>
            <a:ext cx="2514600" cy="1344168"/>
          </a:xfrm>
          <a:prstGeom prst="rect">
            <a:avLst/>
          </a:prstGeom>
          <a:noFill/>
        </p:spPr>
        <p:txBody>
          <a:bodyPr wrap="square" lIns="73152" rIns="73152" anchor="ctr">
            <a:normAutofit/>
          </a:bodyPr>
          <a:lstStyle/>
          <a:p>
            <a:pPr>
              <a:lnSpc>
                <a:spcPct val="90000"/>
              </a:lnSpc>
              <a:buNone/>
            </a:pPr>
            <a:r>
              <a:rPr lang="en-US" sz="1400" b="0" dirty="0">
                <a:solidFill>
                  <a:srgbClr val="374151"/>
                </a:solidFill>
                <a:latin typeface="Aptos"/>
                <a:ea typeface="Aptos"/>
                <a:cs typeface="Aptos"/>
              </a:rPr>
              <a:t>C# is the language of choice. </a:t>
            </a:r>
          </a:p>
        </p:txBody>
      </p:sp>
    </p:spTree>
    <p:extLst>
      <p:ext uri="{BB962C8B-B14F-4D97-AF65-F5344CB8AC3E}">
        <p14:creationId xmlns:p14="http://schemas.microsoft.com/office/powerpoint/2010/main" val="1436911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F53A62A-AEC1-484A-BD46-25232ACBE59C}"/>
              </a:ext>
            </a:extLst>
          </p:cNvPr>
          <p:cNvSpPr>
            <a:spLocks noGrp="1"/>
          </p:cNvSpPr>
          <p:nvPr/>
        </p:nvSpPr>
        <p:spPr>
          <a:xfrm>
            <a:off x="0" y="0"/>
            <a:ext cx="12191695" cy="137160"/>
          </a:xfrm>
          <a:prstGeom prst="rect">
            <a:avLst/>
          </a:prstGeom>
          <a:solidFill>
            <a:srgbClr val="08A9C9"/>
          </a:solidFill>
          <a:ln w="12700">
            <a:solidFill>
              <a:srgbClr val="08A9C9"/>
            </a:solidFill>
            <a:prstDash val="solid"/>
          </a:ln>
        </p:spPr>
        <p:txBody>
          <a:bodyPr/>
          <a:lstStyle/>
          <a:p>
            <a:endParaRPr/>
          </a:p>
        </p:txBody>
      </p:sp>
      <p:sp>
        <p:nvSpPr>
          <p:cNvPr id="3" name="Shape 1">
            <a:extLst>
              <a:ext uri="{FF2B5EF4-FFF2-40B4-BE49-F238E27FC236}">
                <a16:creationId xmlns:a16="http://schemas.microsoft.com/office/drawing/2014/main" id="{488B7660-1F70-4CF8-8A0E-4B685168C2EF}"/>
              </a:ext>
            </a:extLst>
          </p:cNvPr>
          <p:cNvSpPr>
            <a:spLocks noGrp="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a:p>
        </p:txBody>
      </p:sp>
      <p:sp>
        <p:nvSpPr>
          <p:cNvPr id="4" name="Text 2">
            <a:extLst>
              <a:ext uri="{FF2B5EF4-FFF2-40B4-BE49-F238E27FC236}">
                <a16:creationId xmlns:a16="http://schemas.microsoft.com/office/drawing/2014/main" id="{3AA28FDA-7224-43EE-B775-82AA23818811}"/>
              </a:ext>
            </a:extLst>
          </p:cNvPr>
          <p:cNvSpPr>
            <a:spLocks noGrp="1"/>
          </p:cNvSpPr>
          <p:nvPr/>
        </p:nvSpPr>
        <p:spPr>
          <a:xfrm>
            <a:off x="502920" y="6464808"/>
            <a:ext cx="5943600" cy="201168"/>
          </a:xfrm>
          <a:prstGeom prst="rect">
            <a:avLst/>
          </a:prstGeom>
          <a:noFill/>
        </p:spPr>
        <p:txBody>
          <a:bodyPr wrap="square" lIns="0" tIns="0" rIns="0" bIns="0" anchor="ctr"/>
          <a:lstStyle/>
          <a:p>
            <a:r>
              <a:rPr lang="en-US" sz="1500" b="0">
                <a:solidFill>
                  <a:srgbClr val="374151"/>
                </a:solidFill>
                <a:latin typeface="Aptos"/>
                <a:ea typeface="Aptos"/>
                <a:cs typeface="Aptos"/>
              </a:rPr>
              <a:t>Section 1 · Introduction</a:t>
            </a:r>
          </a:p>
        </p:txBody>
      </p:sp>
      <p:sp>
        <p:nvSpPr>
          <p:cNvPr id="5" name="Text 3">
            <a:extLst>
              <a:ext uri="{FF2B5EF4-FFF2-40B4-BE49-F238E27FC236}">
                <a16:creationId xmlns:a16="http://schemas.microsoft.com/office/drawing/2014/main" id="{9DA2A51F-E1F0-4271-9284-AB3641828F1C}"/>
              </a:ext>
            </a:extLst>
          </p:cNvPr>
          <p:cNvSpPr>
            <a:spLocks noGrp="1"/>
          </p:cNvSpPr>
          <p:nvPr/>
        </p:nvSpPr>
        <p:spPr>
          <a:xfrm>
            <a:off x="502920" y="621792"/>
            <a:ext cx="11185855" cy="502920"/>
          </a:xfrm>
          <a:prstGeom prst="rect">
            <a:avLst/>
          </a:prstGeom>
          <a:noFill/>
        </p:spPr>
        <p:txBody>
          <a:bodyPr wrap="square" lIns="0" tIns="0" rIns="0" bIns="0" anchor="ctr">
            <a:normAutofit/>
          </a:bodyPr>
          <a:lstStyle/>
          <a:p>
            <a:r>
              <a:rPr lang="en-US" sz="2700" b="0">
                <a:solidFill>
                  <a:srgbClr val="08A9C9"/>
                </a:solidFill>
                <a:latin typeface="Aptos Display"/>
                <a:ea typeface="Aptos Display"/>
                <a:cs typeface="Aptos Display"/>
              </a:rPr>
              <a:t>You Learn, Build, and Verify Every Topic</a:t>
            </a:r>
            <a:endParaRPr sz="2700" b="0">
              <a:solidFill>
                <a:srgbClr val="08A9C9"/>
              </a:solidFill>
              <a:latin typeface="Aptos Display"/>
              <a:ea typeface="Aptos Display"/>
              <a:cs typeface="Aptos Display"/>
            </a:endParaRPr>
          </a:p>
        </p:txBody>
      </p:sp>
      <p:sp>
        <p:nvSpPr>
          <p:cNvPr id="6" name="Text 4">
            <a:extLst>
              <a:ext uri="{FF2B5EF4-FFF2-40B4-BE49-F238E27FC236}">
                <a16:creationId xmlns:a16="http://schemas.microsoft.com/office/drawing/2014/main" id="{88F908A6-BC8C-4D1C-8202-3B8C793BA5A1}"/>
              </a:ext>
            </a:extLst>
          </p:cNvPr>
          <p:cNvSpPr>
            <a:spLocks noGrp="1"/>
          </p:cNvSpPr>
          <p:nvPr/>
        </p:nvSpPr>
        <p:spPr>
          <a:xfrm>
            <a:off x="502920" y="1216152"/>
            <a:ext cx="11185855" cy="455168"/>
          </a:xfrm>
          <a:prstGeom prst="rect">
            <a:avLst/>
          </a:prstGeom>
          <a:noFill/>
        </p:spPr>
        <p:txBody>
          <a:bodyPr wrap="square" lIns="0" tIns="0" rIns="0" bIns="0" anchor="t">
            <a:normAutofit/>
          </a:bodyPr>
          <a:lstStyle/>
          <a:p>
            <a:r>
              <a:rPr lang="en-US" sz="1500" b="0">
                <a:solidFill>
                  <a:srgbClr val="374151"/>
                </a:solidFill>
                <a:latin typeface="Aptos"/>
                <a:ea typeface="Aptos"/>
                <a:cs typeface="Aptos"/>
              </a:rPr>
              <a:t>Each technical topic moves from understanding to visible evidence.</a:t>
            </a:r>
          </a:p>
        </p:txBody>
      </p:sp>
      <p:sp>
        <p:nvSpPr>
          <p:cNvPr id="20" name="Legacy Card">
            <a:extLst>
              <a:ext uri="{FF2B5EF4-FFF2-40B4-BE49-F238E27FC236}">
                <a16:creationId xmlns:a16="http://schemas.microsoft.com/office/drawing/2014/main" id="{73F818D1-2B4C-49B3-8424-22D0EE6D829C}"/>
              </a:ext>
            </a:extLst>
          </p:cNvPr>
          <p:cNvSpPr>
            <a:spLocks noGrp="1"/>
          </p:cNvSpPr>
          <p:nvPr/>
        </p:nvSpPr>
        <p:spPr>
          <a:xfrm>
            <a:off x="502920" y="1860000"/>
            <a:ext cx="4350000" cy="3640000"/>
          </a:xfrm>
          <a:prstGeom prst="roundRect">
            <a:avLst>
              <a:gd name="adj" fmla="val 3137"/>
            </a:avLst>
          </a:prstGeom>
          <a:solidFill>
            <a:srgbClr val="FFFFFF"/>
          </a:solidFill>
          <a:ln w="12700">
            <a:solidFill>
              <a:srgbClr val="E4B07A"/>
            </a:solidFill>
            <a:prstDash val="solid"/>
          </a:ln>
        </p:spPr>
        <p:txBody>
          <a:bodyPr/>
          <a:lstStyle/>
          <a:p>
            <a:endParaRPr/>
          </a:p>
        </p:txBody>
      </p:sp>
      <p:sp>
        <p:nvSpPr>
          <p:cNvPr id="21" name="Legacy Icon">
            <a:extLst>
              <a:ext uri="{FF2B5EF4-FFF2-40B4-BE49-F238E27FC236}">
                <a16:creationId xmlns:a16="http://schemas.microsoft.com/office/drawing/2014/main" id="{41782C0D-2CB0-457E-A76C-E447A44D4074}"/>
              </a:ext>
            </a:extLst>
          </p:cNvPr>
          <p:cNvSpPr>
            <a:spLocks noGrp="1"/>
          </p:cNvSpPr>
          <p:nvPr/>
        </p:nvSpPr>
        <p:spPr>
          <a:xfrm>
            <a:off x="731520" y="2040000"/>
            <a:ext cx="300000" cy="300000"/>
          </a:xfrm>
          <a:prstGeom prst="ellipse">
            <a:avLst/>
          </a:prstGeom>
          <a:solidFill>
            <a:srgbClr val="C26A1E"/>
          </a:solidFill>
          <a:ln w="12700">
            <a:solidFill>
              <a:srgbClr val="C26A1E"/>
            </a:solidFill>
            <a:prstDash val="solid"/>
          </a:ln>
        </p:spPr>
        <p:txBody>
          <a:bodyPr wrap="square" lIns="0" tIns="0" rIns="0" bIns="0" anchor="ctr"/>
          <a:lstStyle/>
          <a:p>
            <a:pPr marL="0" indent="0" algn="ctr">
              <a:buNone/>
            </a:pPr>
            <a:r>
              <a:rPr lang="en-US" sz="1800" b="0">
                <a:solidFill>
                  <a:schemeClr val="bg1"/>
                </a:solidFill>
                <a:latin typeface="Aptos"/>
                <a:ea typeface="Aptos"/>
                <a:cs typeface="Aptos"/>
              </a:rPr>
              <a:t>1</a:t>
            </a:r>
          </a:p>
        </p:txBody>
      </p:sp>
      <p:sp>
        <p:nvSpPr>
          <p:cNvPr id="22" name="Legacy Header">
            <a:extLst>
              <a:ext uri="{FF2B5EF4-FFF2-40B4-BE49-F238E27FC236}">
                <a16:creationId xmlns:a16="http://schemas.microsoft.com/office/drawing/2014/main" id="{D1778A04-3D90-4FD2-8B6A-72F96C1E4A13}"/>
              </a:ext>
            </a:extLst>
          </p:cNvPr>
          <p:cNvSpPr>
            <a:spLocks noGrp="1"/>
          </p:cNvSpPr>
          <p:nvPr/>
        </p:nvSpPr>
        <p:spPr>
          <a:xfrm>
            <a:off x="1111520" y="2010000"/>
            <a:ext cx="3470000" cy="360000"/>
          </a:xfrm>
          <a:prstGeom prst="rect">
            <a:avLst/>
          </a:prstGeom>
          <a:noFill/>
        </p:spPr>
        <p:txBody>
          <a:bodyPr wrap="square" lIns="0" tIns="0" rIns="0" bIns="0" anchor="ctr"/>
          <a:lstStyle/>
          <a:p>
            <a:r>
              <a:rPr lang="en-US" sz="1500" b="1">
                <a:solidFill>
                  <a:srgbClr val="1F2A37"/>
                </a:solidFill>
                <a:latin typeface="Aptos"/>
                <a:ea typeface="Aptos"/>
                <a:cs typeface="Aptos"/>
              </a:rPr>
              <a:t>Learn and observe</a:t>
            </a:r>
          </a:p>
          <a:p>
            <a:r>
              <a:rPr lang="en-US" sz="1500" b="1">
                <a:solidFill>
                  <a:srgbClr val="1F2A37"/>
                </a:solidFill>
                <a:latin typeface="Aptos"/>
                <a:ea typeface="Aptos"/>
                <a:cs typeface="Aptos"/>
              </a:rPr>
              <a:t>Build the mental model</a:t>
            </a:r>
          </a:p>
        </p:txBody>
      </p:sp>
      <p:sp>
        <p:nvSpPr>
          <p:cNvPr id="23" name="Legacy Bullets">
            <a:extLst>
              <a:ext uri="{FF2B5EF4-FFF2-40B4-BE49-F238E27FC236}">
                <a16:creationId xmlns:a16="http://schemas.microsoft.com/office/drawing/2014/main" id="{A3AE264A-9696-42BC-937B-DE401B9239CC}"/>
              </a:ext>
            </a:extLst>
          </p:cNvPr>
          <p:cNvSpPr>
            <a:spLocks noGrp="1"/>
          </p:cNvSpPr>
          <p:nvPr/>
        </p:nvSpPr>
        <p:spPr>
          <a:xfrm>
            <a:off x="731520" y="2560000"/>
            <a:ext cx="3892800" cy="2840000"/>
          </a:xfrm>
          <a:prstGeom prst="rect">
            <a:avLst/>
          </a:prstGeom>
          <a:noFill/>
        </p:spPr>
        <p:txBody>
          <a:bodyPr wrap="square" lIns="0" tIns="0" rIns="0" bIns="0" anchor="t">
            <a:normAutofit/>
          </a:bodyPr>
          <a:lstStyle/>
          <a:p>
            <a:pPr marL="228600" indent="-228600">
              <a:spcBef>
                <a:spcPts val="600"/>
              </a:spcBef>
              <a:spcAft>
                <a:spcPts val="200"/>
              </a:spcAft>
              <a:buFont typeface="Aptos"/>
              <a:buChar char="▸"/>
            </a:pPr>
            <a:r>
              <a:rPr lang="en-US">
                <a:solidFill>
                  <a:srgbClr val="374151"/>
                </a:solidFill>
                <a:latin typeface="Aptos"/>
                <a:ea typeface="Aptos"/>
                <a:cs typeface="Aptos"/>
              </a:rPr>
              <a:t>Start with the engineering reason</a:t>
            </a:r>
          </a:p>
          <a:p>
            <a:pPr marL="228600" indent="-228600">
              <a:spcBef>
                <a:spcPts val="600"/>
              </a:spcBef>
              <a:spcAft>
                <a:spcPts val="200"/>
              </a:spcAft>
              <a:buFont typeface="Aptos"/>
              <a:buChar char="▸"/>
            </a:pPr>
            <a:r>
              <a:rPr lang="en-US">
                <a:solidFill>
                  <a:srgbClr val="374151"/>
                </a:solidFill>
              </a:rPr>
              <a:t>See the architecture in context</a:t>
            </a:r>
          </a:p>
          <a:p>
            <a:pPr marL="228600" indent="-228600">
              <a:spcBef>
                <a:spcPts val="600"/>
              </a:spcBef>
              <a:spcAft>
                <a:spcPts val="200"/>
              </a:spcAft>
              <a:buFont typeface="Aptos"/>
              <a:buChar char="▸"/>
            </a:pPr>
            <a:r>
              <a:rPr lang="en-US">
                <a:solidFill>
                  <a:srgbClr val="374151"/>
                </a:solidFill>
              </a:rPr>
              <a:t>Watch an outcome-driven walkthrough</a:t>
            </a:r>
          </a:p>
          <a:p>
            <a:pPr marL="228600" indent="-228600">
              <a:spcBef>
                <a:spcPts val="600"/>
              </a:spcBef>
              <a:spcAft>
                <a:spcPts val="200"/>
              </a:spcAft>
              <a:buFont typeface="Aptos"/>
              <a:buChar char="▸"/>
            </a:pPr>
            <a:r>
              <a:rPr lang="en-US">
                <a:solidFill>
                  <a:srgbClr val="374151"/>
                </a:solidFill>
              </a:rPr>
              <a:t>Identify the expected result</a:t>
            </a:r>
          </a:p>
          <a:p>
            <a:pPr marL="228600" indent="-228600">
              <a:spcBef>
                <a:spcPts val="600"/>
              </a:spcBef>
              <a:spcAft>
                <a:spcPts val="200"/>
              </a:spcAft>
              <a:buFont typeface="Aptos"/>
              <a:buChar char="▸"/>
            </a:pPr>
            <a:endParaRPr lang="en-US">
              <a:solidFill>
                <a:srgbClr val="374151"/>
              </a:solidFill>
            </a:endParaRPr>
          </a:p>
        </p:txBody>
      </p:sp>
      <p:sp>
        <p:nvSpPr>
          <p:cNvPr id="30" name="Bridge Arrow">
            <a:extLst>
              <a:ext uri="{FF2B5EF4-FFF2-40B4-BE49-F238E27FC236}">
                <a16:creationId xmlns:a16="http://schemas.microsoft.com/office/drawing/2014/main" id="{B73E0EC4-4B41-43F4-9642-6BAAC390DCCF}"/>
              </a:ext>
            </a:extLst>
          </p:cNvPr>
          <p:cNvSpPr>
            <a:spLocks noGrp="1"/>
          </p:cNvSpPr>
          <p:nvPr/>
        </p:nvSpPr>
        <p:spPr>
          <a:xfrm>
            <a:off x="4980000" y="3190000"/>
            <a:ext cx="2230000" cy="900000"/>
          </a:xfrm>
          <a:prstGeom prst="rightArrow">
            <a:avLst>
              <a:gd name="adj1" fmla="val 55000"/>
              <a:gd name="adj2" fmla="val 52000"/>
            </a:avLst>
          </a:prstGeom>
          <a:solidFill>
            <a:srgbClr val="08A9C9"/>
          </a:solidFill>
          <a:ln w="12700">
            <a:solidFill>
              <a:srgbClr val="087F9B"/>
            </a:solidFill>
            <a:prstDash val="solid"/>
          </a:ln>
        </p:spPr>
        <p:txBody>
          <a:bodyPr wrap="square" lIns="73152" rIns="73152" anchor="ctr"/>
          <a:lstStyle/>
          <a:p>
            <a:pPr algn="ctr">
              <a:lnSpc>
                <a:spcPct val="88000"/>
              </a:lnSpc>
              <a:buNone/>
            </a:pPr>
            <a:r>
              <a:rPr sz="1800" b="1">
                <a:solidFill>
                  <a:srgbClr val="FFFFFF"/>
                </a:solidFill>
                <a:latin typeface="Aptos"/>
                <a:ea typeface="Aptos"/>
                <a:cs typeface="Aptos"/>
              </a:rPr>
              <a:t>APPLY</a:t>
            </a:r>
          </a:p>
          <a:p>
            <a:pPr algn="ctr">
              <a:lnSpc>
                <a:spcPct val="88000"/>
              </a:lnSpc>
              <a:buNone/>
            </a:pPr>
            <a:r>
              <a:rPr sz="1800" b="1">
                <a:solidFill>
                  <a:srgbClr val="FFFFFF"/>
                </a:solidFill>
                <a:latin typeface="Aptos"/>
                <a:ea typeface="Aptos"/>
                <a:cs typeface="Aptos"/>
              </a:rPr>
              <a:t>AND VERIFY</a:t>
            </a:r>
          </a:p>
        </p:txBody>
      </p:sp>
      <p:sp>
        <p:nvSpPr>
          <p:cNvPr id="31" name="Bridge Label">
            <a:extLst>
              <a:ext uri="{FF2B5EF4-FFF2-40B4-BE49-F238E27FC236}">
                <a16:creationId xmlns:a16="http://schemas.microsoft.com/office/drawing/2014/main" id="{4E1D66F5-8831-4CE3-8681-B12F0BF548BD}"/>
              </a:ext>
            </a:extLst>
          </p:cNvPr>
          <p:cNvSpPr>
            <a:spLocks noGrp="1"/>
          </p:cNvSpPr>
          <p:nvPr/>
        </p:nvSpPr>
        <p:spPr>
          <a:xfrm>
            <a:off x="4852920" y="2820000"/>
            <a:ext cx="2485855" cy="300000"/>
          </a:xfrm>
          <a:prstGeom prst="rect">
            <a:avLst/>
          </a:prstGeom>
          <a:noFill/>
        </p:spPr>
        <p:txBody>
          <a:bodyPr wrap="square" lIns="73152" rIns="73152" anchor="ctr"/>
          <a:lstStyle/>
          <a:p>
            <a:pPr algn="ctr">
              <a:lnSpc>
                <a:spcPct val="88000"/>
              </a:lnSpc>
              <a:buNone/>
            </a:pPr>
            <a:r>
              <a:rPr sz="950" b="1">
                <a:solidFill>
                  <a:srgbClr val="00AAC8"/>
                </a:solidFill>
                <a:latin typeface="Aptos"/>
                <a:ea typeface="Aptos"/>
                <a:cs typeface="Aptos"/>
              </a:rPr>
              <a:t>THE RHYTHM</a:t>
            </a:r>
          </a:p>
        </p:txBody>
      </p:sp>
      <p:sp>
        <p:nvSpPr>
          <p:cNvPr id="32" name="Bridge Sub">
            <a:extLst>
              <a:ext uri="{FF2B5EF4-FFF2-40B4-BE49-F238E27FC236}">
                <a16:creationId xmlns:a16="http://schemas.microsoft.com/office/drawing/2014/main" id="{C377505A-75DC-4F62-A8CA-C0BA1DA8626E}"/>
              </a:ext>
            </a:extLst>
          </p:cNvPr>
          <p:cNvSpPr>
            <a:spLocks noGrp="1"/>
          </p:cNvSpPr>
          <p:nvPr/>
        </p:nvSpPr>
        <p:spPr>
          <a:xfrm>
            <a:off x="4852920" y="4160000"/>
            <a:ext cx="2485855" cy="540000"/>
          </a:xfrm>
          <a:prstGeom prst="rect">
            <a:avLst/>
          </a:prstGeom>
          <a:noFill/>
        </p:spPr>
        <p:txBody>
          <a:bodyPr wrap="square" lIns="73152" rIns="73152" anchor="ctr"/>
          <a:lstStyle/>
          <a:p>
            <a:pPr algn="ctr">
              <a:lnSpc>
                <a:spcPct val="90000"/>
              </a:lnSpc>
              <a:buNone/>
            </a:pPr>
            <a:r>
              <a:rPr sz="919" b="0">
                <a:solidFill>
                  <a:srgbClr val="253040"/>
                </a:solidFill>
                <a:latin typeface="Aptos"/>
                <a:ea typeface="Aptos"/>
                <a:cs typeface="Aptos"/>
              </a:rPr>
              <a:t>Concept, walkthrough, practice, checkpoint</a:t>
            </a:r>
          </a:p>
        </p:txBody>
      </p:sp>
      <p:sp>
        <p:nvSpPr>
          <p:cNvPr id="40" name="Ambition Card">
            <a:extLst>
              <a:ext uri="{FF2B5EF4-FFF2-40B4-BE49-F238E27FC236}">
                <a16:creationId xmlns:a16="http://schemas.microsoft.com/office/drawing/2014/main" id="{EB45BA33-6A19-4B01-A558-AF3BACAB7D97}"/>
              </a:ext>
            </a:extLst>
          </p:cNvPr>
          <p:cNvSpPr>
            <a:spLocks noGrp="1"/>
          </p:cNvSpPr>
          <p:nvPr/>
        </p:nvSpPr>
        <p:spPr>
          <a:xfrm>
            <a:off x="7338775" y="1860000"/>
            <a:ext cx="4350000" cy="3640000"/>
          </a:xfrm>
          <a:prstGeom prst="roundRect">
            <a:avLst>
              <a:gd name="adj" fmla="val 3137"/>
            </a:avLst>
          </a:prstGeom>
          <a:solidFill>
            <a:srgbClr val="FFFFFF"/>
          </a:solidFill>
          <a:ln w="12700">
            <a:solidFill>
              <a:srgbClr val="08A9C9"/>
            </a:solidFill>
            <a:prstDash val="solid"/>
          </a:ln>
        </p:spPr>
        <p:txBody>
          <a:bodyPr/>
          <a:lstStyle/>
          <a:p>
            <a:endParaRPr/>
          </a:p>
        </p:txBody>
      </p:sp>
      <p:sp>
        <p:nvSpPr>
          <p:cNvPr id="41" name="Ambition Icon">
            <a:extLst>
              <a:ext uri="{FF2B5EF4-FFF2-40B4-BE49-F238E27FC236}">
                <a16:creationId xmlns:a16="http://schemas.microsoft.com/office/drawing/2014/main" id="{7D33EDCA-7575-4C37-BD5D-027A01D73256}"/>
              </a:ext>
            </a:extLst>
          </p:cNvPr>
          <p:cNvSpPr>
            <a:spLocks noGrp="1"/>
          </p:cNvSpPr>
          <p:nvPr/>
        </p:nvSpPr>
        <p:spPr>
          <a:xfrm>
            <a:off x="7567375" y="2040000"/>
            <a:ext cx="300000" cy="300000"/>
          </a:xfrm>
          <a:prstGeom prst="ellipse">
            <a:avLst/>
          </a:prstGeom>
          <a:solidFill>
            <a:srgbClr val="08A9C9"/>
          </a:solidFill>
          <a:ln w="12700">
            <a:solidFill>
              <a:srgbClr val="08A9C9"/>
            </a:solidFill>
            <a:prstDash val="solid"/>
          </a:ln>
        </p:spPr>
        <p:txBody>
          <a:bodyPr wrap="square" lIns="0" tIns="0" rIns="0" bIns="0" anchor="ctr"/>
          <a:lstStyle/>
          <a:p>
            <a:pPr marL="0" indent="0" algn="ctr">
              <a:buNone/>
            </a:pPr>
            <a:r>
              <a:rPr lang="en-US" sz="1800" b="1">
                <a:solidFill>
                  <a:srgbClr val="FFFFFF"/>
                </a:solidFill>
                <a:latin typeface="Aptos"/>
                <a:ea typeface="Aptos"/>
                <a:cs typeface="Aptos"/>
              </a:rPr>
              <a:t>2</a:t>
            </a:r>
          </a:p>
        </p:txBody>
      </p:sp>
      <p:sp>
        <p:nvSpPr>
          <p:cNvPr id="42" name="Ambition Header">
            <a:extLst>
              <a:ext uri="{FF2B5EF4-FFF2-40B4-BE49-F238E27FC236}">
                <a16:creationId xmlns:a16="http://schemas.microsoft.com/office/drawing/2014/main" id="{6D16289C-26F6-4DAA-9A47-27F70AB10470}"/>
              </a:ext>
            </a:extLst>
          </p:cNvPr>
          <p:cNvSpPr>
            <a:spLocks noGrp="1"/>
          </p:cNvSpPr>
          <p:nvPr/>
        </p:nvSpPr>
        <p:spPr>
          <a:xfrm>
            <a:off x="7947375" y="2010000"/>
            <a:ext cx="3470000" cy="360000"/>
          </a:xfrm>
          <a:prstGeom prst="rect">
            <a:avLst/>
          </a:prstGeom>
          <a:noFill/>
        </p:spPr>
        <p:txBody>
          <a:bodyPr wrap="square" lIns="0" tIns="0" rIns="0" bIns="0" anchor="ctr"/>
          <a:lstStyle/>
          <a:p>
            <a:r>
              <a:rPr lang="en-US" sz="1500" b="1">
                <a:solidFill>
                  <a:srgbClr val="1F2A37"/>
                </a:solidFill>
                <a:latin typeface="Aptos"/>
                <a:ea typeface="Aptos"/>
                <a:cs typeface="Aptos"/>
              </a:rPr>
              <a:t>Build and verify</a:t>
            </a:r>
          </a:p>
          <a:p>
            <a:r>
              <a:rPr lang="en-US" sz="1500" b="1">
                <a:solidFill>
                  <a:srgbClr val="1F2A37"/>
                </a:solidFill>
                <a:latin typeface="Aptos"/>
                <a:ea typeface="Aptos"/>
                <a:cs typeface="Aptos"/>
              </a:rPr>
              <a:t>Create observable evidence</a:t>
            </a:r>
          </a:p>
        </p:txBody>
      </p:sp>
      <p:sp>
        <p:nvSpPr>
          <p:cNvPr id="43" name="Ambition Bullets">
            <a:extLst>
              <a:ext uri="{FF2B5EF4-FFF2-40B4-BE49-F238E27FC236}">
                <a16:creationId xmlns:a16="http://schemas.microsoft.com/office/drawing/2014/main" id="{859C9C71-02CC-426E-B7E6-8CE3D1719C4B}"/>
              </a:ext>
            </a:extLst>
          </p:cNvPr>
          <p:cNvSpPr>
            <a:spLocks noGrp="1"/>
          </p:cNvSpPr>
          <p:nvPr/>
        </p:nvSpPr>
        <p:spPr>
          <a:xfrm>
            <a:off x="7567375" y="2560000"/>
            <a:ext cx="3892800" cy="2840000"/>
          </a:xfrm>
          <a:prstGeom prst="rect">
            <a:avLst/>
          </a:prstGeom>
          <a:noFill/>
        </p:spPr>
        <p:txBody>
          <a:bodyPr wrap="square" lIns="0" tIns="0" rIns="0" bIns="0" anchor="t">
            <a:normAutofit/>
          </a:bodyPr>
          <a:lstStyle/>
          <a:p>
            <a:pPr marL="228600" indent="-228600">
              <a:spcBef>
                <a:spcPts val="600"/>
              </a:spcBef>
              <a:spcAft>
                <a:spcPts val="200"/>
              </a:spcAft>
              <a:buFont typeface="Aptos"/>
              <a:buChar char="▸"/>
            </a:pPr>
            <a:r>
              <a:rPr lang="en-US">
                <a:solidFill>
                  <a:srgbClr val="374151"/>
                </a:solidFill>
                <a:latin typeface="Aptos"/>
                <a:ea typeface="Aptos"/>
                <a:cs typeface="Aptos"/>
              </a:rPr>
              <a:t>Complete the guided task</a:t>
            </a:r>
          </a:p>
          <a:p>
            <a:pPr marL="228600" indent="-228600">
              <a:spcBef>
                <a:spcPts val="600"/>
              </a:spcBef>
              <a:spcAft>
                <a:spcPts val="200"/>
              </a:spcAft>
              <a:buFont typeface="Aptos"/>
              <a:buChar char="▸"/>
            </a:pPr>
            <a:r>
              <a:rPr lang="en-US">
                <a:solidFill>
                  <a:srgbClr val="374151"/>
                </a:solidFill>
              </a:rPr>
              <a:t>Run the validation step</a:t>
            </a:r>
          </a:p>
          <a:p>
            <a:pPr marL="228600" indent="-228600">
              <a:spcBef>
                <a:spcPts val="600"/>
              </a:spcBef>
              <a:spcAft>
                <a:spcPts val="200"/>
              </a:spcAft>
              <a:buFont typeface="Aptos"/>
              <a:buChar char="▸"/>
            </a:pPr>
            <a:r>
              <a:rPr lang="en-US">
                <a:solidFill>
                  <a:srgbClr val="374151"/>
                </a:solidFill>
              </a:rPr>
              <a:t>Capture the result or failure</a:t>
            </a:r>
          </a:p>
          <a:p>
            <a:pPr marL="228600" indent="-228600">
              <a:spcBef>
                <a:spcPts val="600"/>
              </a:spcBef>
              <a:spcAft>
                <a:spcPts val="200"/>
              </a:spcAft>
              <a:buFont typeface="Aptos"/>
              <a:buChar char="▸"/>
            </a:pPr>
            <a:r>
              <a:rPr lang="en-US">
                <a:solidFill>
                  <a:srgbClr val="374151"/>
                </a:solidFill>
              </a:rPr>
              <a:t>Save the required checkpoint</a:t>
            </a:r>
          </a:p>
          <a:p>
            <a:pPr marL="228600" indent="-228600">
              <a:spcBef>
                <a:spcPts val="600"/>
              </a:spcBef>
              <a:spcAft>
                <a:spcPts val="200"/>
              </a:spcAft>
              <a:buFont typeface="Aptos"/>
              <a:buChar char="▸"/>
            </a:pPr>
            <a:endParaRPr lang="en-US">
              <a:solidFill>
                <a:srgbClr val="374151"/>
              </a:solidFill>
            </a:endParaRPr>
          </a:p>
        </p:txBody>
      </p:sp>
      <p:sp>
        <p:nvSpPr>
          <p:cNvPr id="50" name="Takeaway Band">
            <a:extLst>
              <a:ext uri="{FF2B5EF4-FFF2-40B4-BE49-F238E27FC236}">
                <a16:creationId xmlns:a16="http://schemas.microsoft.com/office/drawing/2014/main" id="{AF56B58B-2DCF-4059-889F-0FF65F30C9DF}"/>
              </a:ext>
            </a:extLst>
          </p:cNvPr>
          <p:cNvSpPr>
            <a:spLocks noGrp="1"/>
          </p:cNvSpPr>
          <p:nvPr/>
        </p:nvSpPr>
        <p:spPr>
          <a:xfrm>
            <a:off x="502920" y="5660000"/>
            <a:ext cx="11185855" cy="560000"/>
          </a:xfrm>
          <a:prstGeom prst="roundRect">
            <a:avLst>
              <a:gd name="adj" fmla="val 12000"/>
            </a:avLst>
          </a:prstGeom>
          <a:solidFill>
            <a:srgbClr val="E6F4F8"/>
          </a:solidFill>
          <a:ln w="12700">
            <a:solidFill>
              <a:srgbClr val="B8DCE6"/>
            </a:solidFill>
            <a:prstDash val="solid"/>
          </a:ln>
        </p:spPr>
        <p:txBody>
          <a:bodyPr wrap="square" lIns="91440" tIns="0" rIns="91440" bIns="0" anchor="ctr"/>
          <a:lstStyle/>
          <a:p>
            <a:pPr algn="ctr">
              <a:buNone/>
            </a:pPr>
            <a:r>
              <a:rPr lang="en-US" sz="1250" b="1">
                <a:solidFill>
                  <a:srgbClr val="1F2A37"/>
                </a:solidFill>
                <a:latin typeface="Aptos"/>
                <a:ea typeface="Aptos"/>
                <a:cs typeface="Aptos"/>
              </a:rPr>
              <a:t>Pause whenever you need time to reproduce and verify a result.</a:t>
            </a:r>
            <a:endParaRPr sz="1250" b="1">
              <a:solidFill>
                <a:srgbClr val="1F2A37"/>
              </a:solidFill>
              <a:latin typeface="Aptos"/>
              <a:ea typeface="Aptos"/>
              <a:cs typeface="Aptos"/>
            </a:endParaRPr>
          </a:p>
        </p:txBody>
      </p:sp>
    </p:spTree>
    <p:extLst>
      <p:ext uri="{BB962C8B-B14F-4D97-AF65-F5344CB8AC3E}">
        <p14:creationId xmlns:p14="http://schemas.microsoft.com/office/powerpoint/2010/main" val="365308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500"/>
                                        <p:tgtEl>
                                          <p:spTgt spid="4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500"/>
                                        <p:tgtEl>
                                          <p:spTgt spid="4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fade">
                                      <p:cBhvr>
                                        <p:cTn id="38" dur="500"/>
                                        <p:tgtEl>
                                          <p:spTgt spid="4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animEffect transition="in" filter="fade">
                                      <p:cBhvr>
                                        <p:cTn id="41" dur="500"/>
                                        <p:tgtEl>
                                          <p:spTgt spid="4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fade">
                                      <p:cBhvr>
                                        <p:cTn id="46"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p:bldP spid="23" grpId="0"/>
      <p:bldP spid="30" grpId="0" animBg="1"/>
      <p:bldP spid="31" grpId="0"/>
      <p:bldP spid="32" grpId="0"/>
      <p:bldP spid="40" grpId="0" animBg="1"/>
      <p:bldP spid="41" grpId="0" animBg="1"/>
      <p:bldP spid="42" grpId="0"/>
      <p:bldP spid="43" grpId="0"/>
      <p:bldP spid="5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41BC8AD-4BF4-9B3A-5144-D4F5D1C0CC50}"/>
              </a:ext>
            </a:extLst>
          </p:cNvPr>
          <p:cNvSpPr>
            <a:spLocks noGrp="1"/>
          </p:cNvSpPr>
          <p:nvPr/>
        </p:nvSpPr>
        <p:spPr>
          <a:xfrm>
            <a:off x="0" y="0"/>
            <a:ext cx="12191695" cy="137160"/>
          </a:xfrm>
          <a:prstGeom prst="rect">
            <a:avLst/>
          </a:prstGeom>
          <a:solidFill>
            <a:srgbClr val="08A9C9"/>
          </a:solidFill>
          <a:ln w="12700">
            <a:solidFill>
              <a:srgbClr val="08A9C9"/>
            </a:solidFill>
            <a:prstDash val="solid"/>
          </a:ln>
        </p:spPr>
        <p:txBody>
          <a:bodyPr/>
          <a:lstStyle/>
          <a:p>
            <a:endParaRPr/>
          </a:p>
        </p:txBody>
      </p:sp>
      <p:sp>
        <p:nvSpPr>
          <p:cNvPr id="3" name="Shape 1">
            <a:extLst>
              <a:ext uri="{FF2B5EF4-FFF2-40B4-BE49-F238E27FC236}">
                <a16:creationId xmlns:a16="http://schemas.microsoft.com/office/drawing/2014/main" id="{77F03372-D20F-36B1-847D-698ECB056CB5}"/>
              </a:ext>
            </a:extLst>
          </p:cNvPr>
          <p:cNvSpPr>
            <a:spLocks noGrp="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a:p>
        </p:txBody>
      </p:sp>
      <p:sp>
        <p:nvSpPr>
          <p:cNvPr id="4" name="Text 2">
            <a:extLst>
              <a:ext uri="{FF2B5EF4-FFF2-40B4-BE49-F238E27FC236}">
                <a16:creationId xmlns:a16="http://schemas.microsoft.com/office/drawing/2014/main" id="{47C2ED1A-65E2-CBC7-7458-02C7580D5B3F}"/>
              </a:ext>
            </a:extLst>
          </p:cNvPr>
          <p:cNvSpPr>
            <a:spLocks noGrp="1"/>
          </p:cNvSpPr>
          <p:nvPr/>
        </p:nvSpPr>
        <p:spPr>
          <a:xfrm>
            <a:off x="502920" y="6464808"/>
            <a:ext cx="5943600" cy="201168"/>
          </a:xfrm>
          <a:prstGeom prst="rect">
            <a:avLst/>
          </a:prstGeom>
          <a:noFill/>
        </p:spPr>
        <p:txBody>
          <a:bodyPr wrap="square" lIns="0" tIns="0" rIns="0" bIns="0" anchor="ctr"/>
          <a:lstStyle/>
          <a:p>
            <a:r>
              <a:rPr lang="en-US" sz="1500" b="0">
                <a:solidFill>
                  <a:srgbClr val="374151"/>
                </a:solidFill>
                <a:latin typeface="Aptos"/>
                <a:ea typeface="Aptos"/>
                <a:cs typeface="Aptos"/>
              </a:rPr>
              <a:t>Section 1 · Introduction</a:t>
            </a:r>
          </a:p>
        </p:txBody>
      </p:sp>
      <p:sp>
        <p:nvSpPr>
          <p:cNvPr id="5" name="Text 3">
            <a:extLst>
              <a:ext uri="{FF2B5EF4-FFF2-40B4-BE49-F238E27FC236}">
                <a16:creationId xmlns:a16="http://schemas.microsoft.com/office/drawing/2014/main" id="{27A8D024-8998-17BC-3F40-3014CBC718C0}"/>
              </a:ext>
            </a:extLst>
          </p:cNvPr>
          <p:cNvSpPr>
            <a:spLocks noGrp="1"/>
          </p:cNvSpPr>
          <p:nvPr/>
        </p:nvSpPr>
        <p:spPr>
          <a:xfrm>
            <a:off x="502920" y="621792"/>
            <a:ext cx="11185855" cy="502920"/>
          </a:xfrm>
          <a:prstGeom prst="rect">
            <a:avLst/>
          </a:prstGeom>
          <a:noFill/>
        </p:spPr>
        <p:txBody>
          <a:bodyPr wrap="square" lIns="0" tIns="0" rIns="0" bIns="0" anchor="ctr">
            <a:normAutofit/>
          </a:bodyPr>
          <a:lstStyle/>
          <a:p>
            <a:r>
              <a:rPr lang="en-US" sz="2800" b="0">
                <a:solidFill>
                  <a:srgbClr val="08A9C9"/>
                </a:solidFill>
                <a:latin typeface="Aptos Display"/>
                <a:ea typeface="Aptos Display"/>
                <a:cs typeface="Aptos Display"/>
              </a:rPr>
              <a:t>What You Should Know Before You Start</a:t>
            </a:r>
            <a:endParaRPr sz="2800" b="0">
              <a:solidFill>
                <a:srgbClr val="08A9C9"/>
              </a:solidFill>
              <a:latin typeface="Aptos Display"/>
              <a:ea typeface="Aptos Display"/>
              <a:cs typeface="Aptos Display"/>
            </a:endParaRPr>
          </a:p>
        </p:txBody>
      </p:sp>
      <p:sp>
        <p:nvSpPr>
          <p:cNvPr id="6" name="Text 4">
            <a:extLst>
              <a:ext uri="{FF2B5EF4-FFF2-40B4-BE49-F238E27FC236}">
                <a16:creationId xmlns:a16="http://schemas.microsoft.com/office/drawing/2014/main" id="{75ABE2C3-A94F-4747-E714-95C4E58F9CF3}"/>
              </a:ext>
            </a:extLst>
          </p:cNvPr>
          <p:cNvSpPr>
            <a:spLocks noGrp="1"/>
          </p:cNvSpPr>
          <p:nvPr/>
        </p:nvSpPr>
        <p:spPr>
          <a:xfrm>
            <a:off x="502920" y="1216152"/>
            <a:ext cx="11185855" cy="455168"/>
          </a:xfrm>
          <a:prstGeom prst="rect">
            <a:avLst/>
          </a:prstGeom>
          <a:noFill/>
        </p:spPr>
        <p:txBody>
          <a:bodyPr wrap="square" lIns="0" tIns="0" rIns="0" bIns="0" anchor="t">
            <a:normAutofit/>
          </a:bodyPr>
          <a:lstStyle/>
          <a:p>
            <a:r>
              <a:rPr lang="en-US" sz="1500" b="0">
                <a:solidFill>
                  <a:srgbClr val="374151"/>
                </a:solidFill>
                <a:latin typeface="Aptos"/>
                <a:ea typeface="Aptos"/>
                <a:cs typeface="Aptos"/>
              </a:rPr>
              <a:t>You need software-development literacy, not prior Foundry experience.</a:t>
            </a:r>
          </a:p>
        </p:txBody>
      </p:sp>
      <p:sp>
        <p:nvSpPr>
          <p:cNvPr id="20" name="Inaction Card">
            <a:extLst>
              <a:ext uri="{FF2B5EF4-FFF2-40B4-BE49-F238E27FC236}">
                <a16:creationId xmlns:a16="http://schemas.microsoft.com/office/drawing/2014/main" id="{83CCE769-516B-5B7B-1255-68B557543932}"/>
              </a:ext>
            </a:extLst>
          </p:cNvPr>
          <p:cNvSpPr>
            <a:spLocks noGrp="1"/>
          </p:cNvSpPr>
          <p:nvPr/>
        </p:nvSpPr>
        <p:spPr>
          <a:xfrm>
            <a:off x="502920" y="1820000"/>
            <a:ext cx="5450000" cy="3560000"/>
          </a:xfrm>
          <a:prstGeom prst="roundRect">
            <a:avLst>
              <a:gd name="adj" fmla="val 2400"/>
            </a:avLst>
          </a:prstGeom>
          <a:solidFill>
            <a:srgbClr val="FFFFFF"/>
          </a:solidFill>
          <a:ln w="12700">
            <a:solidFill>
              <a:srgbClr val="E4B07A"/>
            </a:solidFill>
            <a:prstDash val="solid"/>
          </a:ln>
        </p:spPr>
        <p:txBody>
          <a:bodyPr/>
          <a:lstStyle/>
          <a:p>
            <a:endParaRPr/>
          </a:p>
        </p:txBody>
      </p:sp>
      <p:sp>
        <p:nvSpPr>
          <p:cNvPr id="21" name="Inaction Accent">
            <a:extLst>
              <a:ext uri="{FF2B5EF4-FFF2-40B4-BE49-F238E27FC236}">
                <a16:creationId xmlns:a16="http://schemas.microsoft.com/office/drawing/2014/main" id="{14C9A6A7-9C83-D42B-EE6E-71962B4B9107}"/>
              </a:ext>
            </a:extLst>
          </p:cNvPr>
          <p:cNvSpPr>
            <a:spLocks noGrp="1"/>
          </p:cNvSpPr>
          <p:nvPr/>
        </p:nvSpPr>
        <p:spPr>
          <a:xfrm>
            <a:off x="502920" y="1820000"/>
            <a:ext cx="5450000" cy="120000"/>
          </a:xfrm>
          <a:prstGeom prst="round2SameRect">
            <a:avLst>
              <a:gd name="adj1" fmla="val 50000"/>
              <a:gd name="adj2" fmla="val 0"/>
            </a:avLst>
          </a:prstGeom>
          <a:solidFill>
            <a:srgbClr val="C26A1E"/>
          </a:solidFill>
          <a:ln>
            <a:noFill/>
          </a:ln>
        </p:spPr>
        <p:txBody>
          <a:bodyPr/>
          <a:lstStyle/>
          <a:p>
            <a:endParaRPr/>
          </a:p>
        </p:txBody>
      </p:sp>
      <p:sp>
        <p:nvSpPr>
          <p:cNvPr id="22" name="Inaction Icon">
            <a:extLst>
              <a:ext uri="{FF2B5EF4-FFF2-40B4-BE49-F238E27FC236}">
                <a16:creationId xmlns:a16="http://schemas.microsoft.com/office/drawing/2014/main" id="{2477C9D2-128B-0E4B-581A-6B2B19ECAE1D}"/>
              </a:ext>
            </a:extLst>
          </p:cNvPr>
          <p:cNvSpPr>
            <a:spLocks noGrp="1"/>
          </p:cNvSpPr>
          <p:nvPr/>
        </p:nvSpPr>
        <p:spPr>
          <a:xfrm>
            <a:off x="731520" y="2080000"/>
            <a:ext cx="320040" cy="320040"/>
          </a:xfrm>
          <a:prstGeom prst="ellipse">
            <a:avLst/>
          </a:prstGeom>
          <a:solidFill>
            <a:srgbClr val="C26A1E"/>
          </a:solidFill>
          <a:ln w="12700">
            <a:solidFill>
              <a:srgbClr val="C26A1E"/>
            </a:solidFill>
            <a:prstDash val="solid"/>
          </a:ln>
        </p:spPr>
        <p:txBody>
          <a:bodyPr wrap="square" lIns="0" tIns="0" rIns="0" bIns="0" anchor="ctr"/>
          <a:lstStyle/>
          <a:p>
            <a:pPr marL="0" indent="0" algn="ctr">
              <a:buNone/>
            </a:pPr>
            <a:r>
              <a:rPr lang="en-US" sz="1100" b="0">
                <a:solidFill>
                  <a:srgbClr val="1F2A37"/>
                </a:solidFill>
                <a:latin typeface="Aptos"/>
                <a:ea typeface="Aptos"/>
                <a:cs typeface="Aptos"/>
              </a:rPr>
              <a:t>1</a:t>
            </a:r>
          </a:p>
        </p:txBody>
      </p:sp>
      <p:sp>
        <p:nvSpPr>
          <p:cNvPr id="23" name="Inaction Header">
            <a:extLst>
              <a:ext uri="{FF2B5EF4-FFF2-40B4-BE49-F238E27FC236}">
                <a16:creationId xmlns:a16="http://schemas.microsoft.com/office/drawing/2014/main" id="{497931DC-1DE9-1B1B-9E5F-280FD516B9FB}"/>
              </a:ext>
            </a:extLst>
          </p:cNvPr>
          <p:cNvSpPr>
            <a:spLocks noGrp="1"/>
          </p:cNvSpPr>
          <p:nvPr/>
        </p:nvSpPr>
        <p:spPr>
          <a:xfrm>
            <a:off x="1131520" y="2045000"/>
            <a:ext cx="4600000" cy="420000"/>
          </a:xfrm>
          <a:prstGeom prst="rect">
            <a:avLst/>
          </a:prstGeom>
          <a:noFill/>
        </p:spPr>
        <p:txBody>
          <a:bodyPr wrap="square" lIns="0" tIns="0" rIns="0" bIns="0" anchor="ctr"/>
          <a:lstStyle/>
          <a:p>
            <a:r>
              <a:rPr lang="en-US" sz="1500" b="1" dirty="0">
                <a:solidFill>
                  <a:srgbClr val="1F2A37"/>
                </a:solidFill>
                <a:latin typeface="Aptos"/>
                <a:ea typeface="Aptos"/>
                <a:cs typeface="Aptos"/>
              </a:rPr>
              <a:t>Required starting point</a:t>
            </a:r>
          </a:p>
          <a:p>
            <a:r>
              <a:rPr lang="en-US" sz="1500" b="1" dirty="0">
                <a:solidFill>
                  <a:srgbClr val="1F2A37"/>
                </a:solidFill>
                <a:latin typeface="Aptos"/>
                <a:ea typeface="Aptos"/>
                <a:cs typeface="Aptos"/>
              </a:rPr>
              <a:t>Bring these basics</a:t>
            </a:r>
          </a:p>
        </p:txBody>
      </p:sp>
      <p:sp>
        <p:nvSpPr>
          <p:cNvPr id="24" name="Inaction Bullets">
            <a:extLst>
              <a:ext uri="{FF2B5EF4-FFF2-40B4-BE49-F238E27FC236}">
                <a16:creationId xmlns:a16="http://schemas.microsoft.com/office/drawing/2014/main" id="{71301F7C-5E99-3507-667E-A94B059777B2}"/>
              </a:ext>
            </a:extLst>
          </p:cNvPr>
          <p:cNvSpPr>
            <a:spLocks noGrp="1"/>
          </p:cNvSpPr>
          <p:nvPr/>
        </p:nvSpPr>
        <p:spPr>
          <a:xfrm>
            <a:off x="731520" y="2560000"/>
            <a:ext cx="4992800" cy="2740000"/>
          </a:xfrm>
          <a:prstGeom prst="rect">
            <a:avLst/>
          </a:prstGeom>
          <a:noFill/>
        </p:spPr>
        <p:txBody>
          <a:bodyPr wrap="square" lIns="0" tIns="0" rIns="0" bIns="0" anchor="t">
            <a:normAutofit/>
          </a:bodyPr>
          <a:lstStyle/>
          <a:p>
            <a:pPr marL="228600" indent="-228600">
              <a:spcBef>
                <a:spcPts val="500"/>
              </a:spcBef>
              <a:spcAft>
                <a:spcPts val="200"/>
              </a:spcAft>
              <a:buFont typeface="Aptos"/>
              <a:buChar char="▸"/>
            </a:pPr>
            <a:r>
              <a:rPr lang="en-US" sz="2400" dirty="0">
                <a:solidFill>
                  <a:srgbClr val="374151"/>
                </a:solidFill>
                <a:latin typeface="Aptos"/>
                <a:ea typeface="Aptos"/>
                <a:cs typeface="Aptos"/>
              </a:rPr>
              <a:t>Generative AI vocabulary</a:t>
            </a:r>
          </a:p>
          <a:p>
            <a:pPr marL="228600" indent="-228600">
              <a:spcBef>
                <a:spcPts val="500"/>
              </a:spcBef>
              <a:spcAft>
                <a:spcPts val="200"/>
              </a:spcAft>
              <a:buFont typeface="Aptos"/>
              <a:buChar char="▸"/>
            </a:pPr>
            <a:r>
              <a:rPr lang="en-US" sz="2400" dirty="0">
                <a:solidFill>
                  <a:srgbClr val="374151"/>
                </a:solidFill>
              </a:rPr>
              <a:t>Cloud application concepts</a:t>
            </a:r>
          </a:p>
          <a:p>
            <a:pPr marL="228600" indent="-228600">
              <a:spcBef>
                <a:spcPts val="500"/>
              </a:spcBef>
              <a:spcAft>
                <a:spcPts val="200"/>
              </a:spcAft>
              <a:buFont typeface="Aptos"/>
              <a:buChar char="▸"/>
            </a:pPr>
            <a:r>
              <a:rPr lang="en-US" sz="2400" dirty="0">
                <a:solidFill>
                  <a:srgbClr val="374151"/>
                </a:solidFill>
              </a:rPr>
              <a:t>Working C# and JSON literacy</a:t>
            </a:r>
          </a:p>
          <a:p>
            <a:pPr marL="228600" indent="-228600">
              <a:spcBef>
                <a:spcPts val="500"/>
              </a:spcBef>
              <a:spcAft>
                <a:spcPts val="200"/>
              </a:spcAft>
              <a:buFont typeface="Aptos"/>
              <a:buChar char="▸"/>
            </a:pPr>
            <a:r>
              <a:rPr lang="en-US" sz="2400" dirty="0">
                <a:solidFill>
                  <a:srgbClr val="374151"/>
                </a:solidFill>
              </a:rPr>
              <a:t>Ability to follow portal steps</a:t>
            </a:r>
          </a:p>
          <a:p>
            <a:pPr marL="228600" indent="-228600">
              <a:spcBef>
                <a:spcPts val="500"/>
              </a:spcBef>
              <a:spcAft>
                <a:spcPts val="200"/>
              </a:spcAft>
              <a:buFont typeface="Aptos"/>
              <a:buChar char="▸"/>
            </a:pPr>
            <a:endParaRPr lang="en-US" sz="2400" dirty="0">
              <a:solidFill>
                <a:srgbClr val="374151"/>
              </a:solidFill>
            </a:endParaRPr>
          </a:p>
        </p:txBody>
      </p:sp>
      <p:sp>
        <p:nvSpPr>
          <p:cNvPr id="30" name="Migration Card">
            <a:extLst>
              <a:ext uri="{FF2B5EF4-FFF2-40B4-BE49-F238E27FC236}">
                <a16:creationId xmlns:a16="http://schemas.microsoft.com/office/drawing/2014/main" id="{B1E38E01-47B4-A42F-882D-5EFC46387797}"/>
              </a:ext>
            </a:extLst>
          </p:cNvPr>
          <p:cNvSpPr>
            <a:spLocks noGrp="1"/>
          </p:cNvSpPr>
          <p:nvPr/>
        </p:nvSpPr>
        <p:spPr>
          <a:xfrm>
            <a:off x="6238775" y="1820000"/>
            <a:ext cx="5450000" cy="3560000"/>
          </a:xfrm>
          <a:prstGeom prst="roundRect">
            <a:avLst>
              <a:gd name="adj" fmla="val 2400"/>
            </a:avLst>
          </a:prstGeom>
          <a:solidFill>
            <a:srgbClr val="FFFFFF"/>
          </a:solidFill>
          <a:ln w="12700">
            <a:solidFill>
              <a:srgbClr val="DBA0A0"/>
            </a:solidFill>
            <a:prstDash val="solid"/>
          </a:ln>
        </p:spPr>
        <p:txBody>
          <a:bodyPr/>
          <a:lstStyle/>
          <a:p>
            <a:endParaRPr/>
          </a:p>
        </p:txBody>
      </p:sp>
      <p:sp>
        <p:nvSpPr>
          <p:cNvPr id="31" name="Migration Accent">
            <a:extLst>
              <a:ext uri="{FF2B5EF4-FFF2-40B4-BE49-F238E27FC236}">
                <a16:creationId xmlns:a16="http://schemas.microsoft.com/office/drawing/2014/main" id="{535FECC7-CCC5-E59C-E8D4-AD235E2E2704}"/>
              </a:ext>
            </a:extLst>
          </p:cNvPr>
          <p:cNvSpPr>
            <a:spLocks noGrp="1"/>
          </p:cNvSpPr>
          <p:nvPr/>
        </p:nvSpPr>
        <p:spPr>
          <a:xfrm>
            <a:off x="6238775" y="1820000"/>
            <a:ext cx="5450000" cy="120000"/>
          </a:xfrm>
          <a:prstGeom prst="round2SameRect">
            <a:avLst>
              <a:gd name="adj1" fmla="val 50000"/>
              <a:gd name="adj2" fmla="val 0"/>
            </a:avLst>
          </a:prstGeom>
          <a:solidFill>
            <a:srgbClr val="C0392B"/>
          </a:solidFill>
          <a:ln>
            <a:noFill/>
          </a:ln>
        </p:spPr>
        <p:txBody>
          <a:bodyPr/>
          <a:lstStyle/>
          <a:p>
            <a:endParaRPr/>
          </a:p>
        </p:txBody>
      </p:sp>
      <p:sp>
        <p:nvSpPr>
          <p:cNvPr id="32" name="Migration Icon">
            <a:extLst>
              <a:ext uri="{FF2B5EF4-FFF2-40B4-BE49-F238E27FC236}">
                <a16:creationId xmlns:a16="http://schemas.microsoft.com/office/drawing/2014/main" id="{9F916CB9-DE1D-6402-4169-513EECF8616F}"/>
              </a:ext>
            </a:extLst>
          </p:cNvPr>
          <p:cNvSpPr>
            <a:spLocks noGrp="1"/>
          </p:cNvSpPr>
          <p:nvPr/>
        </p:nvSpPr>
        <p:spPr>
          <a:xfrm>
            <a:off x="6467375" y="2080000"/>
            <a:ext cx="320040" cy="320040"/>
          </a:xfrm>
          <a:prstGeom prst="ellipse">
            <a:avLst/>
          </a:prstGeom>
          <a:solidFill>
            <a:srgbClr val="C0392B"/>
          </a:solidFill>
          <a:ln w="12700">
            <a:solidFill>
              <a:srgbClr val="C0392B"/>
            </a:solidFill>
            <a:prstDash val="solid"/>
          </a:ln>
        </p:spPr>
        <p:txBody>
          <a:bodyPr wrap="square" lIns="0" tIns="0" rIns="0" bIns="0" anchor="ctr"/>
          <a:lstStyle/>
          <a:p>
            <a:pPr marL="0" indent="0" algn="ctr">
              <a:buNone/>
            </a:pPr>
            <a:r>
              <a:rPr lang="en-US" sz="1800" b="1">
                <a:solidFill>
                  <a:srgbClr val="FFFFFF"/>
                </a:solidFill>
                <a:latin typeface="Aptos"/>
                <a:ea typeface="Aptos"/>
                <a:cs typeface="Aptos"/>
              </a:rPr>
              <a:t>2</a:t>
            </a:r>
          </a:p>
        </p:txBody>
      </p:sp>
      <p:sp>
        <p:nvSpPr>
          <p:cNvPr id="33" name="Migration Header">
            <a:extLst>
              <a:ext uri="{FF2B5EF4-FFF2-40B4-BE49-F238E27FC236}">
                <a16:creationId xmlns:a16="http://schemas.microsoft.com/office/drawing/2014/main" id="{CB6C9478-2D84-AE77-6160-B8EAEBBE920C}"/>
              </a:ext>
            </a:extLst>
          </p:cNvPr>
          <p:cNvSpPr>
            <a:spLocks noGrp="1"/>
          </p:cNvSpPr>
          <p:nvPr/>
        </p:nvSpPr>
        <p:spPr>
          <a:xfrm>
            <a:off x="6867375" y="2045000"/>
            <a:ext cx="4600000" cy="420000"/>
          </a:xfrm>
          <a:prstGeom prst="rect">
            <a:avLst/>
          </a:prstGeom>
          <a:noFill/>
        </p:spPr>
        <p:txBody>
          <a:bodyPr wrap="square" lIns="0" tIns="0" rIns="0" bIns="0" anchor="ctr"/>
          <a:lstStyle/>
          <a:p>
            <a:r>
              <a:rPr lang="en-US" sz="1500" b="1" dirty="0">
                <a:solidFill>
                  <a:srgbClr val="1F2A37"/>
                </a:solidFill>
                <a:latin typeface="Aptos"/>
                <a:ea typeface="Aptos"/>
                <a:cs typeface="Aptos"/>
              </a:rPr>
              <a:t>Helpful, not required</a:t>
            </a:r>
          </a:p>
          <a:p>
            <a:r>
              <a:rPr lang="en-US" sz="1500" b="1" dirty="0">
                <a:solidFill>
                  <a:srgbClr val="1F2A37"/>
                </a:solidFill>
                <a:latin typeface="Aptos"/>
                <a:ea typeface="Aptos"/>
                <a:cs typeface="Aptos"/>
              </a:rPr>
              <a:t>Learn these as you go</a:t>
            </a:r>
          </a:p>
        </p:txBody>
      </p:sp>
      <p:sp>
        <p:nvSpPr>
          <p:cNvPr id="34" name="Migration Bullets">
            <a:extLst>
              <a:ext uri="{FF2B5EF4-FFF2-40B4-BE49-F238E27FC236}">
                <a16:creationId xmlns:a16="http://schemas.microsoft.com/office/drawing/2014/main" id="{E042B20B-6C42-48AC-5C9D-CAB302E91DD3}"/>
              </a:ext>
            </a:extLst>
          </p:cNvPr>
          <p:cNvSpPr>
            <a:spLocks noGrp="1"/>
          </p:cNvSpPr>
          <p:nvPr/>
        </p:nvSpPr>
        <p:spPr>
          <a:xfrm>
            <a:off x="6467375" y="2560000"/>
            <a:ext cx="4992800" cy="2740000"/>
          </a:xfrm>
          <a:prstGeom prst="rect">
            <a:avLst/>
          </a:prstGeom>
          <a:noFill/>
        </p:spPr>
        <p:txBody>
          <a:bodyPr wrap="square" lIns="0" tIns="0" rIns="0" bIns="0" anchor="t">
            <a:normAutofit/>
          </a:bodyPr>
          <a:lstStyle/>
          <a:p>
            <a:pPr marL="228600" indent="-228600">
              <a:spcBef>
                <a:spcPts val="500"/>
              </a:spcBef>
              <a:spcAft>
                <a:spcPts val="200"/>
              </a:spcAft>
              <a:buFont typeface="Aptos"/>
              <a:buChar char="▸"/>
            </a:pPr>
            <a:r>
              <a:rPr lang="en-US" sz="2400" dirty="0">
                <a:solidFill>
                  <a:srgbClr val="374151"/>
                </a:solidFill>
                <a:latin typeface="Aptos"/>
                <a:ea typeface="Aptos"/>
                <a:cs typeface="Aptos"/>
              </a:rPr>
              <a:t>Prior Azure project experience</a:t>
            </a:r>
          </a:p>
          <a:p>
            <a:pPr marL="228600" indent="-228600">
              <a:spcBef>
                <a:spcPts val="500"/>
              </a:spcBef>
              <a:spcAft>
                <a:spcPts val="200"/>
              </a:spcAft>
              <a:buFont typeface="Aptos"/>
              <a:buChar char="▸"/>
            </a:pPr>
            <a:r>
              <a:rPr lang="en-US" sz="2400" dirty="0">
                <a:solidFill>
                  <a:srgbClr val="374151"/>
                </a:solidFill>
              </a:rPr>
              <a:t>Agent framework familiarity</a:t>
            </a:r>
          </a:p>
          <a:p>
            <a:pPr marL="228600" indent="-228600">
              <a:spcBef>
                <a:spcPts val="500"/>
              </a:spcBef>
              <a:spcAft>
                <a:spcPts val="200"/>
              </a:spcAft>
              <a:buFont typeface="Aptos"/>
              <a:buChar char="▸"/>
            </a:pPr>
            <a:r>
              <a:rPr lang="en-US" sz="2400" dirty="0">
                <a:solidFill>
                  <a:srgbClr val="374151"/>
                </a:solidFill>
              </a:rPr>
              <a:t>Enterprise architecture exposure</a:t>
            </a:r>
          </a:p>
          <a:p>
            <a:pPr marL="228600" indent="-228600">
              <a:spcBef>
                <a:spcPts val="500"/>
              </a:spcBef>
              <a:spcAft>
                <a:spcPts val="200"/>
              </a:spcAft>
              <a:buFont typeface="Aptos"/>
              <a:buChar char="▸"/>
            </a:pPr>
            <a:r>
              <a:rPr lang="en-US" sz="2400" dirty="0">
                <a:solidFill>
                  <a:srgbClr val="374151"/>
                </a:solidFill>
              </a:rPr>
              <a:t>Microsoft certification study</a:t>
            </a:r>
          </a:p>
          <a:p>
            <a:pPr marL="228600" indent="-228600">
              <a:spcBef>
                <a:spcPts val="500"/>
              </a:spcBef>
              <a:spcAft>
                <a:spcPts val="200"/>
              </a:spcAft>
              <a:buFont typeface="Aptos"/>
              <a:buChar char="▸"/>
            </a:pPr>
            <a:endParaRPr lang="en-US" sz="2400" dirty="0">
              <a:solidFill>
                <a:srgbClr val="374151"/>
              </a:solidFill>
            </a:endParaRPr>
          </a:p>
        </p:txBody>
      </p:sp>
    </p:spTree>
    <p:extLst>
      <p:ext uri="{BB962C8B-B14F-4D97-AF65-F5344CB8AC3E}">
        <p14:creationId xmlns:p14="http://schemas.microsoft.com/office/powerpoint/2010/main" val="2754288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fade">
                                      <p:cBhvr>
                                        <p:cTn id="24" dur="500"/>
                                        <p:tgtEl>
                                          <p:spTgt spid="3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500"/>
                                        <p:tgtEl>
                                          <p:spTgt spid="3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500"/>
                                        <p:tgtEl>
                                          <p:spTgt spid="3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fade">
                                      <p:cBhvr>
                                        <p:cTn id="3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p:bldP spid="24" grpId="0"/>
      <p:bldP spid="30" grpId="0" animBg="1"/>
      <p:bldP spid="31" grpId="0" animBg="1"/>
      <p:bldP spid="32" grpId="0" animBg="1"/>
      <p:bldP spid="33" grpId="0"/>
      <p:bldP spid="3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D26CAD2-5CF1-4F51-B8E3-B017B97D3506}"/>
              </a:ext>
            </a:extLst>
          </p:cNvPr>
          <p:cNvSpPr>
            <a:spLocks noGrp="1"/>
          </p:cNvSpPr>
          <p:nvPr/>
        </p:nvSpPr>
        <p:spPr>
          <a:xfrm>
            <a:off x="0" y="0"/>
            <a:ext cx="12191695" cy="137160"/>
          </a:xfrm>
          <a:prstGeom prst="rect">
            <a:avLst/>
          </a:prstGeom>
          <a:solidFill>
            <a:srgbClr val="08A9C9"/>
          </a:solidFill>
          <a:ln w="12700">
            <a:solidFill>
              <a:srgbClr val="08A9C9"/>
            </a:solidFill>
            <a:prstDash val="solid"/>
          </a:ln>
        </p:spPr>
        <p:txBody>
          <a:bodyPr/>
          <a:lstStyle/>
          <a:p>
            <a:endParaRPr/>
          </a:p>
        </p:txBody>
      </p:sp>
      <p:sp>
        <p:nvSpPr>
          <p:cNvPr id="3" name="Shape 1">
            <a:extLst>
              <a:ext uri="{FF2B5EF4-FFF2-40B4-BE49-F238E27FC236}">
                <a16:creationId xmlns:a16="http://schemas.microsoft.com/office/drawing/2014/main" id="{562769C2-ACE9-42BC-91DE-C4E74F88276B}"/>
              </a:ext>
            </a:extLst>
          </p:cNvPr>
          <p:cNvSpPr>
            <a:spLocks noGrp="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a:p>
        </p:txBody>
      </p:sp>
      <p:sp>
        <p:nvSpPr>
          <p:cNvPr id="4" name="Text 2">
            <a:extLst>
              <a:ext uri="{FF2B5EF4-FFF2-40B4-BE49-F238E27FC236}">
                <a16:creationId xmlns:a16="http://schemas.microsoft.com/office/drawing/2014/main" id="{78C8AE12-81D4-44E9-A23C-6C79202EFFAB}"/>
              </a:ext>
            </a:extLst>
          </p:cNvPr>
          <p:cNvSpPr>
            <a:spLocks noGrp="1"/>
          </p:cNvSpPr>
          <p:nvPr/>
        </p:nvSpPr>
        <p:spPr>
          <a:xfrm>
            <a:off x="502920" y="6464808"/>
            <a:ext cx="5943600" cy="201168"/>
          </a:xfrm>
          <a:prstGeom prst="rect">
            <a:avLst/>
          </a:prstGeom>
          <a:noFill/>
        </p:spPr>
        <p:txBody>
          <a:bodyPr wrap="square" lIns="0" tIns="0" rIns="0" bIns="0" anchor="ctr"/>
          <a:lstStyle/>
          <a:p>
            <a:r>
              <a:rPr sz="1300" b="0">
                <a:solidFill>
                  <a:srgbClr val="374151"/>
                </a:solidFill>
                <a:latin typeface="Aptos"/>
                <a:ea typeface="Aptos"/>
                <a:cs typeface="Aptos"/>
              </a:rPr>
              <a:t>Section 1 · Introduction</a:t>
            </a:r>
          </a:p>
        </p:txBody>
      </p:sp>
      <p:sp>
        <p:nvSpPr>
          <p:cNvPr id="5" name="Text 3">
            <a:extLst>
              <a:ext uri="{FF2B5EF4-FFF2-40B4-BE49-F238E27FC236}">
                <a16:creationId xmlns:a16="http://schemas.microsoft.com/office/drawing/2014/main" id="{4E741F3E-B1F4-4F5C-817A-EC3CE6EBE2E0}"/>
              </a:ext>
            </a:extLst>
          </p:cNvPr>
          <p:cNvSpPr>
            <a:spLocks noGrp="1"/>
          </p:cNvSpPr>
          <p:nvPr/>
        </p:nvSpPr>
        <p:spPr>
          <a:xfrm>
            <a:off x="502920" y="621792"/>
            <a:ext cx="8229600" cy="502920"/>
          </a:xfrm>
          <a:prstGeom prst="rect">
            <a:avLst/>
          </a:prstGeom>
          <a:noFill/>
        </p:spPr>
        <p:txBody>
          <a:bodyPr wrap="square" lIns="0" tIns="0" rIns="0" bIns="0" anchor="ctr">
            <a:normAutofit/>
          </a:bodyPr>
          <a:lstStyle/>
          <a:p>
            <a:r>
              <a:rPr sz="2800" b="0">
                <a:solidFill>
                  <a:srgbClr val="08A9C9"/>
                </a:solidFill>
                <a:latin typeface="Aptos Display"/>
                <a:ea typeface="Aptos Display"/>
                <a:cs typeface="Aptos Display"/>
              </a:rPr>
              <a:t>What You Will Be Able to Do</a:t>
            </a:r>
          </a:p>
        </p:txBody>
      </p:sp>
      <p:sp>
        <p:nvSpPr>
          <p:cNvPr id="6" name="Text 4">
            <a:extLst>
              <a:ext uri="{FF2B5EF4-FFF2-40B4-BE49-F238E27FC236}">
                <a16:creationId xmlns:a16="http://schemas.microsoft.com/office/drawing/2014/main" id="{943DBD22-89C7-4A32-B800-EBCC3D0CA376}"/>
              </a:ext>
            </a:extLst>
          </p:cNvPr>
          <p:cNvSpPr>
            <a:spLocks noGrp="1"/>
          </p:cNvSpPr>
          <p:nvPr/>
        </p:nvSpPr>
        <p:spPr>
          <a:xfrm>
            <a:off x="502920" y="1298448"/>
            <a:ext cx="7772400" cy="320040"/>
          </a:xfrm>
          <a:prstGeom prst="rect">
            <a:avLst/>
          </a:prstGeom>
          <a:noFill/>
        </p:spPr>
        <p:txBody>
          <a:bodyPr wrap="square" lIns="0" tIns="0" rIns="0" bIns="0" anchor="ctr">
            <a:normAutofit/>
          </a:bodyPr>
          <a:lstStyle/>
          <a:p>
            <a:r>
              <a:rPr lang="en-US" sz="1300" b="0">
                <a:solidFill>
                  <a:srgbClr val="374151"/>
                </a:solidFill>
                <a:latin typeface="Aptos"/>
                <a:ea typeface="Aptos"/>
                <a:cs typeface="Aptos"/>
              </a:rPr>
              <a:t>Every objective becomes something you can demonstrate in your own project.</a:t>
            </a:r>
          </a:p>
        </p:txBody>
      </p:sp>
      <p:sp>
        <p:nvSpPr>
          <p:cNvPr id="7" name="Shape 5">
            <a:extLst>
              <a:ext uri="{FF2B5EF4-FFF2-40B4-BE49-F238E27FC236}">
                <a16:creationId xmlns:a16="http://schemas.microsoft.com/office/drawing/2014/main" id="{58061DDA-C5D3-462C-91FB-544B7B4D5421}"/>
              </a:ext>
            </a:extLst>
          </p:cNvPr>
          <p:cNvSpPr>
            <a:spLocks noGrp="1"/>
          </p:cNvSpPr>
          <p:nvPr/>
        </p:nvSpPr>
        <p:spPr>
          <a:xfrm>
            <a:off x="685800" y="1783080"/>
            <a:ext cx="2606040" cy="1143000"/>
          </a:xfrm>
          <a:prstGeom prst="roundRect">
            <a:avLst>
              <a:gd name="adj" fmla="val 4000"/>
            </a:avLst>
          </a:prstGeom>
          <a:solidFill>
            <a:srgbClr val="FFFFFF"/>
          </a:solidFill>
          <a:ln w="12700">
            <a:solidFill>
              <a:srgbClr val="B8C7D6"/>
            </a:solidFill>
            <a:prstDash val="solid"/>
          </a:ln>
        </p:spPr>
        <p:txBody>
          <a:bodyPr wrap="square"/>
          <a:lstStyle/>
          <a:p>
            <a:pPr>
              <a:spcAft>
                <a:spcPts val="200"/>
              </a:spcAft>
              <a:buNone/>
            </a:pPr>
            <a:endParaRPr/>
          </a:p>
        </p:txBody>
      </p:sp>
      <p:sp>
        <p:nvSpPr>
          <p:cNvPr id="8" name="Text 6">
            <a:extLst>
              <a:ext uri="{FF2B5EF4-FFF2-40B4-BE49-F238E27FC236}">
                <a16:creationId xmlns:a16="http://schemas.microsoft.com/office/drawing/2014/main" id="{4631D177-9E3D-4408-8F54-4D6028C46831}"/>
              </a:ext>
            </a:extLst>
          </p:cNvPr>
          <p:cNvSpPr>
            <a:spLocks noGrp="1"/>
          </p:cNvSpPr>
          <p:nvPr/>
        </p:nvSpPr>
        <p:spPr>
          <a:xfrm>
            <a:off x="850392" y="196596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Navigate and plan</a:t>
            </a:r>
          </a:p>
        </p:txBody>
      </p:sp>
      <p:sp>
        <p:nvSpPr>
          <p:cNvPr id="9" name="Text 7">
            <a:extLst>
              <a:ext uri="{FF2B5EF4-FFF2-40B4-BE49-F238E27FC236}">
                <a16:creationId xmlns:a16="http://schemas.microsoft.com/office/drawing/2014/main" id="{61754B5A-D90A-43F1-AA3E-3588759ECD33}"/>
              </a:ext>
            </a:extLst>
          </p:cNvPr>
          <p:cNvSpPr>
            <a:spLocks noGrp="1"/>
          </p:cNvSpPr>
          <p:nvPr/>
        </p:nvSpPr>
        <p:spPr>
          <a:xfrm>
            <a:off x="850392" y="2286000"/>
            <a:ext cx="2240280" cy="640080"/>
          </a:xfrm>
          <a:prstGeom prst="rect">
            <a:avLst/>
          </a:prstGeom>
          <a:noFill/>
        </p:spPr>
        <p:txBody>
          <a:bodyPr wrap="square" lIns="64008" tIns="27432" rIns="64008" bIns="27432" anchor="ctr">
            <a:normAutofit/>
          </a:bodyPr>
          <a:lstStyle/>
          <a:p>
            <a:pPr>
              <a:lnSpc>
                <a:spcPct val="92000"/>
              </a:lnSpc>
              <a:buNone/>
            </a:pPr>
            <a:r>
              <a:rPr sz="1200" b="0">
                <a:solidFill>
                  <a:srgbClr val="253040"/>
                </a:solidFill>
                <a:latin typeface="Aptos"/>
                <a:ea typeface="Aptos"/>
                <a:cs typeface="Aptos"/>
              </a:rPr>
              <a:t>Plan projects and agents</a:t>
            </a:r>
          </a:p>
          <a:p>
            <a:pPr>
              <a:lnSpc>
                <a:spcPct val="92000"/>
              </a:lnSpc>
              <a:buNone/>
            </a:pPr>
            <a:r>
              <a:rPr sz="1200" b="0">
                <a:solidFill>
                  <a:srgbClr val="253040"/>
                </a:solidFill>
                <a:latin typeface="Aptos"/>
                <a:ea typeface="Aptos"/>
                <a:cs typeface="Aptos"/>
              </a:rPr>
              <a:t>with current Foundry concepts.</a:t>
            </a:r>
          </a:p>
        </p:txBody>
      </p:sp>
      <p:sp>
        <p:nvSpPr>
          <p:cNvPr id="10" name="Shape 8">
            <a:extLst>
              <a:ext uri="{FF2B5EF4-FFF2-40B4-BE49-F238E27FC236}">
                <a16:creationId xmlns:a16="http://schemas.microsoft.com/office/drawing/2014/main" id="{470ABF34-E61C-462E-8448-D1EEFD8E00A9}"/>
              </a:ext>
            </a:extLst>
          </p:cNvPr>
          <p:cNvSpPr>
            <a:spLocks noGrp="1"/>
          </p:cNvSpPr>
          <p:nvPr/>
        </p:nvSpPr>
        <p:spPr>
          <a:xfrm>
            <a:off x="3703320" y="1783080"/>
            <a:ext cx="2606040" cy="1143000"/>
          </a:xfrm>
          <a:prstGeom prst="roundRect">
            <a:avLst>
              <a:gd name="adj" fmla="val 4000"/>
            </a:avLst>
          </a:prstGeom>
          <a:solidFill>
            <a:srgbClr val="FFFFFF"/>
          </a:solidFill>
          <a:ln w="12700">
            <a:solidFill>
              <a:srgbClr val="B8C7D6"/>
            </a:solidFill>
            <a:prstDash val="solid"/>
          </a:ln>
        </p:spPr>
        <p:txBody>
          <a:bodyPr wrap="square"/>
          <a:lstStyle/>
          <a:p>
            <a:r>
              <a:rPr sz="1300" b="1">
                <a:solidFill>
                  <a:srgbClr val="FFFFFF"/>
                </a:solidFill>
                <a:latin typeface="Aptos"/>
                <a:ea typeface="Aptos"/>
                <a:cs typeface="Aptos"/>
              </a:rPr>
              <a:t>i</a:t>
            </a:r>
          </a:p>
        </p:txBody>
      </p:sp>
      <p:sp>
        <p:nvSpPr>
          <p:cNvPr id="11" name="Text 9">
            <a:extLst>
              <a:ext uri="{FF2B5EF4-FFF2-40B4-BE49-F238E27FC236}">
                <a16:creationId xmlns:a16="http://schemas.microsoft.com/office/drawing/2014/main" id="{E1AF0949-D240-4A2D-B63D-804E66C73995}"/>
              </a:ext>
            </a:extLst>
          </p:cNvPr>
          <p:cNvSpPr>
            <a:spLocks noGrp="1"/>
          </p:cNvSpPr>
          <p:nvPr/>
        </p:nvSpPr>
        <p:spPr>
          <a:xfrm>
            <a:off x="3867912" y="196596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Build and ground</a:t>
            </a:r>
          </a:p>
        </p:txBody>
      </p:sp>
      <p:sp>
        <p:nvSpPr>
          <p:cNvPr id="12" name="Text 10">
            <a:extLst>
              <a:ext uri="{FF2B5EF4-FFF2-40B4-BE49-F238E27FC236}">
                <a16:creationId xmlns:a16="http://schemas.microsoft.com/office/drawing/2014/main" id="{EE96B846-576A-465C-BB79-67ECC7215902}"/>
              </a:ext>
            </a:extLst>
          </p:cNvPr>
          <p:cNvSpPr>
            <a:spLocks noGrp="1"/>
          </p:cNvSpPr>
          <p:nvPr/>
        </p:nvSpPr>
        <p:spPr>
          <a:xfrm>
            <a:off x="3867912" y="2286000"/>
            <a:ext cx="2362620" cy="640080"/>
          </a:xfrm>
          <a:prstGeom prst="rect">
            <a:avLst/>
          </a:prstGeom>
          <a:noFill/>
        </p:spPr>
        <p:txBody>
          <a:bodyPr wrap="square" lIns="64008" tIns="27432" rIns="64008" bIns="27432" anchor="ctr">
            <a:noAutofit/>
          </a:bodyPr>
          <a:lstStyle/>
          <a:p>
            <a:pPr>
              <a:lnSpc>
                <a:spcPct val="92000"/>
              </a:lnSpc>
              <a:buNone/>
            </a:pPr>
            <a:r>
              <a:rPr sz="1100" b="0">
                <a:solidFill>
                  <a:srgbClr val="253040"/>
                </a:solidFill>
                <a:latin typeface="Aptos"/>
                <a:ea typeface="Aptos"/>
                <a:cs typeface="Aptos"/>
              </a:rPr>
              <a:t>Create agents that answer with</a:t>
            </a:r>
          </a:p>
          <a:p>
            <a:pPr>
              <a:lnSpc>
                <a:spcPct val="92000"/>
              </a:lnSpc>
              <a:buNone/>
            </a:pPr>
            <a:r>
              <a:rPr sz="1100" b="0">
                <a:solidFill>
                  <a:srgbClr val="253040"/>
                </a:solidFill>
                <a:latin typeface="Aptos"/>
                <a:ea typeface="Aptos"/>
                <a:cs typeface="Aptos"/>
              </a:rPr>
              <a:t>evidence and use approved tools.</a:t>
            </a:r>
          </a:p>
        </p:txBody>
      </p:sp>
      <p:sp>
        <p:nvSpPr>
          <p:cNvPr id="13" name="Shape 11">
            <a:extLst>
              <a:ext uri="{FF2B5EF4-FFF2-40B4-BE49-F238E27FC236}">
                <a16:creationId xmlns:a16="http://schemas.microsoft.com/office/drawing/2014/main" id="{7104041C-9CB9-4C03-B758-CD1BCE22BA04}"/>
              </a:ext>
            </a:extLst>
          </p:cNvPr>
          <p:cNvSpPr>
            <a:spLocks noGrp="1"/>
          </p:cNvSpPr>
          <p:nvPr/>
        </p:nvSpPr>
        <p:spPr>
          <a:xfrm>
            <a:off x="685800" y="3291840"/>
            <a:ext cx="2606040" cy="1143000"/>
          </a:xfrm>
          <a:prstGeom prst="roundRect">
            <a:avLst>
              <a:gd name="adj" fmla="val 4000"/>
            </a:avLst>
          </a:prstGeom>
          <a:solidFill>
            <a:srgbClr val="FFFFFF"/>
          </a:solidFill>
          <a:ln w="12700">
            <a:solidFill>
              <a:srgbClr val="B8C7D6"/>
            </a:solidFill>
            <a:prstDash val="solid"/>
          </a:ln>
        </p:spPr>
        <p:txBody>
          <a:bodyPr/>
          <a:lstStyle/>
          <a:p>
            <a:endParaRPr/>
          </a:p>
        </p:txBody>
      </p:sp>
      <p:sp>
        <p:nvSpPr>
          <p:cNvPr id="14" name="Text 12">
            <a:extLst>
              <a:ext uri="{FF2B5EF4-FFF2-40B4-BE49-F238E27FC236}">
                <a16:creationId xmlns:a16="http://schemas.microsoft.com/office/drawing/2014/main" id="{9AC36E34-A37B-48CC-954D-E0B5A9BD435B}"/>
              </a:ext>
            </a:extLst>
          </p:cNvPr>
          <p:cNvSpPr>
            <a:spLocks noGrp="1"/>
          </p:cNvSpPr>
          <p:nvPr/>
        </p:nvSpPr>
        <p:spPr>
          <a:xfrm>
            <a:off x="850392" y="347472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Coordinate</a:t>
            </a:r>
          </a:p>
        </p:txBody>
      </p:sp>
      <p:sp>
        <p:nvSpPr>
          <p:cNvPr id="15" name="Text 13">
            <a:extLst>
              <a:ext uri="{FF2B5EF4-FFF2-40B4-BE49-F238E27FC236}">
                <a16:creationId xmlns:a16="http://schemas.microsoft.com/office/drawing/2014/main" id="{9DA6BF3C-744E-4021-BFE7-4ECDB56F8A7F}"/>
              </a:ext>
            </a:extLst>
          </p:cNvPr>
          <p:cNvSpPr>
            <a:spLocks noGrp="1"/>
          </p:cNvSpPr>
          <p:nvPr/>
        </p:nvSpPr>
        <p:spPr>
          <a:xfrm>
            <a:off x="850392" y="3794760"/>
            <a:ext cx="2240280" cy="640080"/>
          </a:xfrm>
          <a:prstGeom prst="rect">
            <a:avLst/>
          </a:prstGeom>
          <a:noFill/>
        </p:spPr>
        <p:txBody>
          <a:bodyPr wrap="square" lIns="64008" tIns="27432" rIns="64008" bIns="27432" anchor="ctr">
            <a:normAutofit/>
          </a:bodyPr>
          <a:lstStyle/>
          <a:p>
            <a:pPr>
              <a:lnSpc>
                <a:spcPct val="92000"/>
              </a:lnSpc>
              <a:buNone/>
            </a:pPr>
            <a:r>
              <a:rPr sz="1100" b="0">
                <a:solidFill>
                  <a:srgbClr val="253040"/>
                </a:solidFill>
                <a:latin typeface="Aptos"/>
                <a:ea typeface="Aptos"/>
                <a:cs typeface="Aptos"/>
              </a:rPr>
              <a:t>Apply multi-agent patterns when one agent is not enough.</a:t>
            </a:r>
          </a:p>
        </p:txBody>
      </p:sp>
      <p:sp>
        <p:nvSpPr>
          <p:cNvPr id="16" name="Shape 14">
            <a:extLst>
              <a:ext uri="{FF2B5EF4-FFF2-40B4-BE49-F238E27FC236}">
                <a16:creationId xmlns:a16="http://schemas.microsoft.com/office/drawing/2014/main" id="{7B055346-F041-482E-B5BF-4114AD4D2FA0}"/>
              </a:ext>
            </a:extLst>
          </p:cNvPr>
          <p:cNvSpPr>
            <a:spLocks noGrp="1"/>
          </p:cNvSpPr>
          <p:nvPr/>
        </p:nvSpPr>
        <p:spPr>
          <a:xfrm>
            <a:off x="3703320" y="3291840"/>
            <a:ext cx="2606040" cy="1143000"/>
          </a:xfrm>
          <a:prstGeom prst="roundRect">
            <a:avLst>
              <a:gd name="adj" fmla="val 4000"/>
            </a:avLst>
          </a:prstGeom>
          <a:solidFill>
            <a:srgbClr val="FFFFFF"/>
          </a:solidFill>
          <a:ln w="12700">
            <a:solidFill>
              <a:srgbClr val="B8C7D6"/>
            </a:solidFill>
            <a:prstDash val="solid"/>
          </a:ln>
        </p:spPr>
        <p:txBody>
          <a:bodyPr/>
          <a:lstStyle/>
          <a:p>
            <a:endParaRPr/>
          </a:p>
        </p:txBody>
      </p:sp>
      <p:sp>
        <p:nvSpPr>
          <p:cNvPr id="17" name="Text 15">
            <a:extLst>
              <a:ext uri="{FF2B5EF4-FFF2-40B4-BE49-F238E27FC236}">
                <a16:creationId xmlns:a16="http://schemas.microsoft.com/office/drawing/2014/main" id="{BC8407D7-9D70-4D9F-BA6B-8C419A65B819}"/>
              </a:ext>
            </a:extLst>
          </p:cNvPr>
          <p:cNvSpPr>
            <a:spLocks noGrp="1"/>
          </p:cNvSpPr>
          <p:nvPr/>
        </p:nvSpPr>
        <p:spPr>
          <a:xfrm>
            <a:off x="3867912" y="347472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Operate and govern</a:t>
            </a:r>
          </a:p>
        </p:txBody>
      </p:sp>
      <p:sp>
        <p:nvSpPr>
          <p:cNvPr id="18" name="Text 16">
            <a:extLst>
              <a:ext uri="{FF2B5EF4-FFF2-40B4-BE49-F238E27FC236}">
                <a16:creationId xmlns:a16="http://schemas.microsoft.com/office/drawing/2014/main" id="{EE563E19-57F0-4D64-A619-5B79E664D14B}"/>
              </a:ext>
            </a:extLst>
          </p:cNvPr>
          <p:cNvSpPr>
            <a:spLocks noGrp="1"/>
          </p:cNvSpPr>
          <p:nvPr/>
        </p:nvSpPr>
        <p:spPr>
          <a:xfrm>
            <a:off x="3867912" y="3794760"/>
            <a:ext cx="2240280" cy="640080"/>
          </a:xfrm>
          <a:prstGeom prst="rect">
            <a:avLst/>
          </a:prstGeom>
          <a:noFill/>
        </p:spPr>
        <p:txBody>
          <a:bodyPr wrap="square" lIns="64008" tIns="27432" rIns="64008" bIns="27432" anchor="ctr">
            <a:normAutofit/>
          </a:bodyPr>
          <a:lstStyle/>
          <a:p>
            <a:pPr>
              <a:lnSpc>
                <a:spcPct val="92000"/>
              </a:lnSpc>
              <a:buNone/>
            </a:pPr>
            <a:r>
              <a:rPr sz="1200" b="0">
                <a:solidFill>
                  <a:srgbClr val="253040"/>
                </a:solidFill>
                <a:latin typeface="Aptos"/>
                <a:ea typeface="Aptos"/>
                <a:cs typeface="Aptos"/>
              </a:rPr>
              <a:t>Evaluate, monitor, and review</a:t>
            </a:r>
          </a:p>
          <a:p>
            <a:pPr>
              <a:lnSpc>
                <a:spcPct val="92000"/>
              </a:lnSpc>
              <a:buNone/>
            </a:pPr>
            <a:r>
              <a:rPr sz="1200" b="0">
                <a:solidFill>
                  <a:srgbClr val="253040"/>
                </a:solidFill>
                <a:latin typeface="Aptos"/>
                <a:ea typeface="Aptos"/>
                <a:cs typeface="Aptos"/>
              </a:rPr>
              <a:t>production readiness.</a:t>
            </a:r>
          </a:p>
        </p:txBody>
      </p:sp>
      <p:sp>
        <p:nvSpPr>
          <p:cNvPr id="19" name="Shape 17">
            <a:extLst>
              <a:ext uri="{FF2B5EF4-FFF2-40B4-BE49-F238E27FC236}">
                <a16:creationId xmlns:a16="http://schemas.microsoft.com/office/drawing/2014/main" id="{905C6293-70DB-43C1-A86A-6AE7AB540E4E}"/>
              </a:ext>
            </a:extLst>
          </p:cNvPr>
          <p:cNvSpPr>
            <a:spLocks noGrp="1"/>
          </p:cNvSpPr>
          <p:nvPr/>
        </p:nvSpPr>
        <p:spPr>
          <a:xfrm>
            <a:off x="7150162" y="2788920"/>
            <a:ext cx="3456878" cy="777240"/>
          </a:xfrm>
          <a:prstGeom prst="chevron">
            <a:avLst/>
          </a:prstGeom>
          <a:solidFill>
            <a:srgbClr val="08A9C9"/>
          </a:solidFill>
          <a:ln w="12700">
            <a:solidFill>
              <a:srgbClr val="08A9C9"/>
            </a:solidFill>
            <a:prstDash val="solid"/>
          </a:ln>
        </p:spPr>
        <p:txBody>
          <a:bodyPr/>
          <a:lstStyle/>
          <a:p>
            <a:endParaRPr/>
          </a:p>
        </p:txBody>
      </p:sp>
      <p:sp>
        <p:nvSpPr>
          <p:cNvPr id="20" name="Text 18">
            <a:extLst>
              <a:ext uri="{FF2B5EF4-FFF2-40B4-BE49-F238E27FC236}">
                <a16:creationId xmlns:a16="http://schemas.microsoft.com/office/drawing/2014/main" id="{D1483F30-27BB-4068-9386-A1E2FE50E886}"/>
              </a:ext>
            </a:extLst>
          </p:cNvPr>
          <p:cNvSpPr>
            <a:spLocks noGrp="1"/>
          </p:cNvSpPr>
          <p:nvPr/>
        </p:nvSpPr>
        <p:spPr>
          <a:xfrm>
            <a:off x="7383780" y="2985358"/>
            <a:ext cx="2697480" cy="384048"/>
          </a:xfrm>
          <a:prstGeom prst="rect">
            <a:avLst/>
          </a:prstGeom>
          <a:noFill/>
        </p:spPr>
        <p:txBody>
          <a:bodyPr wrap="square" lIns="64008" tIns="27432" rIns="64008" bIns="27432" anchor="ctr">
            <a:noAutofit/>
          </a:bodyPr>
          <a:lstStyle/>
          <a:p>
            <a:pPr algn="ctr">
              <a:lnSpc>
                <a:spcPct val="90000"/>
              </a:lnSpc>
              <a:buNone/>
            </a:pPr>
            <a:r>
              <a:rPr sz="1600" b="1">
                <a:solidFill>
                  <a:schemeClr val="bg1"/>
                </a:solidFill>
                <a:latin typeface="Aptos"/>
                <a:ea typeface="Aptos"/>
                <a:cs typeface="Aptos"/>
              </a:rPr>
              <a:t>Explain the system</a:t>
            </a:r>
          </a:p>
          <a:p>
            <a:pPr algn="ctr">
              <a:lnSpc>
                <a:spcPct val="90000"/>
              </a:lnSpc>
              <a:buNone/>
            </a:pPr>
            <a:r>
              <a:rPr sz="1600" b="1">
                <a:solidFill>
                  <a:schemeClr val="bg1"/>
                </a:solidFill>
                <a:latin typeface="Aptos"/>
                <a:ea typeface="Aptos"/>
                <a:cs typeface="Aptos"/>
              </a:rPr>
              <a:t>end to end</a:t>
            </a:r>
          </a:p>
        </p:txBody>
      </p:sp>
    </p:spTree>
    <p:extLst>
      <p:ext uri="{BB962C8B-B14F-4D97-AF65-F5344CB8AC3E}">
        <p14:creationId xmlns:p14="http://schemas.microsoft.com/office/powerpoint/2010/main" val="5393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animBg="1"/>
      <p:bldP spid="11" grpId="0"/>
      <p:bldP spid="12" grpId="0"/>
      <p:bldP spid="13" grpId="0" animBg="1"/>
      <p:bldP spid="14" grpId="0"/>
      <p:bldP spid="15" grpId="0"/>
      <p:bldP spid="16" grpId="0" animBg="1"/>
      <p:bldP spid="17" grpId="0"/>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75"/>
        <p:cNvGrpSpPr/>
        <p:nvPr/>
      </p:nvGrpSpPr>
      <p:grpSpPr>
        <a:xfrm>
          <a:off x="0" y="0"/>
          <a:ext cx="0" cy="0"/>
          <a:chOff x="0" y="0"/>
          <a:chExt cx="0" cy="0"/>
        </a:xfrm>
      </p:grpSpPr>
      <p:sp>
        <p:nvSpPr>
          <p:cNvPr id="2076" name="Google Shape;2076;p34"/>
          <p:cNvSpPr txBox="1">
            <a:spLocks noGrp="1"/>
          </p:cNvSpPr>
          <p:nvPr>
            <p:ph type="sldNum" idx="12"/>
          </p:nvPr>
        </p:nvSpPr>
        <p:spPr>
          <a:xfrm>
            <a:off x="11532033" y="6182333"/>
            <a:ext cx="609200" cy="624800"/>
          </a:xfrm>
          <a:prstGeom prst="rect">
            <a:avLst/>
          </a:prstGeom>
        </p:spPr>
        <p:txBody>
          <a:bodyPr spcFirstLastPara="1" wrap="square" lIns="0" tIns="0" rIns="0" bIns="0" anchor="b"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 sz="1600" b="0" i="0" u="none" strike="noStrike" kern="0" cap="none" spc="0" normalizeH="0" baseline="0" noProof="0">
                <a:ln>
                  <a:noFill/>
                </a:ln>
                <a:solidFill>
                  <a:srgbClr val="FFFFFF"/>
                </a:solidFill>
                <a:effectLst/>
                <a:uLnTx/>
                <a:uFillTx/>
                <a:latin typeface="Barlow Light"/>
                <a:sym typeface="Barlow Light"/>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10</a:t>
            </a:fld>
            <a:endParaRPr kumimoji="0" sz="1600" b="0" i="0" u="none" strike="noStrike" kern="0" cap="none" spc="0" normalizeH="0" baseline="0" noProof="0">
              <a:ln>
                <a:noFill/>
              </a:ln>
              <a:solidFill>
                <a:srgbClr val="FFFFFF"/>
              </a:solidFill>
              <a:effectLst/>
              <a:uLnTx/>
              <a:uFillTx/>
              <a:latin typeface="Barlow Light"/>
              <a:sym typeface="Barlow Light"/>
            </a:endParaRPr>
          </a:p>
        </p:txBody>
      </p:sp>
      <p:sp>
        <p:nvSpPr>
          <p:cNvPr id="2223" name="Google Shape;2223;p34"/>
          <p:cNvSpPr txBox="1">
            <a:spLocks noGrp="1"/>
          </p:cNvSpPr>
          <p:nvPr>
            <p:ph type="ctrTitle" idx="4294967295"/>
          </p:nvPr>
        </p:nvSpPr>
        <p:spPr>
          <a:xfrm>
            <a:off x="914400" y="1603251"/>
            <a:ext cx="5791600" cy="1110400"/>
          </a:xfrm>
          <a:prstGeom prst="rect">
            <a:avLst/>
          </a:prstGeom>
        </p:spPr>
        <p:txBody>
          <a:bodyPr spcFirstLastPara="1" wrap="square" lIns="0" tIns="0" rIns="0" bIns="0" anchor="t" anchorCtr="0">
            <a:noAutofit/>
          </a:bodyPr>
          <a:lstStyle/>
          <a:p>
            <a:r>
              <a:rPr lang="en" sz="9600"/>
              <a:t>Welcome!</a:t>
            </a:r>
            <a:endParaRPr sz="9600"/>
          </a:p>
        </p:txBody>
      </p:sp>
      <p:sp>
        <p:nvSpPr>
          <p:cNvPr id="2224" name="Google Shape;2224;p34"/>
          <p:cNvSpPr txBox="1">
            <a:spLocks noGrp="1"/>
          </p:cNvSpPr>
          <p:nvPr>
            <p:ph type="subTitle" idx="4294967295"/>
          </p:nvPr>
        </p:nvSpPr>
        <p:spPr>
          <a:xfrm>
            <a:off x="1646244" y="3837896"/>
            <a:ext cx="5791600" cy="2560000"/>
          </a:xfrm>
          <a:prstGeom prst="rect">
            <a:avLst/>
          </a:prstGeom>
        </p:spPr>
        <p:txBody>
          <a:bodyPr spcFirstLastPara="1" wrap="square" lIns="0" tIns="0" rIns="0" bIns="0" anchor="t" anchorCtr="0">
            <a:noAutofit/>
          </a:bodyPr>
          <a:lstStyle/>
          <a:p>
            <a:pPr marL="0" indent="0">
              <a:spcBef>
                <a:spcPts val="800"/>
              </a:spcBef>
              <a:buNone/>
            </a:pPr>
            <a:r>
              <a:rPr lang="en-US" sz="4800" b="1">
                <a:solidFill>
                  <a:schemeClr val="accent1"/>
                </a:solidFill>
                <a:latin typeface="Barlow"/>
                <a:ea typeface="Barlow"/>
                <a:cs typeface="Barlow"/>
                <a:sym typeface="Barlow"/>
              </a:rPr>
              <a:t>Let’s get Started</a:t>
            </a:r>
            <a:endParaRPr sz="4800" b="1">
              <a:solidFill>
                <a:schemeClr val="accent1"/>
              </a:solidFill>
              <a:latin typeface="Barlow"/>
              <a:ea typeface="Barlow"/>
              <a:cs typeface="Barlow"/>
              <a:sym typeface="Barlow"/>
            </a:endParaRPr>
          </a:p>
        </p:txBody>
      </p:sp>
      <p:grpSp>
        <p:nvGrpSpPr>
          <p:cNvPr id="1026" name="Google Shape;2778;p47">
            <a:extLst>
              <a:ext uri="{FF2B5EF4-FFF2-40B4-BE49-F238E27FC236}">
                <a16:creationId xmlns:a16="http://schemas.microsoft.com/office/drawing/2014/main" id="{62DC358C-73E1-456E-B7E1-424C7CA07D58}"/>
              </a:ext>
            </a:extLst>
          </p:cNvPr>
          <p:cNvGrpSpPr/>
          <p:nvPr/>
        </p:nvGrpSpPr>
        <p:grpSpPr>
          <a:xfrm>
            <a:off x="7335026" y="1100930"/>
            <a:ext cx="4402693" cy="3748127"/>
            <a:chOff x="2011725" y="44285"/>
            <a:chExt cx="4684870" cy="4762340"/>
          </a:xfrm>
        </p:grpSpPr>
        <p:grpSp>
          <p:nvGrpSpPr>
            <p:cNvPr id="2222" name="Google Shape;2779;p47">
              <a:extLst>
                <a:ext uri="{FF2B5EF4-FFF2-40B4-BE49-F238E27FC236}">
                  <a16:creationId xmlns:a16="http://schemas.microsoft.com/office/drawing/2014/main" id="{C59A5718-AA42-C9E2-6CF7-614AACF30770}"/>
                </a:ext>
              </a:extLst>
            </p:cNvPr>
            <p:cNvGrpSpPr/>
            <p:nvPr/>
          </p:nvGrpSpPr>
          <p:grpSpPr>
            <a:xfrm>
              <a:off x="2119596" y="326448"/>
              <a:ext cx="3544299" cy="3707706"/>
              <a:chOff x="3860721" y="1330073"/>
              <a:chExt cx="3544299" cy="3707706"/>
            </a:xfrm>
          </p:grpSpPr>
          <p:sp>
            <p:nvSpPr>
              <p:cNvPr id="2388" name="Google Shape;2780;p47">
                <a:extLst>
                  <a:ext uri="{FF2B5EF4-FFF2-40B4-BE49-F238E27FC236}">
                    <a16:creationId xmlns:a16="http://schemas.microsoft.com/office/drawing/2014/main" id="{D73BA502-5C55-CFC4-0BC6-91B48862B323}"/>
                  </a:ext>
                </a:extLst>
              </p:cNvPr>
              <p:cNvSpPr/>
              <p:nvPr/>
            </p:nvSpPr>
            <p:spPr>
              <a:xfrm>
                <a:off x="5336000" y="1330073"/>
                <a:ext cx="2069020" cy="2805419"/>
              </a:xfrm>
              <a:custGeom>
                <a:avLst/>
                <a:gdLst/>
                <a:ahLst/>
                <a:cxnLst/>
                <a:rect l="l" t="t" r="r" b="b"/>
                <a:pathLst>
                  <a:path w="2069020" h="2805419" extrusionOk="0">
                    <a:moveTo>
                      <a:pt x="2019014" y="2799395"/>
                    </a:moveTo>
                    <a:lnTo>
                      <a:pt x="50006" y="1662586"/>
                    </a:lnTo>
                    <a:cubicBezTo>
                      <a:pt x="22384" y="1646680"/>
                      <a:pt x="0" y="1603912"/>
                      <a:pt x="0" y="1567336"/>
                    </a:cubicBezTo>
                    <a:lnTo>
                      <a:pt x="0" y="43908"/>
                    </a:lnTo>
                    <a:cubicBezTo>
                      <a:pt x="0" y="7141"/>
                      <a:pt x="22384" y="-9813"/>
                      <a:pt x="50006" y="5808"/>
                    </a:cubicBezTo>
                    <a:lnTo>
                      <a:pt x="2019014" y="1142998"/>
                    </a:lnTo>
                    <a:cubicBezTo>
                      <a:pt x="2046637" y="1158904"/>
                      <a:pt x="2069020" y="1201672"/>
                      <a:pt x="2069020" y="1238248"/>
                    </a:cubicBezTo>
                    <a:lnTo>
                      <a:pt x="2069020" y="2761295"/>
                    </a:lnTo>
                    <a:cubicBezTo>
                      <a:pt x="2069020" y="2798443"/>
                      <a:pt x="2046637" y="2815397"/>
                      <a:pt x="2019014" y="2799395"/>
                    </a:cubicBez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89" name="Google Shape;2781;p47">
                <a:extLst>
                  <a:ext uri="{FF2B5EF4-FFF2-40B4-BE49-F238E27FC236}">
                    <a16:creationId xmlns:a16="http://schemas.microsoft.com/office/drawing/2014/main" id="{1D9CE71C-695A-6248-86D7-469F707CA165}"/>
                  </a:ext>
                </a:extLst>
              </p:cNvPr>
              <p:cNvSpPr/>
              <p:nvPr/>
            </p:nvSpPr>
            <p:spPr>
              <a:xfrm>
                <a:off x="7365110" y="4067936"/>
                <a:ext cx="21907" cy="77247"/>
              </a:xfrm>
              <a:custGeom>
                <a:avLst/>
                <a:gdLst/>
                <a:ahLst/>
                <a:cxnLst/>
                <a:rect l="l" t="t" r="r" b="b"/>
                <a:pathLst>
                  <a:path w="21907" h="77247" extrusionOk="0">
                    <a:moveTo>
                      <a:pt x="0" y="77248"/>
                    </a:moveTo>
                    <a:lnTo>
                      <a:pt x="21908" y="64675"/>
                    </a:lnTo>
                    <a:lnTo>
                      <a:pt x="12383" y="0"/>
                    </a:lnTo>
                    <a:lnTo>
                      <a:pt x="0" y="77248"/>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90" name="Google Shape;2782;p47">
                <a:extLst>
                  <a:ext uri="{FF2B5EF4-FFF2-40B4-BE49-F238E27FC236}">
                    <a16:creationId xmlns:a16="http://schemas.microsoft.com/office/drawing/2014/main" id="{0D11F83F-EF7A-48CE-A93A-962A4E158DED}"/>
                  </a:ext>
                </a:extLst>
              </p:cNvPr>
              <p:cNvSpPr/>
              <p:nvPr/>
            </p:nvSpPr>
            <p:spPr>
              <a:xfrm>
                <a:off x="5332475" y="1333214"/>
                <a:ext cx="52292" cy="22389"/>
              </a:xfrm>
              <a:custGeom>
                <a:avLst/>
                <a:gdLst/>
                <a:ahLst/>
                <a:cxnLst/>
                <a:rect l="l" t="t" r="r" b="b"/>
                <a:pathLst>
                  <a:path w="52292" h="22389" extrusionOk="0">
                    <a:moveTo>
                      <a:pt x="0" y="12383"/>
                    </a:moveTo>
                    <a:lnTo>
                      <a:pt x="21431" y="0"/>
                    </a:lnTo>
                    <a:lnTo>
                      <a:pt x="52292" y="17621"/>
                    </a:lnTo>
                    <a:cubicBezTo>
                      <a:pt x="52292" y="17621"/>
                      <a:pt x="19431" y="22574"/>
                      <a:pt x="18669" y="22384"/>
                    </a:cubicBezTo>
                    <a:cubicBezTo>
                      <a:pt x="17907" y="22193"/>
                      <a:pt x="0" y="12383"/>
                      <a:pt x="0" y="12383"/>
                    </a:cubicBez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91" name="Google Shape;2783;p47">
                <a:extLst>
                  <a:ext uri="{FF2B5EF4-FFF2-40B4-BE49-F238E27FC236}">
                    <a16:creationId xmlns:a16="http://schemas.microsoft.com/office/drawing/2014/main" id="{4AC19F94-E6D8-B402-FC1A-21A6CDF156D4}"/>
                  </a:ext>
                </a:extLst>
              </p:cNvPr>
              <p:cNvSpPr/>
              <p:nvPr/>
            </p:nvSpPr>
            <p:spPr>
              <a:xfrm>
                <a:off x="5317902" y="1340537"/>
                <a:ext cx="2069115" cy="2805383"/>
              </a:xfrm>
              <a:custGeom>
                <a:avLst/>
                <a:gdLst/>
                <a:ahLst/>
                <a:cxnLst/>
                <a:rect l="l" t="t" r="r" b="b"/>
                <a:pathLst>
                  <a:path w="2069115" h="2805383" extrusionOk="0">
                    <a:moveTo>
                      <a:pt x="2019110" y="2799409"/>
                    </a:moveTo>
                    <a:lnTo>
                      <a:pt x="50006" y="1662600"/>
                    </a:lnTo>
                    <a:cubicBezTo>
                      <a:pt x="22384" y="1646598"/>
                      <a:pt x="0" y="1603831"/>
                      <a:pt x="0" y="1567350"/>
                    </a:cubicBezTo>
                    <a:lnTo>
                      <a:pt x="0" y="43921"/>
                    </a:lnTo>
                    <a:cubicBezTo>
                      <a:pt x="0" y="7060"/>
                      <a:pt x="22384" y="-9800"/>
                      <a:pt x="50006" y="5821"/>
                    </a:cubicBezTo>
                    <a:lnTo>
                      <a:pt x="2019110" y="1142916"/>
                    </a:lnTo>
                    <a:cubicBezTo>
                      <a:pt x="2046732" y="1158823"/>
                      <a:pt x="2069116" y="1201685"/>
                      <a:pt x="2069116" y="1238166"/>
                    </a:cubicBezTo>
                    <a:lnTo>
                      <a:pt x="2069116" y="2761595"/>
                    </a:lnTo>
                    <a:cubicBezTo>
                      <a:pt x="2069116" y="2798361"/>
                      <a:pt x="2046732" y="2815315"/>
                      <a:pt x="2019110" y="2799409"/>
                    </a:cubicBezTo>
                    <a:close/>
                  </a:path>
                </a:pathLst>
              </a:custGeom>
              <a:solidFill>
                <a:srgbClr val="E4E7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92" name="Google Shape;2784;p47">
                <a:extLst>
                  <a:ext uri="{FF2B5EF4-FFF2-40B4-BE49-F238E27FC236}">
                    <a16:creationId xmlns:a16="http://schemas.microsoft.com/office/drawing/2014/main" id="{D5F6167F-7A89-C4AE-E39F-C3CA02242B24}"/>
                  </a:ext>
                </a:extLst>
              </p:cNvPr>
              <p:cNvSpPr/>
              <p:nvPr/>
            </p:nvSpPr>
            <p:spPr>
              <a:xfrm>
                <a:off x="5314473" y="1342497"/>
                <a:ext cx="2069020" cy="2805423"/>
              </a:xfrm>
              <a:custGeom>
                <a:avLst/>
                <a:gdLst/>
                <a:ahLst/>
                <a:cxnLst/>
                <a:rect l="l" t="t" r="r" b="b"/>
                <a:pathLst>
                  <a:path w="2069020" h="2805423" extrusionOk="0">
                    <a:moveTo>
                      <a:pt x="2019014" y="2799449"/>
                    </a:moveTo>
                    <a:lnTo>
                      <a:pt x="50006" y="1662545"/>
                    </a:lnTo>
                    <a:cubicBezTo>
                      <a:pt x="22384" y="1646638"/>
                      <a:pt x="0" y="1603871"/>
                      <a:pt x="0" y="1567295"/>
                    </a:cubicBezTo>
                    <a:lnTo>
                      <a:pt x="0" y="43962"/>
                    </a:lnTo>
                    <a:cubicBezTo>
                      <a:pt x="0" y="7100"/>
                      <a:pt x="22384" y="-9855"/>
                      <a:pt x="50006" y="5862"/>
                    </a:cubicBezTo>
                    <a:lnTo>
                      <a:pt x="2019014" y="1142956"/>
                    </a:lnTo>
                    <a:cubicBezTo>
                      <a:pt x="2046637" y="1158863"/>
                      <a:pt x="2069021" y="1201630"/>
                      <a:pt x="2069021" y="1238206"/>
                    </a:cubicBezTo>
                    <a:lnTo>
                      <a:pt x="2069021" y="2761635"/>
                    </a:lnTo>
                    <a:cubicBezTo>
                      <a:pt x="2069021" y="2798401"/>
                      <a:pt x="2046637" y="2815356"/>
                      <a:pt x="2019014" y="2799449"/>
                    </a:cubicBezTo>
                    <a:close/>
                  </a:path>
                </a:pathLst>
              </a:custGeom>
              <a:solidFill>
                <a:srgbClr val="D6D8E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93" name="Google Shape;2785;p47">
                <a:extLst>
                  <a:ext uri="{FF2B5EF4-FFF2-40B4-BE49-F238E27FC236}">
                    <a16:creationId xmlns:a16="http://schemas.microsoft.com/office/drawing/2014/main" id="{39B45110-B2BC-F824-F304-B62AE38205E2}"/>
                  </a:ext>
                </a:extLst>
              </p:cNvPr>
              <p:cNvSpPr/>
              <p:nvPr/>
            </p:nvSpPr>
            <p:spPr>
              <a:xfrm>
                <a:off x="5339429" y="1375389"/>
                <a:ext cx="2018061" cy="2673878"/>
              </a:xfrm>
              <a:custGeom>
                <a:avLst/>
                <a:gdLst/>
                <a:ahLst/>
                <a:cxnLst/>
                <a:rect l="l" t="t" r="r" b="b"/>
                <a:pathLst>
                  <a:path w="2018061" h="2673878" extrusionOk="0">
                    <a:moveTo>
                      <a:pt x="2017014" y="2673878"/>
                    </a:moveTo>
                    <a:lnTo>
                      <a:pt x="0" y="1509352"/>
                    </a:lnTo>
                    <a:lnTo>
                      <a:pt x="1048" y="17165"/>
                    </a:lnTo>
                    <a:cubicBezTo>
                      <a:pt x="1048" y="1830"/>
                      <a:pt x="11811" y="-4361"/>
                      <a:pt x="25051" y="3259"/>
                    </a:cubicBezTo>
                    <a:lnTo>
                      <a:pt x="1994059" y="1140163"/>
                    </a:lnTo>
                    <a:cubicBezTo>
                      <a:pt x="2008213" y="1149354"/>
                      <a:pt x="2017138" y="1164747"/>
                      <a:pt x="2018062" y="1181596"/>
                    </a:cubicBezTo>
                    <a:close/>
                  </a:path>
                </a:pathLst>
              </a:custGeom>
              <a:solidFill>
                <a:srgbClr val="FFFFF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94" name="Google Shape;2786;p47">
                <a:extLst>
                  <a:ext uri="{FF2B5EF4-FFF2-40B4-BE49-F238E27FC236}">
                    <a16:creationId xmlns:a16="http://schemas.microsoft.com/office/drawing/2014/main" id="{77991695-E47F-D070-39CC-9E4C9A1F4F37}"/>
                  </a:ext>
                </a:extLst>
              </p:cNvPr>
              <p:cNvSpPr/>
              <p:nvPr/>
            </p:nvSpPr>
            <p:spPr>
              <a:xfrm>
                <a:off x="5339238" y="1374339"/>
                <a:ext cx="2018061" cy="2673785"/>
              </a:xfrm>
              <a:custGeom>
                <a:avLst/>
                <a:gdLst/>
                <a:ahLst/>
                <a:cxnLst/>
                <a:rect l="l" t="t" r="r" b="b"/>
                <a:pathLst>
                  <a:path w="2018061" h="2673785" extrusionOk="0">
                    <a:moveTo>
                      <a:pt x="2017014" y="2673785"/>
                    </a:moveTo>
                    <a:lnTo>
                      <a:pt x="0" y="1509354"/>
                    </a:lnTo>
                    <a:lnTo>
                      <a:pt x="1048" y="17072"/>
                    </a:lnTo>
                    <a:cubicBezTo>
                      <a:pt x="1048" y="1832"/>
                      <a:pt x="11811" y="-4359"/>
                      <a:pt x="25051" y="3261"/>
                    </a:cubicBezTo>
                    <a:lnTo>
                      <a:pt x="1994059" y="1140260"/>
                    </a:lnTo>
                    <a:cubicBezTo>
                      <a:pt x="2008232" y="1149481"/>
                      <a:pt x="2017147" y="1164911"/>
                      <a:pt x="2018062" y="1181789"/>
                    </a:cubicBezTo>
                    <a:close/>
                  </a:path>
                </a:pathLst>
              </a:custGeom>
              <a:solidFill>
                <a:srgbClr val="FFFFF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95" name="Google Shape;2787;p47">
                <a:extLst>
                  <a:ext uri="{FF2B5EF4-FFF2-40B4-BE49-F238E27FC236}">
                    <a16:creationId xmlns:a16="http://schemas.microsoft.com/office/drawing/2014/main" id="{0AF360F1-E48A-D8C2-8525-D50D3D5CF859}"/>
                  </a:ext>
                </a:extLst>
              </p:cNvPr>
              <p:cNvSpPr/>
              <p:nvPr/>
            </p:nvSpPr>
            <p:spPr>
              <a:xfrm>
                <a:off x="3860721" y="3051171"/>
                <a:ext cx="3440851" cy="1986608"/>
              </a:xfrm>
              <a:custGeom>
                <a:avLst/>
                <a:gdLst/>
                <a:ahLst/>
                <a:cxnLst/>
                <a:rect l="l" t="t" r="r" b="b"/>
                <a:pathLst>
                  <a:path w="3440851" h="1986608" extrusionOk="0">
                    <a:moveTo>
                      <a:pt x="1987629" y="1975838"/>
                    </a:moveTo>
                    <a:lnTo>
                      <a:pt x="18621" y="838934"/>
                    </a:lnTo>
                    <a:cubicBezTo>
                      <a:pt x="-9002" y="823027"/>
                      <a:pt x="-5477" y="795214"/>
                      <a:pt x="26432" y="776736"/>
                    </a:cubicBezTo>
                    <a:lnTo>
                      <a:pt x="1345454" y="15212"/>
                    </a:lnTo>
                    <a:cubicBezTo>
                      <a:pt x="1377362" y="-3172"/>
                      <a:pt x="1425559" y="-5172"/>
                      <a:pt x="1453181" y="10735"/>
                    </a:cubicBezTo>
                    <a:lnTo>
                      <a:pt x="3422189" y="1147544"/>
                    </a:lnTo>
                    <a:cubicBezTo>
                      <a:pt x="3449812" y="1163546"/>
                      <a:pt x="3446383" y="1191359"/>
                      <a:pt x="3414474" y="1209742"/>
                    </a:cubicBezTo>
                    <a:lnTo>
                      <a:pt x="2095452" y="1971742"/>
                    </a:lnTo>
                    <a:cubicBezTo>
                      <a:pt x="2063829" y="1989744"/>
                      <a:pt x="2015347" y="1991745"/>
                      <a:pt x="1987629" y="1975838"/>
                    </a:cubicBezTo>
                    <a:close/>
                  </a:path>
                </a:pathLst>
              </a:custGeom>
              <a:solidFill>
                <a:srgbClr val="D6D8E5">
                  <a:alpha val="400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96" name="Google Shape;2788;p47">
                <a:extLst>
                  <a:ext uri="{FF2B5EF4-FFF2-40B4-BE49-F238E27FC236}">
                    <a16:creationId xmlns:a16="http://schemas.microsoft.com/office/drawing/2014/main" id="{1E0154E0-65F3-B8C6-26FB-97A998186FF6}"/>
                  </a:ext>
                </a:extLst>
              </p:cNvPr>
              <p:cNvSpPr/>
              <p:nvPr/>
            </p:nvSpPr>
            <p:spPr>
              <a:xfrm>
                <a:off x="3903733" y="3024882"/>
                <a:ext cx="3440892" cy="1987084"/>
              </a:xfrm>
              <a:custGeom>
                <a:avLst/>
                <a:gdLst/>
                <a:ahLst/>
                <a:cxnLst/>
                <a:rect l="l" t="t" r="r" b="b"/>
                <a:pathLst>
                  <a:path w="3440892" h="1987084" extrusionOk="0">
                    <a:moveTo>
                      <a:pt x="1987670" y="1976314"/>
                    </a:moveTo>
                    <a:lnTo>
                      <a:pt x="18662" y="839410"/>
                    </a:lnTo>
                    <a:cubicBezTo>
                      <a:pt x="-8961" y="823503"/>
                      <a:pt x="-5532" y="795690"/>
                      <a:pt x="26377" y="777212"/>
                    </a:cubicBezTo>
                    <a:lnTo>
                      <a:pt x="1345495" y="15212"/>
                    </a:lnTo>
                    <a:cubicBezTo>
                      <a:pt x="1377308" y="-3172"/>
                      <a:pt x="1425600" y="-5172"/>
                      <a:pt x="1453222" y="10735"/>
                    </a:cubicBezTo>
                    <a:lnTo>
                      <a:pt x="3422230" y="1148020"/>
                    </a:lnTo>
                    <a:cubicBezTo>
                      <a:pt x="3449853" y="1164022"/>
                      <a:pt x="3446424" y="1191835"/>
                      <a:pt x="3414515" y="1210218"/>
                    </a:cubicBezTo>
                    <a:lnTo>
                      <a:pt x="2095493" y="1972218"/>
                    </a:lnTo>
                    <a:cubicBezTo>
                      <a:pt x="2063584" y="1990220"/>
                      <a:pt x="2015292" y="1992221"/>
                      <a:pt x="1987670" y="1976314"/>
                    </a:cubicBez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97" name="Google Shape;2789;p47">
                <a:extLst>
                  <a:ext uri="{FF2B5EF4-FFF2-40B4-BE49-F238E27FC236}">
                    <a16:creationId xmlns:a16="http://schemas.microsoft.com/office/drawing/2014/main" id="{28EACE65-7EA0-EB80-C4C4-2BB73366538E}"/>
                  </a:ext>
                </a:extLst>
              </p:cNvPr>
              <p:cNvSpPr/>
              <p:nvPr/>
            </p:nvSpPr>
            <p:spPr>
              <a:xfrm>
                <a:off x="3903726" y="3801522"/>
                <a:ext cx="41719" cy="37052"/>
              </a:xfrm>
              <a:custGeom>
                <a:avLst/>
                <a:gdLst/>
                <a:ahLst/>
                <a:cxnLst/>
                <a:rect l="l" t="t" r="r" b="b"/>
                <a:pathLst>
                  <a:path w="41719" h="37052" extrusionOk="0">
                    <a:moveTo>
                      <a:pt x="0" y="37052"/>
                    </a:moveTo>
                    <a:lnTo>
                      <a:pt x="0" y="0"/>
                    </a:lnTo>
                    <a:lnTo>
                      <a:pt x="41719" y="17431"/>
                    </a:lnTo>
                    <a:lnTo>
                      <a:pt x="0" y="37052"/>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98" name="Google Shape;2790;p47">
                <a:extLst>
                  <a:ext uri="{FF2B5EF4-FFF2-40B4-BE49-F238E27FC236}">
                    <a16:creationId xmlns:a16="http://schemas.microsoft.com/office/drawing/2014/main" id="{37255F13-C012-773A-254B-1CEC7AD99459}"/>
                  </a:ext>
                </a:extLst>
              </p:cNvPr>
              <p:cNvSpPr/>
              <p:nvPr/>
            </p:nvSpPr>
            <p:spPr>
              <a:xfrm>
                <a:off x="7313771" y="4164425"/>
                <a:ext cx="30860" cy="40671"/>
              </a:xfrm>
              <a:custGeom>
                <a:avLst/>
                <a:gdLst/>
                <a:ahLst/>
                <a:cxnLst/>
                <a:rect l="l" t="t" r="r" b="b"/>
                <a:pathLst>
                  <a:path w="30860" h="40671" extrusionOk="0">
                    <a:moveTo>
                      <a:pt x="30861" y="36290"/>
                    </a:moveTo>
                    <a:lnTo>
                      <a:pt x="30861" y="0"/>
                    </a:lnTo>
                    <a:lnTo>
                      <a:pt x="0" y="10573"/>
                    </a:lnTo>
                    <a:lnTo>
                      <a:pt x="20479" y="40672"/>
                    </a:lnTo>
                    <a:lnTo>
                      <a:pt x="30861" y="36290"/>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99" name="Google Shape;2791;p47">
                <a:extLst>
                  <a:ext uri="{FF2B5EF4-FFF2-40B4-BE49-F238E27FC236}">
                    <a16:creationId xmlns:a16="http://schemas.microsoft.com/office/drawing/2014/main" id="{0EB530A9-4998-C3DF-1FEF-5E85135F0F27}"/>
                  </a:ext>
                </a:extLst>
              </p:cNvPr>
              <p:cNvSpPr/>
              <p:nvPr/>
            </p:nvSpPr>
            <p:spPr>
              <a:xfrm>
                <a:off x="3903733" y="2994046"/>
                <a:ext cx="3440892" cy="1986618"/>
              </a:xfrm>
              <a:custGeom>
                <a:avLst/>
                <a:gdLst/>
                <a:ahLst/>
                <a:cxnLst/>
                <a:rect l="l" t="t" r="r" b="b"/>
                <a:pathLst>
                  <a:path w="3440892" h="1986618" extrusionOk="0">
                    <a:moveTo>
                      <a:pt x="1987670" y="1975813"/>
                    </a:moveTo>
                    <a:lnTo>
                      <a:pt x="18662" y="839005"/>
                    </a:lnTo>
                    <a:cubicBezTo>
                      <a:pt x="-8961" y="823098"/>
                      <a:pt x="-5532" y="795190"/>
                      <a:pt x="26377" y="776806"/>
                    </a:cubicBezTo>
                    <a:lnTo>
                      <a:pt x="1345495" y="15283"/>
                    </a:lnTo>
                    <a:cubicBezTo>
                      <a:pt x="1377308" y="-3196"/>
                      <a:pt x="1425600" y="-5196"/>
                      <a:pt x="1453222" y="10806"/>
                    </a:cubicBezTo>
                    <a:lnTo>
                      <a:pt x="3422230" y="1147615"/>
                    </a:lnTo>
                    <a:cubicBezTo>
                      <a:pt x="3449853" y="1163521"/>
                      <a:pt x="3446424" y="1191430"/>
                      <a:pt x="3414515" y="1209813"/>
                    </a:cubicBezTo>
                    <a:lnTo>
                      <a:pt x="2095493" y="1971336"/>
                    </a:lnTo>
                    <a:cubicBezTo>
                      <a:pt x="2063584" y="1989815"/>
                      <a:pt x="2015292" y="1991815"/>
                      <a:pt x="1987670" y="1975813"/>
                    </a:cubicBezTo>
                    <a:close/>
                  </a:path>
                </a:pathLst>
              </a:custGeom>
              <a:solidFill>
                <a:srgbClr val="E4E7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00" name="Google Shape;2792;p47">
                <a:extLst>
                  <a:ext uri="{FF2B5EF4-FFF2-40B4-BE49-F238E27FC236}">
                    <a16:creationId xmlns:a16="http://schemas.microsoft.com/office/drawing/2014/main" id="{851F8E34-4EFF-8212-E065-AF0594DC1387}"/>
                  </a:ext>
                </a:extLst>
              </p:cNvPr>
              <p:cNvSpPr/>
              <p:nvPr/>
            </p:nvSpPr>
            <p:spPr>
              <a:xfrm>
                <a:off x="3903733" y="2989259"/>
                <a:ext cx="3440892" cy="1986608"/>
              </a:xfrm>
              <a:custGeom>
                <a:avLst/>
                <a:gdLst/>
                <a:ahLst/>
                <a:cxnLst/>
                <a:rect l="l" t="t" r="r" b="b"/>
                <a:pathLst>
                  <a:path w="3440892" h="1986608" extrusionOk="0">
                    <a:moveTo>
                      <a:pt x="1987670" y="1975838"/>
                    </a:moveTo>
                    <a:lnTo>
                      <a:pt x="18662" y="838934"/>
                    </a:lnTo>
                    <a:cubicBezTo>
                      <a:pt x="-8961" y="823027"/>
                      <a:pt x="-5532" y="795214"/>
                      <a:pt x="26377" y="776736"/>
                    </a:cubicBezTo>
                    <a:lnTo>
                      <a:pt x="1345495" y="15212"/>
                    </a:lnTo>
                    <a:cubicBezTo>
                      <a:pt x="1377308" y="-3172"/>
                      <a:pt x="1425600" y="-5172"/>
                      <a:pt x="1453222" y="10735"/>
                    </a:cubicBezTo>
                    <a:lnTo>
                      <a:pt x="3422230" y="1147544"/>
                    </a:lnTo>
                    <a:cubicBezTo>
                      <a:pt x="3449853" y="1163546"/>
                      <a:pt x="3446424" y="1191359"/>
                      <a:pt x="3414515" y="1209742"/>
                    </a:cubicBezTo>
                    <a:lnTo>
                      <a:pt x="2095493" y="1971742"/>
                    </a:lnTo>
                    <a:cubicBezTo>
                      <a:pt x="2063584" y="1989744"/>
                      <a:pt x="2015292" y="1991745"/>
                      <a:pt x="1987670" y="1975838"/>
                    </a:cubicBezTo>
                    <a:close/>
                  </a:path>
                </a:pathLst>
              </a:custGeom>
              <a:solidFill>
                <a:srgbClr val="D6D8E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01" name="Google Shape;2793;p47">
                <a:extLst>
                  <a:ext uri="{FF2B5EF4-FFF2-40B4-BE49-F238E27FC236}">
                    <a16:creationId xmlns:a16="http://schemas.microsoft.com/office/drawing/2014/main" id="{0C7CDA85-E6FF-45C0-CC10-F0DD8AC501F5}"/>
                  </a:ext>
                </a:extLst>
              </p:cNvPr>
              <p:cNvSpPr/>
              <p:nvPr/>
            </p:nvSpPr>
            <p:spPr>
              <a:xfrm>
                <a:off x="5115918" y="3136967"/>
                <a:ext cx="220549" cy="127281"/>
              </a:xfrm>
              <a:custGeom>
                <a:avLst/>
                <a:gdLst/>
                <a:ahLst/>
                <a:cxnLst/>
                <a:rect l="l" t="t" r="r" b="b"/>
                <a:pathLst>
                  <a:path w="220549" h="127281" extrusionOk="0">
                    <a:moveTo>
                      <a:pt x="96733" y="124392"/>
                    </a:moveTo>
                    <a:lnTo>
                      <a:pt x="5007" y="71433"/>
                    </a:lnTo>
                    <a:cubicBezTo>
                      <a:pt x="-2422" y="67147"/>
                      <a:pt x="-1470" y="59623"/>
                      <a:pt x="7103" y="54574"/>
                    </a:cubicBezTo>
                    <a:lnTo>
                      <a:pt x="94638" y="4092"/>
                    </a:lnTo>
                    <a:cubicBezTo>
                      <a:pt x="103610" y="-890"/>
                      <a:pt x="114421" y="-1347"/>
                      <a:pt x="123784" y="2853"/>
                    </a:cubicBezTo>
                    <a:lnTo>
                      <a:pt x="215510" y="55812"/>
                    </a:lnTo>
                    <a:cubicBezTo>
                      <a:pt x="222939" y="60099"/>
                      <a:pt x="222082" y="67719"/>
                      <a:pt x="213414" y="72672"/>
                    </a:cubicBezTo>
                    <a:lnTo>
                      <a:pt x="125880" y="123154"/>
                    </a:lnTo>
                    <a:cubicBezTo>
                      <a:pt x="116917" y="128183"/>
                      <a:pt x="106096" y="128641"/>
                      <a:pt x="96733" y="124392"/>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02" name="Google Shape;2794;p47">
                <a:extLst>
                  <a:ext uri="{FF2B5EF4-FFF2-40B4-BE49-F238E27FC236}">
                    <a16:creationId xmlns:a16="http://schemas.microsoft.com/office/drawing/2014/main" id="{88BDF5EB-4BEF-BA1E-B855-6A13ED83600F}"/>
                  </a:ext>
                </a:extLst>
              </p:cNvPr>
              <p:cNvSpPr/>
              <p:nvPr/>
            </p:nvSpPr>
            <p:spPr>
              <a:xfrm>
                <a:off x="5245712" y="3211893"/>
                <a:ext cx="220524" cy="127281"/>
              </a:xfrm>
              <a:custGeom>
                <a:avLst/>
                <a:gdLst/>
                <a:ahLst/>
                <a:cxnLst/>
                <a:rect l="l" t="t" r="r" b="b"/>
                <a:pathLst>
                  <a:path w="220524" h="127281" extrusionOk="0">
                    <a:moveTo>
                      <a:pt x="96765" y="124428"/>
                    </a:moveTo>
                    <a:lnTo>
                      <a:pt x="5039" y="71469"/>
                    </a:lnTo>
                    <a:cubicBezTo>
                      <a:pt x="-2390" y="67183"/>
                      <a:pt x="-1533" y="59563"/>
                      <a:pt x="7135" y="54610"/>
                    </a:cubicBezTo>
                    <a:lnTo>
                      <a:pt x="94670" y="4127"/>
                    </a:lnTo>
                    <a:cubicBezTo>
                      <a:pt x="103633" y="-902"/>
                      <a:pt x="114453" y="-1359"/>
                      <a:pt x="123816" y="2889"/>
                    </a:cubicBezTo>
                    <a:lnTo>
                      <a:pt x="215447" y="55848"/>
                    </a:lnTo>
                    <a:cubicBezTo>
                      <a:pt x="222971" y="60134"/>
                      <a:pt x="222019" y="67659"/>
                      <a:pt x="213351" y="72707"/>
                    </a:cubicBezTo>
                    <a:lnTo>
                      <a:pt x="125912" y="123190"/>
                    </a:lnTo>
                    <a:cubicBezTo>
                      <a:pt x="116930" y="128171"/>
                      <a:pt x="106128" y="128628"/>
                      <a:pt x="96765" y="124428"/>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03" name="Google Shape;2795;p47">
                <a:extLst>
                  <a:ext uri="{FF2B5EF4-FFF2-40B4-BE49-F238E27FC236}">
                    <a16:creationId xmlns:a16="http://schemas.microsoft.com/office/drawing/2014/main" id="{F41F5768-9CE5-0055-0DD8-B91EFDD64C69}"/>
                  </a:ext>
                </a:extLst>
              </p:cNvPr>
              <p:cNvSpPr/>
              <p:nvPr/>
            </p:nvSpPr>
            <p:spPr>
              <a:xfrm>
                <a:off x="5376617" y="3287669"/>
                <a:ext cx="220517" cy="127212"/>
              </a:xfrm>
              <a:custGeom>
                <a:avLst/>
                <a:gdLst/>
                <a:ahLst/>
                <a:cxnLst/>
                <a:rect l="l" t="t" r="r" b="b"/>
                <a:pathLst>
                  <a:path w="220517" h="127212" extrusionOk="0">
                    <a:moveTo>
                      <a:pt x="97114"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7"/>
                      <a:pt x="221987" y="67702"/>
                      <a:pt x="213414" y="72655"/>
                    </a:cubicBezTo>
                    <a:lnTo>
                      <a:pt x="125880" y="123233"/>
                    </a:lnTo>
                    <a:cubicBezTo>
                      <a:pt x="117002" y="128100"/>
                      <a:pt x="106353" y="128529"/>
                      <a:pt x="97114" y="12437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04" name="Google Shape;2796;p47">
                <a:extLst>
                  <a:ext uri="{FF2B5EF4-FFF2-40B4-BE49-F238E27FC236}">
                    <a16:creationId xmlns:a16="http://schemas.microsoft.com/office/drawing/2014/main" id="{587A1624-6252-E0C9-9646-364A40264E05}"/>
                  </a:ext>
                </a:extLst>
              </p:cNvPr>
              <p:cNvSpPr/>
              <p:nvPr/>
            </p:nvSpPr>
            <p:spPr>
              <a:xfrm>
                <a:off x="5505300" y="3361757"/>
                <a:ext cx="220517" cy="127281"/>
              </a:xfrm>
              <a:custGeom>
                <a:avLst/>
                <a:gdLst/>
                <a:ahLst/>
                <a:cxnLst/>
                <a:rect l="l" t="t" r="r" b="b"/>
                <a:pathLst>
                  <a:path w="220517" h="127281" extrusionOk="0">
                    <a:moveTo>
                      <a:pt x="96733" y="124393"/>
                    </a:moveTo>
                    <a:lnTo>
                      <a:pt x="5007" y="71434"/>
                    </a:lnTo>
                    <a:cubicBezTo>
                      <a:pt x="-2422" y="67147"/>
                      <a:pt x="-1470" y="59622"/>
                      <a:pt x="7103" y="54574"/>
                    </a:cubicBezTo>
                    <a:lnTo>
                      <a:pt x="94638" y="4092"/>
                    </a:lnTo>
                    <a:cubicBezTo>
                      <a:pt x="103620" y="-890"/>
                      <a:pt x="114421" y="-1347"/>
                      <a:pt x="123784" y="2854"/>
                    </a:cubicBezTo>
                    <a:lnTo>
                      <a:pt x="215510" y="55813"/>
                    </a:lnTo>
                    <a:cubicBezTo>
                      <a:pt x="222939" y="60099"/>
                      <a:pt x="221987" y="67719"/>
                      <a:pt x="213414" y="72672"/>
                    </a:cubicBezTo>
                    <a:lnTo>
                      <a:pt x="125880" y="123154"/>
                    </a:lnTo>
                    <a:cubicBezTo>
                      <a:pt x="116917" y="128184"/>
                      <a:pt x="106096" y="128641"/>
                      <a:pt x="96733" y="124393"/>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05" name="Google Shape;2797;p47">
                <a:extLst>
                  <a:ext uri="{FF2B5EF4-FFF2-40B4-BE49-F238E27FC236}">
                    <a16:creationId xmlns:a16="http://schemas.microsoft.com/office/drawing/2014/main" id="{F9910704-2325-EA12-3ABC-C575196F7631}"/>
                  </a:ext>
                </a:extLst>
              </p:cNvPr>
              <p:cNvSpPr/>
              <p:nvPr/>
            </p:nvSpPr>
            <p:spPr>
              <a:xfrm>
                <a:off x="5635055" y="3436683"/>
                <a:ext cx="220563" cy="127281"/>
              </a:xfrm>
              <a:custGeom>
                <a:avLst/>
                <a:gdLst/>
                <a:ahLst/>
                <a:cxnLst/>
                <a:rect l="l" t="t" r="r" b="b"/>
                <a:pathLst>
                  <a:path w="220563" h="127281" extrusionOk="0">
                    <a:moveTo>
                      <a:pt x="96709" y="124428"/>
                    </a:moveTo>
                    <a:lnTo>
                      <a:pt x="5078" y="71469"/>
                    </a:lnTo>
                    <a:cubicBezTo>
                      <a:pt x="-2447" y="67183"/>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06" name="Google Shape;2798;p47">
                <a:extLst>
                  <a:ext uri="{FF2B5EF4-FFF2-40B4-BE49-F238E27FC236}">
                    <a16:creationId xmlns:a16="http://schemas.microsoft.com/office/drawing/2014/main" id="{079CE2DD-B6FF-61D8-7803-1A3B06CEDAAB}"/>
                  </a:ext>
                </a:extLst>
              </p:cNvPr>
              <p:cNvSpPr/>
              <p:nvPr/>
            </p:nvSpPr>
            <p:spPr>
              <a:xfrm>
                <a:off x="5764856" y="3511602"/>
                <a:ext cx="220517" cy="127307"/>
              </a:xfrm>
              <a:custGeom>
                <a:avLst/>
                <a:gdLst/>
                <a:ahLst/>
                <a:cxnLst/>
                <a:rect l="l" t="t" r="r" b="b"/>
                <a:pathLst>
                  <a:path w="220517" h="127307" extrusionOk="0">
                    <a:moveTo>
                      <a:pt x="96733"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7"/>
                      <a:pt x="221987" y="67702"/>
                      <a:pt x="213414" y="72655"/>
                    </a:cubicBezTo>
                    <a:lnTo>
                      <a:pt x="125880" y="123233"/>
                    </a:lnTo>
                    <a:cubicBezTo>
                      <a:pt x="116898" y="128234"/>
                      <a:pt x="106077" y="128652"/>
                      <a:pt x="96733" y="12437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07" name="Google Shape;2799;p47">
                <a:extLst>
                  <a:ext uri="{FF2B5EF4-FFF2-40B4-BE49-F238E27FC236}">
                    <a16:creationId xmlns:a16="http://schemas.microsoft.com/office/drawing/2014/main" id="{50F42A93-36C2-DA4C-5FDB-CC1054FB1562}"/>
                  </a:ext>
                </a:extLst>
              </p:cNvPr>
              <p:cNvSpPr/>
              <p:nvPr/>
            </p:nvSpPr>
            <p:spPr>
              <a:xfrm>
                <a:off x="5894611" y="3586162"/>
                <a:ext cx="220563" cy="127549"/>
              </a:xfrm>
              <a:custGeom>
                <a:avLst/>
                <a:gdLst/>
                <a:ahLst/>
                <a:cxnLst/>
                <a:rect l="l" t="t" r="r" b="b"/>
                <a:pathLst>
                  <a:path w="220563" h="127549" extrusionOk="0">
                    <a:moveTo>
                      <a:pt x="96613" y="124777"/>
                    </a:moveTo>
                    <a:lnTo>
                      <a:pt x="5078" y="71437"/>
                    </a:lnTo>
                    <a:cubicBezTo>
                      <a:pt x="-2447" y="67151"/>
                      <a:pt x="-1494" y="59626"/>
                      <a:pt x="7174" y="54578"/>
                    </a:cubicBezTo>
                    <a:lnTo>
                      <a:pt x="94613" y="4096"/>
                    </a:lnTo>
                    <a:cubicBezTo>
                      <a:pt x="103624" y="-886"/>
                      <a:pt x="114454" y="-1353"/>
                      <a:pt x="123855" y="2857"/>
                    </a:cubicBezTo>
                    <a:lnTo>
                      <a:pt x="215485" y="55816"/>
                    </a:lnTo>
                    <a:cubicBezTo>
                      <a:pt x="223010" y="60103"/>
                      <a:pt x="222058" y="67722"/>
                      <a:pt x="213390" y="72676"/>
                    </a:cubicBezTo>
                    <a:lnTo>
                      <a:pt x="125950" y="123158"/>
                    </a:lnTo>
                    <a:cubicBezTo>
                      <a:pt x="116997" y="128378"/>
                      <a:pt x="106081" y="128978"/>
                      <a:pt x="96613" y="124777"/>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08" name="Google Shape;2800;p47">
                <a:extLst>
                  <a:ext uri="{FF2B5EF4-FFF2-40B4-BE49-F238E27FC236}">
                    <a16:creationId xmlns:a16="http://schemas.microsoft.com/office/drawing/2014/main" id="{CDE731AA-8ACD-82C1-85C5-7622B2D3CD39}"/>
                  </a:ext>
                </a:extLst>
              </p:cNvPr>
              <p:cNvSpPr/>
              <p:nvPr/>
            </p:nvSpPr>
            <p:spPr>
              <a:xfrm>
                <a:off x="6024246" y="3661473"/>
                <a:ext cx="220563" cy="127238"/>
              </a:xfrm>
              <a:custGeom>
                <a:avLst/>
                <a:gdLst/>
                <a:ahLst/>
                <a:cxnLst/>
                <a:rect l="l" t="t" r="r" b="b"/>
                <a:pathLst>
                  <a:path w="220563" h="127238" extrusionOk="0">
                    <a:moveTo>
                      <a:pt x="96899" y="124428"/>
                    </a:moveTo>
                    <a:lnTo>
                      <a:pt x="5078" y="71469"/>
                    </a:lnTo>
                    <a:cubicBezTo>
                      <a:pt x="-2447" y="67183"/>
                      <a:pt x="-1494" y="59563"/>
                      <a:pt x="7174" y="54610"/>
                    </a:cubicBezTo>
                    <a:lnTo>
                      <a:pt x="94613" y="4127"/>
                    </a:lnTo>
                    <a:cubicBezTo>
                      <a:pt x="103576" y="-902"/>
                      <a:pt x="114397" y="-1359"/>
                      <a:pt x="123760" y="2889"/>
                    </a:cubicBezTo>
                    <a:lnTo>
                      <a:pt x="215485" y="55848"/>
                    </a:lnTo>
                    <a:cubicBezTo>
                      <a:pt x="223010" y="60134"/>
                      <a:pt x="222058" y="67659"/>
                      <a:pt x="213390" y="72707"/>
                    </a:cubicBezTo>
                    <a:lnTo>
                      <a:pt x="125855" y="123190"/>
                    </a:lnTo>
                    <a:cubicBezTo>
                      <a:pt x="116930" y="128114"/>
                      <a:pt x="106215" y="128571"/>
                      <a:pt x="96899" y="124428"/>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09" name="Google Shape;2801;p47">
                <a:extLst>
                  <a:ext uri="{FF2B5EF4-FFF2-40B4-BE49-F238E27FC236}">
                    <a16:creationId xmlns:a16="http://schemas.microsoft.com/office/drawing/2014/main" id="{E02F3B57-9D37-E955-8F82-56B452ABF58F}"/>
                  </a:ext>
                </a:extLst>
              </p:cNvPr>
              <p:cNvSpPr/>
              <p:nvPr/>
            </p:nvSpPr>
            <p:spPr>
              <a:xfrm>
                <a:off x="6154238" y="3736400"/>
                <a:ext cx="220517" cy="127300"/>
              </a:xfrm>
              <a:custGeom>
                <a:avLst/>
                <a:gdLst/>
                <a:ahLst/>
                <a:cxnLst/>
                <a:rect l="l" t="t" r="r" b="b"/>
                <a:pathLst>
                  <a:path w="220517" h="127300" extrusionOk="0">
                    <a:moveTo>
                      <a:pt x="96733" y="124368"/>
                    </a:moveTo>
                    <a:lnTo>
                      <a:pt x="5007" y="71504"/>
                    </a:lnTo>
                    <a:cubicBezTo>
                      <a:pt x="-2422" y="67123"/>
                      <a:pt x="-1470" y="59598"/>
                      <a:pt x="7103" y="54645"/>
                    </a:cubicBezTo>
                    <a:lnTo>
                      <a:pt x="94637" y="4163"/>
                    </a:lnTo>
                    <a:cubicBezTo>
                      <a:pt x="103591" y="-914"/>
                      <a:pt x="114430" y="-1371"/>
                      <a:pt x="123784" y="2924"/>
                    </a:cubicBezTo>
                    <a:lnTo>
                      <a:pt x="215510" y="55884"/>
                    </a:lnTo>
                    <a:cubicBezTo>
                      <a:pt x="222939" y="60170"/>
                      <a:pt x="221987" y="67694"/>
                      <a:pt x="213414" y="72647"/>
                    </a:cubicBezTo>
                    <a:lnTo>
                      <a:pt x="125879" y="123225"/>
                    </a:lnTo>
                    <a:cubicBezTo>
                      <a:pt x="116897" y="128226"/>
                      <a:pt x="106077" y="128645"/>
                      <a:pt x="96733" y="124368"/>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10" name="Google Shape;2802;p47">
                <a:extLst>
                  <a:ext uri="{FF2B5EF4-FFF2-40B4-BE49-F238E27FC236}">
                    <a16:creationId xmlns:a16="http://schemas.microsoft.com/office/drawing/2014/main" id="{2169D76F-BAA5-64D7-1F4D-7C1F68B0BC43}"/>
                  </a:ext>
                </a:extLst>
              </p:cNvPr>
              <p:cNvSpPr/>
              <p:nvPr/>
            </p:nvSpPr>
            <p:spPr>
              <a:xfrm>
                <a:off x="6283993" y="3811354"/>
                <a:ext cx="220563" cy="127264"/>
              </a:xfrm>
              <a:custGeom>
                <a:avLst/>
                <a:gdLst/>
                <a:ahLst/>
                <a:cxnLst/>
                <a:rect l="l" t="t" r="r" b="b"/>
                <a:pathLst>
                  <a:path w="220563" h="127264" extrusionOk="0">
                    <a:moveTo>
                      <a:pt x="96709" y="124376"/>
                    </a:moveTo>
                    <a:lnTo>
                      <a:pt x="5078" y="71417"/>
                    </a:lnTo>
                    <a:cubicBezTo>
                      <a:pt x="-2446" y="67131"/>
                      <a:pt x="-1494" y="59606"/>
                      <a:pt x="7174" y="54558"/>
                    </a:cubicBezTo>
                    <a:lnTo>
                      <a:pt x="94613" y="4075"/>
                    </a:lnTo>
                    <a:cubicBezTo>
                      <a:pt x="103624" y="-925"/>
                      <a:pt x="114482" y="-1345"/>
                      <a:pt x="123855" y="2932"/>
                    </a:cubicBezTo>
                    <a:lnTo>
                      <a:pt x="215485" y="55796"/>
                    </a:lnTo>
                    <a:cubicBezTo>
                      <a:pt x="223010" y="60177"/>
                      <a:pt x="222058" y="67702"/>
                      <a:pt x="213390" y="72655"/>
                    </a:cubicBezTo>
                    <a:lnTo>
                      <a:pt x="125950" y="123138"/>
                    </a:lnTo>
                    <a:cubicBezTo>
                      <a:pt x="116949" y="128167"/>
                      <a:pt x="106100" y="128624"/>
                      <a:pt x="96709" y="12437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11" name="Google Shape;2803;p47">
                <a:extLst>
                  <a:ext uri="{FF2B5EF4-FFF2-40B4-BE49-F238E27FC236}">
                    <a16:creationId xmlns:a16="http://schemas.microsoft.com/office/drawing/2014/main" id="{9C671018-9EBD-5764-ACA1-02F5810F9B90}"/>
                  </a:ext>
                </a:extLst>
              </p:cNvPr>
              <p:cNvSpPr/>
              <p:nvPr/>
            </p:nvSpPr>
            <p:spPr>
              <a:xfrm>
                <a:off x="6413794" y="3886299"/>
                <a:ext cx="220517" cy="127246"/>
              </a:xfrm>
              <a:custGeom>
                <a:avLst/>
                <a:gdLst/>
                <a:ahLst/>
                <a:cxnLst/>
                <a:rect l="l" t="t" r="r" b="b"/>
                <a:pathLst>
                  <a:path w="220517" h="127246" extrusionOk="0">
                    <a:moveTo>
                      <a:pt x="96733" y="124393"/>
                    </a:moveTo>
                    <a:lnTo>
                      <a:pt x="5008" y="71434"/>
                    </a:lnTo>
                    <a:cubicBezTo>
                      <a:pt x="-2422" y="67147"/>
                      <a:pt x="-1470" y="59622"/>
                      <a:pt x="7103" y="54574"/>
                    </a:cubicBezTo>
                    <a:lnTo>
                      <a:pt x="94638" y="4092"/>
                    </a:lnTo>
                    <a:cubicBezTo>
                      <a:pt x="103610" y="-890"/>
                      <a:pt x="114412" y="-1347"/>
                      <a:pt x="123784" y="2854"/>
                    </a:cubicBezTo>
                    <a:lnTo>
                      <a:pt x="215510" y="55813"/>
                    </a:lnTo>
                    <a:cubicBezTo>
                      <a:pt x="222939" y="60099"/>
                      <a:pt x="221987" y="67623"/>
                      <a:pt x="213414" y="72672"/>
                    </a:cubicBezTo>
                    <a:lnTo>
                      <a:pt x="125880" y="123154"/>
                    </a:lnTo>
                    <a:cubicBezTo>
                      <a:pt x="116898" y="128136"/>
                      <a:pt x="106096" y="128593"/>
                      <a:pt x="96733" y="124393"/>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12" name="Google Shape;2804;p47">
                <a:extLst>
                  <a:ext uri="{FF2B5EF4-FFF2-40B4-BE49-F238E27FC236}">
                    <a16:creationId xmlns:a16="http://schemas.microsoft.com/office/drawing/2014/main" id="{5ECE91EB-7FE9-332A-5C6A-6743B4A4671A}"/>
                  </a:ext>
                </a:extLst>
              </p:cNvPr>
              <p:cNvSpPr/>
              <p:nvPr/>
            </p:nvSpPr>
            <p:spPr>
              <a:xfrm>
                <a:off x="6543549" y="3961225"/>
                <a:ext cx="220563" cy="127264"/>
              </a:xfrm>
              <a:custGeom>
                <a:avLst/>
                <a:gdLst/>
                <a:ahLst/>
                <a:cxnLst/>
                <a:rect l="l" t="t" r="r" b="b"/>
                <a:pathLst>
                  <a:path w="220563" h="127264" extrusionOk="0">
                    <a:moveTo>
                      <a:pt x="96709" y="124333"/>
                    </a:moveTo>
                    <a:lnTo>
                      <a:pt x="5078" y="71469"/>
                    </a:lnTo>
                    <a:cubicBezTo>
                      <a:pt x="-2446" y="67087"/>
                      <a:pt x="-1494" y="59563"/>
                      <a:pt x="7174" y="54609"/>
                    </a:cubicBezTo>
                    <a:lnTo>
                      <a:pt x="94613" y="4127"/>
                    </a:lnTo>
                    <a:cubicBezTo>
                      <a:pt x="103614" y="-902"/>
                      <a:pt x="114463" y="-1359"/>
                      <a:pt x="123855" y="2889"/>
                    </a:cubicBezTo>
                    <a:lnTo>
                      <a:pt x="215485" y="55848"/>
                    </a:lnTo>
                    <a:cubicBezTo>
                      <a:pt x="223010" y="60134"/>
                      <a:pt x="222058" y="67659"/>
                      <a:pt x="213390" y="72612"/>
                    </a:cubicBezTo>
                    <a:lnTo>
                      <a:pt x="125950" y="123190"/>
                    </a:lnTo>
                    <a:cubicBezTo>
                      <a:pt x="116940" y="128190"/>
                      <a:pt x="106081" y="128609"/>
                      <a:pt x="96709" y="124333"/>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13" name="Google Shape;2805;p47">
                <a:extLst>
                  <a:ext uri="{FF2B5EF4-FFF2-40B4-BE49-F238E27FC236}">
                    <a16:creationId xmlns:a16="http://schemas.microsoft.com/office/drawing/2014/main" id="{36D23587-D52B-B413-BC78-6EFD9BBE563C}"/>
                  </a:ext>
                </a:extLst>
              </p:cNvPr>
              <p:cNvSpPr/>
              <p:nvPr/>
            </p:nvSpPr>
            <p:spPr>
              <a:xfrm>
                <a:off x="6673375" y="4036144"/>
                <a:ext cx="220524" cy="127300"/>
              </a:xfrm>
              <a:custGeom>
                <a:avLst/>
                <a:gdLst/>
                <a:ahLst/>
                <a:cxnLst/>
                <a:rect l="l" t="t" r="r" b="b"/>
                <a:pathLst>
                  <a:path w="220524" h="127300" extrusionOk="0">
                    <a:moveTo>
                      <a:pt x="96709" y="124376"/>
                    </a:moveTo>
                    <a:lnTo>
                      <a:pt x="5078" y="71417"/>
                    </a:lnTo>
                    <a:cubicBezTo>
                      <a:pt x="-2447" y="67131"/>
                      <a:pt x="-1494" y="59606"/>
                      <a:pt x="7174" y="54653"/>
                    </a:cubicBezTo>
                    <a:lnTo>
                      <a:pt x="94613" y="4075"/>
                    </a:lnTo>
                    <a:cubicBezTo>
                      <a:pt x="103595" y="-926"/>
                      <a:pt x="114416" y="-1344"/>
                      <a:pt x="123760" y="2932"/>
                    </a:cubicBezTo>
                    <a:lnTo>
                      <a:pt x="215485" y="55796"/>
                    </a:lnTo>
                    <a:cubicBezTo>
                      <a:pt x="222915" y="60177"/>
                      <a:pt x="222058" y="67702"/>
                      <a:pt x="213390" y="72655"/>
                    </a:cubicBezTo>
                    <a:lnTo>
                      <a:pt x="125855" y="123138"/>
                    </a:lnTo>
                    <a:cubicBezTo>
                      <a:pt x="116902" y="128215"/>
                      <a:pt x="106062" y="128672"/>
                      <a:pt x="96709" y="12437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14" name="Google Shape;2806;p47">
                <a:extLst>
                  <a:ext uri="{FF2B5EF4-FFF2-40B4-BE49-F238E27FC236}">
                    <a16:creationId xmlns:a16="http://schemas.microsoft.com/office/drawing/2014/main" id="{35F2CBE7-8442-35D3-2470-A935E1FACB0A}"/>
                  </a:ext>
                </a:extLst>
              </p:cNvPr>
              <p:cNvSpPr/>
              <p:nvPr/>
            </p:nvSpPr>
            <p:spPr>
              <a:xfrm>
                <a:off x="6803525" y="4111089"/>
                <a:ext cx="283033" cy="163345"/>
              </a:xfrm>
              <a:custGeom>
                <a:avLst/>
                <a:gdLst/>
                <a:ahLst/>
                <a:cxnLst/>
                <a:rect l="l" t="t" r="r" b="b"/>
                <a:pathLst>
                  <a:path w="283033" h="163345" extrusionOk="0">
                    <a:moveTo>
                      <a:pt x="159249" y="160492"/>
                    </a:moveTo>
                    <a:lnTo>
                      <a:pt x="5039" y="71433"/>
                    </a:lnTo>
                    <a:cubicBezTo>
                      <a:pt x="-2390" y="67147"/>
                      <a:pt x="-1533" y="59622"/>
                      <a:pt x="7135" y="54574"/>
                    </a:cubicBezTo>
                    <a:lnTo>
                      <a:pt x="94670" y="4092"/>
                    </a:lnTo>
                    <a:cubicBezTo>
                      <a:pt x="103652" y="-890"/>
                      <a:pt x="114453" y="-1347"/>
                      <a:pt x="123816" y="2854"/>
                    </a:cubicBezTo>
                    <a:lnTo>
                      <a:pt x="278026" y="91912"/>
                    </a:lnTo>
                    <a:cubicBezTo>
                      <a:pt x="285455" y="96198"/>
                      <a:pt x="284503" y="103723"/>
                      <a:pt x="275930" y="108772"/>
                    </a:cubicBezTo>
                    <a:lnTo>
                      <a:pt x="188396" y="159254"/>
                    </a:lnTo>
                    <a:cubicBezTo>
                      <a:pt x="179414" y="164236"/>
                      <a:pt x="168612" y="164693"/>
                      <a:pt x="159249" y="160492"/>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15" name="Google Shape;2807;p47">
                <a:extLst>
                  <a:ext uri="{FF2B5EF4-FFF2-40B4-BE49-F238E27FC236}">
                    <a16:creationId xmlns:a16="http://schemas.microsoft.com/office/drawing/2014/main" id="{F2398AB3-391D-9C22-0B07-F31A9B49ACA4}"/>
                  </a:ext>
                </a:extLst>
              </p:cNvPr>
              <p:cNvSpPr/>
              <p:nvPr/>
            </p:nvSpPr>
            <p:spPr>
              <a:xfrm>
                <a:off x="5182617" y="3320721"/>
                <a:ext cx="220563" cy="127308"/>
              </a:xfrm>
              <a:custGeom>
                <a:avLst/>
                <a:gdLst/>
                <a:ahLst/>
                <a:cxnLst/>
                <a:rect l="l" t="t" r="r" b="b"/>
                <a:pathLst>
                  <a:path w="220563" h="127308" extrusionOk="0">
                    <a:moveTo>
                      <a:pt x="96804"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5950" y="123233"/>
                    </a:lnTo>
                    <a:cubicBezTo>
                      <a:pt x="116968" y="128234"/>
                      <a:pt x="106148" y="128653"/>
                      <a:pt x="96804" y="12437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16" name="Google Shape;2808;p47">
                <a:extLst>
                  <a:ext uri="{FF2B5EF4-FFF2-40B4-BE49-F238E27FC236}">
                    <a16:creationId xmlns:a16="http://schemas.microsoft.com/office/drawing/2014/main" id="{78E33C00-50A8-EB95-1ACE-1F556809A8B4}"/>
                  </a:ext>
                </a:extLst>
              </p:cNvPr>
              <p:cNvSpPr/>
              <p:nvPr/>
            </p:nvSpPr>
            <p:spPr>
              <a:xfrm>
                <a:off x="5312634" y="3395587"/>
                <a:ext cx="220563" cy="127548"/>
              </a:xfrm>
              <a:custGeom>
                <a:avLst/>
                <a:gdLst/>
                <a:ahLst/>
                <a:cxnLst/>
                <a:rect l="l" t="t" r="r" b="b"/>
                <a:pathLst>
                  <a:path w="220563" h="127548" extrusionOk="0">
                    <a:moveTo>
                      <a:pt x="96709" y="12456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6141" y="123424"/>
                    </a:lnTo>
                    <a:cubicBezTo>
                      <a:pt x="117073" y="128491"/>
                      <a:pt x="106138" y="128910"/>
                      <a:pt x="96709" y="12456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17" name="Google Shape;2809;p47">
                <a:extLst>
                  <a:ext uri="{FF2B5EF4-FFF2-40B4-BE49-F238E27FC236}">
                    <a16:creationId xmlns:a16="http://schemas.microsoft.com/office/drawing/2014/main" id="{463859F5-F879-5023-F57A-F2413E257B56}"/>
                  </a:ext>
                </a:extLst>
              </p:cNvPr>
              <p:cNvSpPr/>
              <p:nvPr/>
            </p:nvSpPr>
            <p:spPr>
              <a:xfrm>
                <a:off x="5442650" y="3470843"/>
                <a:ext cx="220563" cy="127300"/>
              </a:xfrm>
              <a:custGeom>
                <a:avLst/>
                <a:gdLst/>
                <a:ahLst/>
                <a:cxnLst/>
                <a:rect l="l" t="t" r="r" b="b"/>
                <a:pathLst>
                  <a:path w="220563" h="127300" extrusionOk="0">
                    <a:moveTo>
                      <a:pt x="96709" y="124368"/>
                    </a:moveTo>
                    <a:lnTo>
                      <a:pt x="5078" y="71504"/>
                    </a:lnTo>
                    <a:cubicBezTo>
                      <a:pt x="-2447" y="67123"/>
                      <a:pt x="-1494" y="59598"/>
                      <a:pt x="7174" y="54645"/>
                    </a:cubicBezTo>
                    <a:lnTo>
                      <a:pt x="94613" y="4163"/>
                    </a:lnTo>
                    <a:cubicBezTo>
                      <a:pt x="103595" y="-914"/>
                      <a:pt x="114473" y="-1371"/>
                      <a:pt x="123855" y="2924"/>
                    </a:cubicBezTo>
                    <a:lnTo>
                      <a:pt x="215485" y="55883"/>
                    </a:lnTo>
                    <a:cubicBezTo>
                      <a:pt x="223010" y="60170"/>
                      <a:pt x="222058" y="67694"/>
                      <a:pt x="213390" y="72647"/>
                    </a:cubicBezTo>
                    <a:lnTo>
                      <a:pt x="125950" y="123225"/>
                    </a:lnTo>
                    <a:cubicBezTo>
                      <a:pt x="116940" y="128226"/>
                      <a:pt x="106081" y="128645"/>
                      <a:pt x="96709" y="124368"/>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18" name="Google Shape;2810;p47">
                <a:extLst>
                  <a:ext uri="{FF2B5EF4-FFF2-40B4-BE49-F238E27FC236}">
                    <a16:creationId xmlns:a16="http://schemas.microsoft.com/office/drawing/2014/main" id="{BBE6E8BA-D24A-0F3C-1C36-DC6F3B58B90B}"/>
                  </a:ext>
                </a:extLst>
              </p:cNvPr>
              <p:cNvSpPr/>
              <p:nvPr/>
            </p:nvSpPr>
            <p:spPr>
              <a:xfrm>
                <a:off x="5572666" y="3545935"/>
                <a:ext cx="220563" cy="127264"/>
              </a:xfrm>
              <a:custGeom>
                <a:avLst/>
                <a:gdLst/>
                <a:ahLst/>
                <a:cxnLst/>
                <a:rect l="l" t="t" r="r" b="b"/>
                <a:pathLst>
                  <a:path w="220563" h="127264" extrusionOk="0">
                    <a:moveTo>
                      <a:pt x="96709" y="124333"/>
                    </a:moveTo>
                    <a:lnTo>
                      <a:pt x="5078" y="71469"/>
                    </a:lnTo>
                    <a:cubicBezTo>
                      <a:pt x="-2447" y="67087"/>
                      <a:pt x="-1494" y="59563"/>
                      <a:pt x="7174" y="54610"/>
                    </a:cubicBezTo>
                    <a:lnTo>
                      <a:pt x="94613" y="4127"/>
                    </a:lnTo>
                    <a:cubicBezTo>
                      <a:pt x="103614" y="-902"/>
                      <a:pt x="114463" y="-1359"/>
                      <a:pt x="123855" y="2889"/>
                    </a:cubicBezTo>
                    <a:lnTo>
                      <a:pt x="215485" y="55848"/>
                    </a:lnTo>
                    <a:cubicBezTo>
                      <a:pt x="223010" y="60134"/>
                      <a:pt x="222058" y="67659"/>
                      <a:pt x="213390" y="72612"/>
                    </a:cubicBezTo>
                    <a:lnTo>
                      <a:pt x="125950" y="123190"/>
                    </a:lnTo>
                    <a:cubicBezTo>
                      <a:pt x="116940" y="128190"/>
                      <a:pt x="106081" y="128609"/>
                      <a:pt x="96709" y="124333"/>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19" name="Google Shape;2811;p47">
                <a:extLst>
                  <a:ext uri="{FF2B5EF4-FFF2-40B4-BE49-F238E27FC236}">
                    <a16:creationId xmlns:a16="http://schemas.microsoft.com/office/drawing/2014/main" id="{0E4980CA-F03F-9C4C-3937-1D204BBD45A0}"/>
                  </a:ext>
                </a:extLst>
              </p:cNvPr>
              <p:cNvSpPr/>
              <p:nvPr/>
            </p:nvSpPr>
            <p:spPr>
              <a:xfrm>
                <a:off x="5701635" y="3620377"/>
                <a:ext cx="220563" cy="127300"/>
              </a:xfrm>
              <a:custGeom>
                <a:avLst/>
                <a:gdLst/>
                <a:ahLst/>
                <a:cxnLst/>
                <a:rect l="l" t="t" r="r" b="b"/>
                <a:pathLst>
                  <a:path w="220563" h="127300" extrusionOk="0">
                    <a:moveTo>
                      <a:pt x="96709" y="124376"/>
                    </a:moveTo>
                    <a:lnTo>
                      <a:pt x="5078" y="71417"/>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138"/>
                    </a:lnTo>
                    <a:cubicBezTo>
                      <a:pt x="116968" y="128215"/>
                      <a:pt x="106091" y="128672"/>
                      <a:pt x="96709" y="12437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20" name="Google Shape;2812;p47">
                <a:extLst>
                  <a:ext uri="{FF2B5EF4-FFF2-40B4-BE49-F238E27FC236}">
                    <a16:creationId xmlns:a16="http://schemas.microsoft.com/office/drawing/2014/main" id="{F82647C4-5656-D7DF-919A-EFD8AB874356}"/>
                  </a:ext>
                </a:extLst>
              </p:cNvPr>
              <p:cNvSpPr/>
              <p:nvPr/>
            </p:nvSpPr>
            <p:spPr>
              <a:xfrm>
                <a:off x="5831651" y="3695149"/>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21" name="Google Shape;2813;p47">
                <a:extLst>
                  <a:ext uri="{FF2B5EF4-FFF2-40B4-BE49-F238E27FC236}">
                    <a16:creationId xmlns:a16="http://schemas.microsoft.com/office/drawing/2014/main" id="{D5F7DEDC-A542-3A3E-BAF9-2A8EF817BD99}"/>
                  </a:ext>
                </a:extLst>
              </p:cNvPr>
              <p:cNvSpPr/>
              <p:nvPr/>
            </p:nvSpPr>
            <p:spPr>
              <a:xfrm>
                <a:off x="5961667" y="3770491"/>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22" name="Google Shape;2814;p47">
                <a:extLst>
                  <a:ext uri="{FF2B5EF4-FFF2-40B4-BE49-F238E27FC236}">
                    <a16:creationId xmlns:a16="http://schemas.microsoft.com/office/drawing/2014/main" id="{DBFCE7D1-8FB0-A9D7-CFB1-E5CD851A256A}"/>
                  </a:ext>
                </a:extLst>
              </p:cNvPr>
              <p:cNvSpPr/>
              <p:nvPr/>
            </p:nvSpPr>
            <p:spPr>
              <a:xfrm>
                <a:off x="6091683" y="3845548"/>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595" y="-925"/>
                      <a:pt x="114416" y="-1345"/>
                      <a:pt x="123760" y="2932"/>
                    </a:cubicBezTo>
                    <a:lnTo>
                      <a:pt x="215486" y="55796"/>
                    </a:lnTo>
                    <a:cubicBezTo>
                      <a:pt x="223010" y="60177"/>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23" name="Google Shape;2815;p47">
                <a:extLst>
                  <a:ext uri="{FF2B5EF4-FFF2-40B4-BE49-F238E27FC236}">
                    <a16:creationId xmlns:a16="http://schemas.microsoft.com/office/drawing/2014/main" id="{05E34CFE-1A32-DDFD-CFA9-DE902121D988}"/>
                  </a:ext>
                </a:extLst>
              </p:cNvPr>
              <p:cNvSpPr/>
              <p:nvPr/>
            </p:nvSpPr>
            <p:spPr>
              <a:xfrm>
                <a:off x="6221700" y="3920605"/>
                <a:ext cx="220524" cy="127307"/>
              </a:xfrm>
              <a:custGeom>
                <a:avLst/>
                <a:gdLst/>
                <a:ahLst/>
                <a:cxnLst/>
                <a:rect l="l" t="t" r="r" b="b"/>
                <a:pathLst>
                  <a:path w="220524" h="127307" extrusionOk="0">
                    <a:moveTo>
                      <a:pt x="96709" y="124376"/>
                    </a:moveTo>
                    <a:lnTo>
                      <a:pt x="5078" y="71512"/>
                    </a:lnTo>
                    <a:cubicBezTo>
                      <a:pt x="-2447" y="67131"/>
                      <a:pt x="-1494" y="59606"/>
                      <a:pt x="7174" y="54653"/>
                    </a:cubicBezTo>
                    <a:lnTo>
                      <a:pt x="94613" y="4075"/>
                    </a:lnTo>
                    <a:cubicBezTo>
                      <a:pt x="103595" y="-925"/>
                      <a:pt x="114416" y="-1345"/>
                      <a:pt x="123760" y="2932"/>
                    </a:cubicBezTo>
                    <a:lnTo>
                      <a:pt x="215485" y="55891"/>
                    </a:lnTo>
                    <a:cubicBezTo>
                      <a:pt x="222915" y="60177"/>
                      <a:pt x="222058" y="67702"/>
                      <a:pt x="213390" y="72655"/>
                    </a:cubicBezTo>
                    <a:lnTo>
                      <a:pt x="125855" y="123233"/>
                    </a:lnTo>
                    <a:cubicBezTo>
                      <a:pt x="116873" y="128234"/>
                      <a:pt x="106053" y="128652"/>
                      <a:pt x="96709" y="12437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24" name="Google Shape;2816;p47">
                <a:extLst>
                  <a:ext uri="{FF2B5EF4-FFF2-40B4-BE49-F238E27FC236}">
                    <a16:creationId xmlns:a16="http://schemas.microsoft.com/office/drawing/2014/main" id="{BE453FBA-CFFF-681A-1A84-2D4FBBFE6E3F}"/>
                  </a:ext>
                </a:extLst>
              </p:cNvPr>
              <p:cNvSpPr/>
              <p:nvPr/>
            </p:nvSpPr>
            <p:spPr>
              <a:xfrm>
                <a:off x="6351691" y="3995706"/>
                <a:ext cx="220549" cy="127264"/>
              </a:xfrm>
              <a:custGeom>
                <a:avLst/>
                <a:gdLst/>
                <a:ahLst/>
                <a:cxnLst/>
                <a:rect l="l" t="t" r="r" b="b"/>
                <a:pathLst>
                  <a:path w="220549" h="127264" extrusionOk="0">
                    <a:moveTo>
                      <a:pt x="96733" y="124333"/>
                    </a:moveTo>
                    <a:lnTo>
                      <a:pt x="5007" y="71469"/>
                    </a:lnTo>
                    <a:cubicBezTo>
                      <a:pt x="-2422" y="67087"/>
                      <a:pt x="-1470" y="59563"/>
                      <a:pt x="7103" y="54610"/>
                    </a:cubicBezTo>
                    <a:lnTo>
                      <a:pt x="94638" y="4127"/>
                    </a:lnTo>
                    <a:cubicBezTo>
                      <a:pt x="103601" y="-902"/>
                      <a:pt x="114421" y="-1359"/>
                      <a:pt x="123784" y="2889"/>
                    </a:cubicBezTo>
                    <a:lnTo>
                      <a:pt x="215510" y="55848"/>
                    </a:lnTo>
                    <a:cubicBezTo>
                      <a:pt x="222939" y="60134"/>
                      <a:pt x="222082" y="67659"/>
                      <a:pt x="213414" y="72612"/>
                    </a:cubicBezTo>
                    <a:lnTo>
                      <a:pt x="125880" y="123190"/>
                    </a:lnTo>
                    <a:cubicBezTo>
                      <a:pt x="116898" y="128190"/>
                      <a:pt x="106077" y="128609"/>
                      <a:pt x="96733" y="124333"/>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25" name="Google Shape;2817;p47">
                <a:extLst>
                  <a:ext uri="{FF2B5EF4-FFF2-40B4-BE49-F238E27FC236}">
                    <a16:creationId xmlns:a16="http://schemas.microsoft.com/office/drawing/2014/main" id="{FDE04676-C03A-2DF0-7EF8-B79F56742139}"/>
                  </a:ext>
                </a:extLst>
              </p:cNvPr>
              <p:cNvSpPr/>
              <p:nvPr/>
            </p:nvSpPr>
            <p:spPr>
              <a:xfrm>
                <a:off x="6481517" y="4070763"/>
                <a:ext cx="220517" cy="127215"/>
              </a:xfrm>
              <a:custGeom>
                <a:avLst/>
                <a:gdLst/>
                <a:ahLst/>
                <a:cxnLst/>
                <a:rect l="l" t="t" r="r" b="b"/>
                <a:pathLst>
                  <a:path w="220517" h="127215" extrusionOk="0">
                    <a:moveTo>
                      <a:pt x="96924" y="124333"/>
                    </a:moveTo>
                    <a:lnTo>
                      <a:pt x="5007" y="71469"/>
                    </a:lnTo>
                    <a:cubicBezTo>
                      <a:pt x="-2422" y="67087"/>
                      <a:pt x="-1470" y="59563"/>
                      <a:pt x="7103" y="54609"/>
                    </a:cubicBezTo>
                    <a:lnTo>
                      <a:pt x="94638" y="4127"/>
                    </a:lnTo>
                    <a:cubicBezTo>
                      <a:pt x="103601" y="-902"/>
                      <a:pt x="114421" y="-1359"/>
                      <a:pt x="123784" y="2889"/>
                    </a:cubicBezTo>
                    <a:lnTo>
                      <a:pt x="215510" y="55848"/>
                    </a:lnTo>
                    <a:cubicBezTo>
                      <a:pt x="222939" y="60134"/>
                      <a:pt x="221987" y="67659"/>
                      <a:pt x="213414" y="72612"/>
                    </a:cubicBezTo>
                    <a:lnTo>
                      <a:pt x="125880" y="123190"/>
                    </a:lnTo>
                    <a:cubicBezTo>
                      <a:pt x="116955" y="128124"/>
                      <a:pt x="106210" y="128543"/>
                      <a:pt x="96924" y="124333"/>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26" name="Google Shape;2818;p47">
                <a:extLst>
                  <a:ext uri="{FF2B5EF4-FFF2-40B4-BE49-F238E27FC236}">
                    <a16:creationId xmlns:a16="http://schemas.microsoft.com/office/drawing/2014/main" id="{CF953604-DB18-971E-FA2F-EDF845C47516}"/>
                  </a:ext>
                </a:extLst>
              </p:cNvPr>
              <p:cNvSpPr/>
              <p:nvPr/>
            </p:nvSpPr>
            <p:spPr>
              <a:xfrm>
                <a:off x="6611724" y="4145820"/>
                <a:ext cx="220517" cy="127281"/>
              </a:xfrm>
              <a:custGeom>
                <a:avLst/>
                <a:gdLst/>
                <a:ahLst/>
                <a:cxnLst/>
                <a:rect l="l" t="t" r="r" b="b"/>
                <a:pathLst>
                  <a:path w="220517" h="127281" extrusionOk="0">
                    <a:moveTo>
                      <a:pt x="96733" y="124428"/>
                    </a:moveTo>
                    <a:lnTo>
                      <a:pt x="5007" y="71469"/>
                    </a:lnTo>
                    <a:cubicBezTo>
                      <a:pt x="-2422" y="67087"/>
                      <a:pt x="-1470" y="59563"/>
                      <a:pt x="7103" y="54610"/>
                    </a:cubicBezTo>
                    <a:lnTo>
                      <a:pt x="94637" y="4127"/>
                    </a:lnTo>
                    <a:cubicBezTo>
                      <a:pt x="103601" y="-902"/>
                      <a:pt x="114421" y="-1359"/>
                      <a:pt x="123784" y="2889"/>
                    </a:cubicBezTo>
                    <a:lnTo>
                      <a:pt x="215510" y="55848"/>
                    </a:lnTo>
                    <a:cubicBezTo>
                      <a:pt x="222939" y="60134"/>
                      <a:pt x="221987" y="67659"/>
                      <a:pt x="213414" y="72707"/>
                    </a:cubicBezTo>
                    <a:lnTo>
                      <a:pt x="125879" y="123190"/>
                    </a:lnTo>
                    <a:cubicBezTo>
                      <a:pt x="116897" y="128171"/>
                      <a:pt x="106096" y="128628"/>
                      <a:pt x="96733" y="124428"/>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27" name="Google Shape;2819;p47">
                <a:extLst>
                  <a:ext uri="{FF2B5EF4-FFF2-40B4-BE49-F238E27FC236}">
                    <a16:creationId xmlns:a16="http://schemas.microsoft.com/office/drawing/2014/main" id="{3CFD80FC-8CA9-3E33-2AD0-6B86363C7CED}"/>
                  </a:ext>
                </a:extLst>
              </p:cNvPr>
              <p:cNvSpPr/>
              <p:nvPr/>
            </p:nvSpPr>
            <p:spPr>
              <a:xfrm>
                <a:off x="4990117" y="3209572"/>
                <a:ext cx="283047" cy="163399"/>
              </a:xfrm>
              <a:custGeom>
                <a:avLst/>
                <a:gdLst/>
                <a:ahLst/>
                <a:cxnLst/>
                <a:rect l="l" t="t" r="r" b="b"/>
                <a:pathLst>
                  <a:path w="283047" h="163399" extrusionOk="0">
                    <a:moveTo>
                      <a:pt x="159288" y="160468"/>
                    </a:moveTo>
                    <a:lnTo>
                      <a:pt x="5078" y="71504"/>
                    </a:lnTo>
                    <a:cubicBezTo>
                      <a:pt x="-2447" y="67123"/>
                      <a:pt x="-1494" y="59598"/>
                      <a:pt x="7174" y="54645"/>
                    </a:cubicBezTo>
                    <a:lnTo>
                      <a:pt x="94613" y="4163"/>
                    </a:lnTo>
                    <a:cubicBezTo>
                      <a:pt x="103595" y="-914"/>
                      <a:pt x="114473" y="-1371"/>
                      <a:pt x="123855" y="2924"/>
                    </a:cubicBezTo>
                    <a:lnTo>
                      <a:pt x="277969" y="91888"/>
                    </a:lnTo>
                    <a:cubicBezTo>
                      <a:pt x="285494" y="96269"/>
                      <a:pt x="284542" y="103794"/>
                      <a:pt x="275874" y="108747"/>
                    </a:cubicBezTo>
                    <a:lnTo>
                      <a:pt x="188434" y="159325"/>
                    </a:lnTo>
                    <a:cubicBezTo>
                      <a:pt x="179452" y="164325"/>
                      <a:pt x="168632" y="164745"/>
                      <a:pt x="159288" y="160468"/>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28" name="Google Shape;2820;p47">
                <a:extLst>
                  <a:ext uri="{FF2B5EF4-FFF2-40B4-BE49-F238E27FC236}">
                    <a16:creationId xmlns:a16="http://schemas.microsoft.com/office/drawing/2014/main" id="{D9E8F5DA-9D53-B346-77A1-EBE4D1B7EF64}"/>
                  </a:ext>
                </a:extLst>
              </p:cNvPr>
              <p:cNvSpPr/>
              <p:nvPr/>
            </p:nvSpPr>
            <p:spPr>
              <a:xfrm>
                <a:off x="6648640" y="4220618"/>
                <a:ext cx="313122" cy="199558"/>
              </a:xfrm>
              <a:custGeom>
                <a:avLst/>
                <a:gdLst/>
                <a:ahLst/>
                <a:cxnLst/>
                <a:rect l="l" t="t" r="r" b="b"/>
                <a:pathLst>
                  <a:path w="313122" h="199558" extrusionOk="0">
                    <a:moveTo>
                      <a:pt x="307467" y="56107"/>
                    </a:moveTo>
                    <a:lnTo>
                      <a:pt x="215836" y="3243"/>
                    </a:lnTo>
                    <a:cubicBezTo>
                      <a:pt x="207274" y="-1081"/>
                      <a:pt x="197158" y="-1081"/>
                      <a:pt x="188595" y="3243"/>
                    </a:cubicBezTo>
                    <a:lnTo>
                      <a:pt x="96107" y="56107"/>
                    </a:lnTo>
                    <a:cubicBezTo>
                      <a:pt x="91764" y="57564"/>
                      <a:pt x="89430" y="62260"/>
                      <a:pt x="90878" y="66594"/>
                    </a:cubicBezTo>
                    <a:cubicBezTo>
                      <a:pt x="91707" y="69061"/>
                      <a:pt x="93640" y="70994"/>
                      <a:pt x="96107" y="71823"/>
                    </a:cubicBezTo>
                    <a:lnTo>
                      <a:pt x="103442" y="76014"/>
                    </a:lnTo>
                    <a:cubicBezTo>
                      <a:pt x="107442" y="77329"/>
                      <a:pt x="109614" y="81634"/>
                      <a:pt x="108299" y="85635"/>
                    </a:cubicBezTo>
                    <a:cubicBezTo>
                      <a:pt x="107547" y="87930"/>
                      <a:pt x="105737" y="89740"/>
                      <a:pt x="103442" y="90492"/>
                    </a:cubicBezTo>
                    <a:lnTo>
                      <a:pt x="5715" y="146880"/>
                    </a:lnTo>
                    <a:cubicBezTo>
                      <a:pt x="-1905" y="151262"/>
                      <a:pt x="-1905" y="158310"/>
                      <a:pt x="5715" y="162596"/>
                    </a:cubicBezTo>
                    <a:lnTo>
                      <a:pt x="64103" y="196315"/>
                    </a:lnTo>
                    <a:cubicBezTo>
                      <a:pt x="72666" y="200639"/>
                      <a:pt x="82782" y="200639"/>
                      <a:pt x="91345" y="196315"/>
                    </a:cubicBezTo>
                    <a:lnTo>
                      <a:pt x="182690" y="143546"/>
                    </a:lnTo>
                    <a:lnTo>
                      <a:pt x="201740" y="132593"/>
                    </a:lnTo>
                    <a:lnTo>
                      <a:pt x="215360" y="124782"/>
                    </a:lnTo>
                    <a:lnTo>
                      <a:pt x="229076" y="116877"/>
                    </a:lnTo>
                    <a:lnTo>
                      <a:pt x="307848" y="71347"/>
                    </a:lnTo>
                    <a:cubicBezTo>
                      <a:pt x="314896" y="67061"/>
                      <a:pt x="314992" y="60108"/>
                      <a:pt x="307467" y="56107"/>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29" name="Google Shape;2821;p47">
                <a:extLst>
                  <a:ext uri="{FF2B5EF4-FFF2-40B4-BE49-F238E27FC236}">
                    <a16:creationId xmlns:a16="http://schemas.microsoft.com/office/drawing/2014/main" id="{D1A760FB-6048-D833-E245-77DEA8BA17BD}"/>
                  </a:ext>
                </a:extLst>
              </p:cNvPr>
              <p:cNvSpPr/>
              <p:nvPr/>
            </p:nvSpPr>
            <p:spPr>
              <a:xfrm>
                <a:off x="4613284" y="3427765"/>
                <a:ext cx="220517" cy="127281"/>
              </a:xfrm>
              <a:custGeom>
                <a:avLst/>
                <a:gdLst/>
                <a:ahLst/>
                <a:cxnLst/>
                <a:rect l="l" t="t" r="r" b="b"/>
                <a:pathLst>
                  <a:path w="220517" h="127281" extrusionOk="0">
                    <a:moveTo>
                      <a:pt x="96733" y="124392"/>
                    </a:moveTo>
                    <a:lnTo>
                      <a:pt x="5007" y="71433"/>
                    </a:lnTo>
                    <a:cubicBezTo>
                      <a:pt x="-2422" y="67147"/>
                      <a:pt x="-1470" y="59623"/>
                      <a:pt x="7103" y="54574"/>
                    </a:cubicBezTo>
                    <a:lnTo>
                      <a:pt x="94638" y="4092"/>
                    </a:lnTo>
                    <a:cubicBezTo>
                      <a:pt x="103620" y="-890"/>
                      <a:pt x="114421" y="-1347"/>
                      <a:pt x="123784" y="2853"/>
                    </a:cubicBezTo>
                    <a:lnTo>
                      <a:pt x="215510" y="55812"/>
                    </a:lnTo>
                    <a:cubicBezTo>
                      <a:pt x="222939" y="60194"/>
                      <a:pt x="221987" y="67719"/>
                      <a:pt x="213414" y="72672"/>
                    </a:cubicBezTo>
                    <a:lnTo>
                      <a:pt x="125880" y="123154"/>
                    </a:lnTo>
                    <a:cubicBezTo>
                      <a:pt x="116917" y="128183"/>
                      <a:pt x="106096" y="128641"/>
                      <a:pt x="96733" y="124392"/>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30" name="Google Shape;2822;p47">
                <a:extLst>
                  <a:ext uri="{FF2B5EF4-FFF2-40B4-BE49-F238E27FC236}">
                    <a16:creationId xmlns:a16="http://schemas.microsoft.com/office/drawing/2014/main" id="{1DF8D7A3-DE4E-4114-B619-37A33F9AA0DF}"/>
                  </a:ext>
                </a:extLst>
              </p:cNvPr>
              <p:cNvSpPr/>
              <p:nvPr/>
            </p:nvSpPr>
            <p:spPr>
              <a:xfrm>
                <a:off x="4742658" y="3502501"/>
                <a:ext cx="220563" cy="127281"/>
              </a:xfrm>
              <a:custGeom>
                <a:avLst/>
                <a:gdLst/>
                <a:ahLst/>
                <a:cxnLst/>
                <a:rect l="l" t="t" r="r" b="b"/>
                <a:pathLst>
                  <a:path w="220563" h="127281" extrusionOk="0">
                    <a:moveTo>
                      <a:pt x="96709" y="124428"/>
                    </a:moveTo>
                    <a:lnTo>
                      <a:pt x="5078" y="71469"/>
                    </a:lnTo>
                    <a:cubicBezTo>
                      <a:pt x="-2447" y="67087"/>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31" name="Google Shape;2823;p47">
                <a:extLst>
                  <a:ext uri="{FF2B5EF4-FFF2-40B4-BE49-F238E27FC236}">
                    <a16:creationId xmlns:a16="http://schemas.microsoft.com/office/drawing/2014/main" id="{5E5204A8-B87D-1466-F25B-5D70C8ECB2D5}"/>
                  </a:ext>
                </a:extLst>
              </p:cNvPr>
              <p:cNvSpPr/>
              <p:nvPr/>
            </p:nvSpPr>
            <p:spPr>
              <a:xfrm>
                <a:off x="4871721" y="3577213"/>
                <a:ext cx="220563" cy="127189"/>
              </a:xfrm>
              <a:custGeom>
                <a:avLst/>
                <a:gdLst/>
                <a:ahLst/>
                <a:cxnLst/>
                <a:rect l="l" t="t" r="r" b="b"/>
                <a:pathLst>
                  <a:path w="220563" h="127189" extrusionOk="0">
                    <a:moveTo>
                      <a:pt x="97090" y="124392"/>
                    </a:moveTo>
                    <a:lnTo>
                      <a:pt x="5078" y="71433"/>
                    </a:lnTo>
                    <a:cubicBezTo>
                      <a:pt x="-2447" y="67147"/>
                      <a:pt x="-1494" y="59623"/>
                      <a:pt x="7174" y="54574"/>
                    </a:cubicBezTo>
                    <a:lnTo>
                      <a:pt x="94613" y="4092"/>
                    </a:lnTo>
                    <a:cubicBezTo>
                      <a:pt x="103595" y="-890"/>
                      <a:pt x="114397" y="-1347"/>
                      <a:pt x="123760" y="2853"/>
                    </a:cubicBezTo>
                    <a:lnTo>
                      <a:pt x="215485" y="55813"/>
                    </a:lnTo>
                    <a:cubicBezTo>
                      <a:pt x="223010" y="60099"/>
                      <a:pt x="222058" y="67719"/>
                      <a:pt x="213390" y="72672"/>
                    </a:cubicBezTo>
                    <a:lnTo>
                      <a:pt x="125950" y="123154"/>
                    </a:lnTo>
                    <a:cubicBezTo>
                      <a:pt x="117054" y="128060"/>
                      <a:pt x="106376" y="128517"/>
                      <a:pt x="97090" y="124392"/>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32" name="Google Shape;2824;p47">
                <a:extLst>
                  <a:ext uri="{FF2B5EF4-FFF2-40B4-BE49-F238E27FC236}">
                    <a16:creationId xmlns:a16="http://schemas.microsoft.com/office/drawing/2014/main" id="{96C0536D-E470-D92B-E761-F78C6A460584}"/>
                  </a:ext>
                </a:extLst>
              </p:cNvPr>
              <p:cNvSpPr/>
              <p:nvPr/>
            </p:nvSpPr>
            <p:spPr>
              <a:xfrm>
                <a:off x="5974216" y="4213507"/>
                <a:ext cx="220549" cy="127300"/>
              </a:xfrm>
              <a:custGeom>
                <a:avLst/>
                <a:gdLst/>
                <a:ahLst/>
                <a:cxnLst/>
                <a:rect l="l" t="t" r="r" b="b"/>
                <a:pathLst>
                  <a:path w="220549" h="127300" extrusionOk="0">
                    <a:moveTo>
                      <a:pt x="96733" y="124368"/>
                    </a:moveTo>
                    <a:lnTo>
                      <a:pt x="5007" y="71504"/>
                    </a:lnTo>
                    <a:cubicBezTo>
                      <a:pt x="-2422" y="67123"/>
                      <a:pt x="-1470" y="59598"/>
                      <a:pt x="7103" y="54645"/>
                    </a:cubicBezTo>
                    <a:lnTo>
                      <a:pt x="94638" y="4162"/>
                    </a:lnTo>
                    <a:cubicBezTo>
                      <a:pt x="103591" y="-914"/>
                      <a:pt x="114430" y="-1371"/>
                      <a:pt x="123784" y="2924"/>
                    </a:cubicBezTo>
                    <a:lnTo>
                      <a:pt x="215510" y="55883"/>
                    </a:lnTo>
                    <a:cubicBezTo>
                      <a:pt x="222939" y="60170"/>
                      <a:pt x="222082" y="67694"/>
                      <a:pt x="213414" y="72647"/>
                    </a:cubicBezTo>
                    <a:lnTo>
                      <a:pt x="125879" y="123225"/>
                    </a:lnTo>
                    <a:cubicBezTo>
                      <a:pt x="116897" y="128226"/>
                      <a:pt x="106077" y="128645"/>
                      <a:pt x="96733" y="124368"/>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33" name="Google Shape;2825;p47">
                <a:extLst>
                  <a:ext uri="{FF2B5EF4-FFF2-40B4-BE49-F238E27FC236}">
                    <a16:creationId xmlns:a16="http://schemas.microsoft.com/office/drawing/2014/main" id="{923D0014-85C5-7CC3-4A58-79A3ECEE7815}"/>
                  </a:ext>
                </a:extLst>
              </p:cNvPr>
              <p:cNvSpPr/>
              <p:nvPr/>
            </p:nvSpPr>
            <p:spPr>
              <a:xfrm>
                <a:off x="6104041" y="4288254"/>
                <a:ext cx="220517" cy="127281"/>
              </a:xfrm>
              <a:custGeom>
                <a:avLst/>
                <a:gdLst/>
                <a:ahLst/>
                <a:cxnLst/>
                <a:rect l="l" t="t" r="r" b="b"/>
                <a:pathLst>
                  <a:path w="220517" h="127281" extrusionOk="0">
                    <a:moveTo>
                      <a:pt x="96733" y="124392"/>
                    </a:moveTo>
                    <a:lnTo>
                      <a:pt x="5007" y="71433"/>
                    </a:lnTo>
                    <a:cubicBezTo>
                      <a:pt x="-2422" y="67147"/>
                      <a:pt x="-1470" y="59622"/>
                      <a:pt x="7103" y="54574"/>
                    </a:cubicBezTo>
                    <a:lnTo>
                      <a:pt x="94638" y="4092"/>
                    </a:lnTo>
                    <a:cubicBezTo>
                      <a:pt x="103620" y="-890"/>
                      <a:pt x="114421" y="-1347"/>
                      <a:pt x="123784" y="2854"/>
                    </a:cubicBezTo>
                    <a:lnTo>
                      <a:pt x="215510" y="55813"/>
                    </a:lnTo>
                    <a:cubicBezTo>
                      <a:pt x="222939" y="60099"/>
                      <a:pt x="221987" y="67719"/>
                      <a:pt x="213414" y="72672"/>
                    </a:cubicBezTo>
                    <a:lnTo>
                      <a:pt x="125880" y="123154"/>
                    </a:lnTo>
                    <a:cubicBezTo>
                      <a:pt x="116916" y="128183"/>
                      <a:pt x="106096" y="128641"/>
                      <a:pt x="96733" y="124392"/>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34" name="Google Shape;2826;p47">
                <a:extLst>
                  <a:ext uri="{FF2B5EF4-FFF2-40B4-BE49-F238E27FC236}">
                    <a16:creationId xmlns:a16="http://schemas.microsoft.com/office/drawing/2014/main" id="{B29AEBEA-BFEE-E5D6-49A1-8DC968B7B368}"/>
                  </a:ext>
                </a:extLst>
              </p:cNvPr>
              <p:cNvSpPr/>
              <p:nvPr/>
            </p:nvSpPr>
            <p:spPr>
              <a:xfrm>
                <a:off x="6233034" y="4362946"/>
                <a:ext cx="220563" cy="127351"/>
              </a:xfrm>
              <a:custGeom>
                <a:avLst/>
                <a:gdLst/>
                <a:ahLst/>
                <a:cxnLst/>
                <a:rect l="l" t="t" r="r" b="b"/>
                <a:pathLst>
                  <a:path w="220563" h="127351" extrusionOk="0">
                    <a:moveTo>
                      <a:pt x="96709" y="124376"/>
                    </a:moveTo>
                    <a:lnTo>
                      <a:pt x="5078" y="71512"/>
                    </a:lnTo>
                    <a:cubicBezTo>
                      <a:pt x="-2447" y="67131"/>
                      <a:pt x="-1494" y="59606"/>
                      <a:pt x="7174" y="54653"/>
                    </a:cubicBezTo>
                    <a:lnTo>
                      <a:pt x="94613" y="4075"/>
                    </a:lnTo>
                    <a:cubicBezTo>
                      <a:pt x="103624" y="-926"/>
                      <a:pt x="114482" y="-1344"/>
                      <a:pt x="123855" y="2932"/>
                    </a:cubicBezTo>
                    <a:lnTo>
                      <a:pt x="215485" y="55796"/>
                    </a:lnTo>
                    <a:cubicBezTo>
                      <a:pt x="223010" y="60177"/>
                      <a:pt x="222058" y="67702"/>
                      <a:pt x="213390" y="72655"/>
                    </a:cubicBezTo>
                    <a:lnTo>
                      <a:pt x="125950" y="123328"/>
                    </a:lnTo>
                    <a:cubicBezTo>
                      <a:pt x="116920" y="128300"/>
                      <a:pt x="106072" y="128681"/>
                      <a:pt x="96709" y="12437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35" name="Google Shape;2827;p47">
                <a:extLst>
                  <a:ext uri="{FF2B5EF4-FFF2-40B4-BE49-F238E27FC236}">
                    <a16:creationId xmlns:a16="http://schemas.microsoft.com/office/drawing/2014/main" id="{85B23437-3A7D-57F4-6400-78E37F0C812E}"/>
                  </a:ext>
                </a:extLst>
              </p:cNvPr>
              <p:cNvSpPr/>
              <p:nvPr/>
            </p:nvSpPr>
            <p:spPr>
              <a:xfrm>
                <a:off x="6362479" y="4438082"/>
                <a:ext cx="220563" cy="127246"/>
              </a:xfrm>
              <a:custGeom>
                <a:avLst/>
                <a:gdLst/>
                <a:ahLst/>
                <a:cxnLst/>
                <a:rect l="l" t="t" r="r" b="b"/>
                <a:pathLst>
                  <a:path w="220563" h="127246" extrusionOk="0">
                    <a:moveTo>
                      <a:pt x="96709" y="124393"/>
                    </a:moveTo>
                    <a:lnTo>
                      <a:pt x="5078" y="71434"/>
                    </a:lnTo>
                    <a:cubicBezTo>
                      <a:pt x="-2447" y="67147"/>
                      <a:pt x="-1494" y="59623"/>
                      <a:pt x="7174" y="54574"/>
                    </a:cubicBezTo>
                    <a:lnTo>
                      <a:pt x="94613" y="4092"/>
                    </a:lnTo>
                    <a:cubicBezTo>
                      <a:pt x="103595" y="-890"/>
                      <a:pt x="114397" y="-1347"/>
                      <a:pt x="123760" y="2853"/>
                    </a:cubicBezTo>
                    <a:lnTo>
                      <a:pt x="215485" y="55812"/>
                    </a:lnTo>
                    <a:cubicBezTo>
                      <a:pt x="223010" y="60099"/>
                      <a:pt x="222058" y="67624"/>
                      <a:pt x="213390" y="72672"/>
                    </a:cubicBezTo>
                    <a:lnTo>
                      <a:pt x="125950" y="123154"/>
                    </a:lnTo>
                    <a:cubicBezTo>
                      <a:pt x="116940" y="128136"/>
                      <a:pt x="106110" y="128593"/>
                      <a:pt x="96709" y="124393"/>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36" name="Google Shape;2828;p47">
                <a:extLst>
                  <a:ext uri="{FF2B5EF4-FFF2-40B4-BE49-F238E27FC236}">
                    <a16:creationId xmlns:a16="http://schemas.microsoft.com/office/drawing/2014/main" id="{95FDF145-1352-3244-77BA-57A8B27E6606}"/>
                  </a:ext>
                </a:extLst>
              </p:cNvPr>
              <p:cNvSpPr/>
              <p:nvPr/>
            </p:nvSpPr>
            <p:spPr>
              <a:xfrm>
                <a:off x="5001523" y="3651913"/>
                <a:ext cx="253854" cy="146540"/>
              </a:xfrm>
              <a:custGeom>
                <a:avLst/>
                <a:gdLst/>
                <a:ahLst/>
                <a:cxnLst/>
                <a:rect l="l" t="t" r="r" b="b"/>
                <a:pathLst>
                  <a:path w="253854" h="146540" extrusionOk="0">
                    <a:moveTo>
                      <a:pt x="130071" y="143609"/>
                    </a:moveTo>
                    <a:lnTo>
                      <a:pt x="5007" y="71504"/>
                    </a:lnTo>
                    <a:cubicBezTo>
                      <a:pt x="-2422" y="67123"/>
                      <a:pt x="-1470" y="59598"/>
                      <a:pt x="7103" y="54645"/>
                    </a:cubicBezTo>
                    <a:lnTo>
                      <a:pt x="94638" y="4163"/>
                    </a:lnTo>
                    <a:cubicBezTo>
                      <a:pt x="103591" y="-914"/>
                      <a:pt x="114431" y="-1371"/>
                      <a:pt x="123784" y="2924"/>
                    </a:cubicBezTo>
                    <a:lnTo>
                      <a:pt x="248847" y="75124"/>
                    </a:lnTo>
                    <a:cubicBezTo>
                      <a:pt x="256277" y="79410"/>
                      <a:pt x="255324" y="86935"/>
                      <a:pt x="246752" y="91888"/>
                    </a:cubicBezTo>
                    <a:lnTo>
                      <a:pt x="159217" y="142465"/>
                    </a:lnTo>
                    <a:cubicBezTo>
                      <a:pt x="150235" y="147466"/>
                      <a:pt x="139415" y="147885"/>
                      <a:pt x="130071" y="143609"/>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37" name="Google Shape;2829;p47">
                <a:extLst>
                  <a:ext uri="{FF2B5EF4-FFF2-40B4-BE49-F238E27FC236}">
                    <a16:creationId xmlns:a16="http://schemas.microsoft.com/office/drawing/2014/main" id="{23C18C57-F358-81EB-8AF2-F9A82AB47DD2}"/>
                  </a:ext>
                </a:extLst>
              </p:cNvPr>
              <p:cNvSpPr/>
              <p:nvPr/>
            </p:nvSpPr>
            <p:spPr>
              <a:xfrm>
                <a:off x="5811458" y="4119562"/>
                <a:ext cx="253901" cy="146525"/>
              </a:xfrm>
              <a:custGeom>
                <a:avLst/>
                <a:gdLst/>
                <a:ahLst/>
                <a:cxnLst/>
                <a:rect l="l" t="t" r="r" b="b"/>
                <a:pathLst>
                  <a:path w="253901" h="146525" extrusionOk="0">
                    <a:moveTo>
                      <a:pt x="130046" y="143637"/>
                    </a:moveTo>
                    <a:lnTo>
                      <a:pt x="5078" y="71437"/>
                    </a:lnTo>
                    <a:cubicBezTo>
                      <a:pt x="-2447" y="67151"/>
                      <a:pt x="-1494" y="59626"/>
                      <a:pt x="7174" y="54578"/>
                    </a:cubicBezTo>
                    <a:lnTo>
                      <a:pt x="94613" y="4096"/>
                    </a:lnTo>
                    <a:cubicBezTo>
                      <a:pt x="103624" y="-886"/>
                      <a:pt x="114454" y="-1353"/>
                      <a:pt x="123855" y="2857"/>
                    </a:cubicBezTo>
                    <a:lnTo>
                      <a:pt x="248823" y="75057"/>
                    </a:lnTo>
                    <a:cubicBezTo>
                      <a:pt x="256348" y="79343"/>
                      <a:pt x="255395" y="86963"/>
                      <a:pt x="246727" y="91916"/>
                    </a:cubicBezTo>
                    <a:lnTo>
                      <a:pt x="159288" y="142399"/>
                    </a:lnTo>
                    <a:cubicBezTo>
                      <a:pt x="150287" y="147428"/>
                      <a:pt x="139438" y="147885"/>
                      <a:pt x="130046" y="143637"/>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38" name="Google Shape;2830;p47">
                <a:extLst>
                  <a:ext uri="{FF2B5EF4-FFF2-40B4-BE49-F238E27FC236}">
                    <a16:creationId xmlns:a16="http://schemas.microsoft.com/office/drawing/2014/main" id="{6F85A467-872F-EDD8-3C1A-CE28AC7816F1}"/>
                  </a:ext>
                </a:extLst>
              </p:cNvPr>
              <p:cNvSpPr/>
              <p:nvPr/>
            </p:nvSpPr>
            <p:spPr>
              <a:xfrm>
                <a:off x="5164178" y="3745900"/>
                <a:ext cx="738494" cy="426244"/>
              </a:xfrm>
              <a:custGeom>
                <a:avLst/>
                <a:gdLst/>
                <a:ahLst/>
                <a:cxnLst/>
                <a:rect l="l" t="t" r="r" b="b"/>
                <a:pathLst>
                  <a:path w="738494" h="426244" extrusionOk="0">
                    <a:moveTo>
                      <a:pt x="614639" y="423287"/>
                    </a:moveTo>
                    <a:lnTo>
                      <a:pt x="5039" y="71433"/>
                    </a:lnTo>
                    <a:cubicBezTo>
                      <a:pt x="-2390" y="67147"/>
                      <a:pt x="-1533" y="59622"/>
                      <a:pt x="7135" y="54574"/>
                    </a:cubicBezTo>
                    <a:lnTo>
                      <a:pt x="94670" y="4092"/>
                    </a:lnTo>
                    <a:cubicBezTo>
                      <a:pt x="103652" y="-890"/>
                      <a:pt x="114453" y="-1347"/>
                      <a:pt x="123816" y="2854"/>
                    </a:cubicBezTo>
                    <a:lnTo>
                      <a:pt x="733416" y="354802"/>
                    </a:lnTo>
                    <a:cubicBezTo>
                      <a:pt x="740941" y="359089"/>
                      <a:pt x="739989" y="366613"/>
                      <a:pt x="731321" y="371566"/>
                    </a:cubicBezTo>
                    <a:lnTo>
                      <a:pt x="643881" y="422144"/>
                    </a:lnTo>
                    <a:cubicBezTo>
                      <a:pt x="634880" y="427173"/>
                      <a:pt x="624012" y="427602"/>
                      <a:pt x="614639" y="423287"/>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39" name="Google Shape;2831;p47">
                <a:extLst>
                  <a:ext uri="{FF2B5EF4-FFF2-40B4-BE49-F238E27FC236}">
                    <a16:creationId xmlns:a16="http://schemas.microsoft.com/office/drawing/2014/main" id="{DDB80B75-7675-494F-2993-39182F95A6CD}"/>
                  </a:ext>
                </a:extLst>
              </p:cNvPr>
              <p:cNvSpPr/>
              <p:nvPr/>
            </p:nvSpPr>
            <p:spPr>
              <a:xfrm>
                <a:off x="5092169" y="3413764"/>
                <a:ext cx="220524" cy="127281"/>
              </a:xfrm>
              <a:custGeom>
                <a:avLst/>
                <a:gdLst/>
                <a:ahLst/>
                <a:cxnLst/>
                <a:rect l="l" t="t" r="r" b="b"/>
                <a:pathLst>
                  <a:path w="220524" h="127281" extrusionOk="0">
                    <a:moveTo>
                      <a:pt x="96765" y="124392"/>
                    </a:moveTo>
                    <a:lnTo>
                      <a:pt x="5039" y="71433"/>
                    </a:lnTo>
                    <a:cubicBezTo>
                      <a:pt x="-2390" y="67147"/>
                      <a:pt x="-1533" y="59623"/>
                      <a:pt x="7135" y="54574"/>
                    </a:cubicBezTo>
                    <a:lnTo>
                      <a:pt x="94670" y="4092"/>
                    </a:lnTo>
                    <a:cubicBezTo>
                      <a:pt x="103652" y="-890"/>
                      <a:pt x="114453" y="-1347"/>
                      <a:pt x="123816" y="2853"/>
                    </a:cubicBezTo>
                    <a:lnTo>
                      <a:pt x="215447" y="55812"/>
                    </a:lnTo>
                    <a:cubicBezTo>
                      <a:pt x="222972" y="60099"/>
                      <a:pt x="222019" y="67719"/>
                      <a:pt x="213351" y="72672"/>
                    </a:cubicBezTo>
                    <a:lnTo>
                      <a:pt x="125912" y="123154"/>
                    </a:lnTo>
                    <a:cubicBezTo>
                      <a:pt x="116949" y="128183"/>
                      <a:pt x="106128" y="128641"/>
                      <a:pt x="96765" y="124392"/>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40" name="Google Shape;2832;p47">
                <a:extLst>
                  <a:ext uri="{FF2B5EF4-FFF2-40B4-BE49-F238E27FC236}">
                    <a16:creationId xmlns:a16="http://schemas.microsoft.com/office/drawing/2014/main" id="{BAD510C5-8A1A-B4C1-BCB5-11117A02931A}"/>
                  </a:ext>
                </a:extLst>
              </p:cNvPr>
              <p:cNvSpPr/>
              <p:nvPr/>
            </p:nvSpPr>
            <p:spPr>
              <a:xfrm>
                <a:off x="5221804" y="3488595"/>
                <a:ext cx="220524" cy="127281"/>
              </a:xfrm>
              <a:custGeom>
                <a:avLst/>
                <a:gdLst/>
                <a:ahLst/>
                <a:cxnLst/>
                <a:rect l="l" t="t" r="r" b="b"/>
                <a:pathLst>
                  <a:path w="220524" h="127281" extrusionOk="0">
                    <a:moveTo>
                      <a:pt x="96765" y="124428"/>
                    </a:moveTo>
                    <a:lnTo>
                      <a:pt x="5039" y="71469"/>
                    </a:lnTo>
                    <a:cubicBezTo>
                      <a:pt x="-2390" y="67183"/>
                      <a:pt x="-1533" y="59563"/>
                      <a:pt x="7135" y="54610"/>
                    </a:cubicBezTo>
                    <a:lnTo>
                      <a:pt x="94670" y="4127"/>
                    </a:lnTo>
                    <a:cubicBezTo>
                      <a:pt x="103633" y="-902"/>
                      <a:pt x="114453" y="-1359"/>
                      <a:pt x="123816" y="2889"/>
                    </a:cubicBezTo>
                    <a:lnTo>
                      <a:pt x="215447" y="55848"/>
                    </a:lnTo>
                    <a:cubicBezTo>
                      <a:pt x="222972" y="60134"/>
                      <a:pt x="222019" y="67659"/>
                      <a:pt x="213351" y="72707"/>
                    </a:cubicBezTo>
                    <a:lnTo>
                      <a:pt x="125912" y="123190"/>
                    </a:lnTo>
                    <a:cubicBezTo>
                      <a:pt x="116930" y="128171"/>
                      <a:pt x="106128" y="128628"/>
                      <a:pt x="96765" y="124428"/>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41" name="Google Shape;2833;p47">
                <a:extLst>
                  <a:ext uri="{FF2B5EF4-FFF2-40B4-BE49-F238E27FC236}">
                    <a16:creationId xmlns:a16="http://schemas.microsoft.com/office/drawing/2014/main" id="{0773463A-ED2C-E148-D37B-876CACCD1076}"/>
                  </a:ext>
                </a:extLst>
              </p:cNvPr>
              <p:cNvSpPr/>
              <p:nvPr/>
            </p:nvSpPr>
            <p:spPr>
              <a:xfrm>
                <a:off x="5351534" y="3563461"/>
                <a:ext cx="220549" cy="127264"/>
              </a:xfrm>
              <a:custGeom>
                <a:avLst/>
                <a:gdLst/>
                <a:ahLst/>
                <a:cxnLst/>
                <a:rect l="l" t="t" r="r" b="b"/>
                <a:pathLst>
                  <a:path w="220549" h="127264" extrusionOk="0">
                    <a:moveTo>
                      <a:pt x="96765" y="124333"/>
                    </a:moveTo>
                    <a:lnTo>
                      <a:pt x="5039" y="71469"/>
                    </a:lnTo>
                    <a:cubicBezTo>
                      <a:pt x="-2390" y="67087"/>
                      <a:pt x="-1533" y="59563"/>
                      <a:pt x="7135" y="54610"/>
                    </a:cubicBezTo>
                    <a:lnTo>
                      <a:pt x="94670" y="4127"/>
                    </a:lnTo>
                    <a:cubicBezTo>
                      <a:pt x="103633" y="-902"/>
                      <a:pt x="114453" y="-1359"/>
                      <a:pt x="123816" y="2889"/>
                    </a:cubicBezTo>
                    <a:lnTo>
                      <a:pt x="215542" y="55848"/>
                    </a:lnTo>
                    <a:cubicBezTo>
                      <a:pt x="222972" y="60134"/>
                      <a:pt x="222019" y="67659"/>
                      <a:pt x="213447" y="72707"/>
                    </a:cubicBezTo>
                    <a:lnTo>
                      <a:pt x="125912" y="123190"/>
                    </a:lnTo>
                    <a:cubicBezTo>
                      <a:pt x="116930" y="128190"/>
                      <a:pt x="106109" y="128609"/>
                      <a:pt x="96765" y="124333"/>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42" name="Google Shape;2834;p47">
                <a:extLst>
                  <a:ext uri="{FF2B5EF4-FFF2-40B4-BE49-F238E27FC236}">
                    <a16:creationId xmlns:a16="http://schemas.microsoft.com/office/drawing/2014/main" id="{C25FB168-E656-9BA7-0095-51F15C207DFF}"/>
                  </a:ext>
                </a:extLst>
              </p:cNvPr>
              <p:cNvSpPr/>
              <p:nvPr/>
            </p:nvSpPr>
            <p:spPr>
              <a:xfrm>
                <a:off x="5481392" y="3638284"/>
                <a:ext cx="220517" cy="127225"/>
              </a:xfrm>
              <a:custGeom>
                <a:avLst/>
                <a:gdLst/>
                <a:ahLst/>
                <a:cxnLst/>
                <a:rect l="l" t="t" r="r" b="b"/>
                <a:pathLst>
                  <a:path w="220517" h="127225" extrusionOk="0">
                    <a:moveTo>
                      <a:pt x="96447" y="124090"/>
                    </a:moveTo>
                    <a:lnTo>
                      <a:pt x="5007" y="71512"/>
                    </a:lnTo>
                    <a:cubicBezTo>
                      <a:pt x="-2422" y="67131"/>
                      <a:pt x="-1470" y="59606"/>
                      <a:pt x="7103" y="54653"/>
                    </a:cubicBezTo>
                    <a:lnTo>
                      <a:pt x="94638" y="4075"/>
                    </a:lnTo>
                    <a:cubicBezTo>
                      <a:pt x="103620" y="-925"/>
                      <a:pt x="114440" y="-1345"/>
                      <a:pt x="123784" y="2932"/>
                    </a:cubicBezTo>
                    <a:lnTo>
                      <a:pt x="215510" y="55796"/>
                    </a:lnTo>
                    <a:cubicBezTo>
                      <a:pt x="222939" y="60178"/>
                      <a:pt x="221987" y="67702"/>
                      <a:pt x="213414" y="72655"/>
                    </a:cubicBezTo>
                    <a:lnTo>
                      <a:pt x="125880" y="123233"/>
                    </a:lnTo>
                    <a:cubicBezTo>
                      <a:pt x="116774" y="128234"/>
                      <a:pt x="105830" y="128557"/>
                      <a:pt x="96447" y="124090"/>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43" name="Google Shape;2835;p47">
                <a:extLst>
                  <a:ext uri="{FF2B5EF4-FFF2-40B4-BE49-F238E27FC236}">
                    <a16:creationId xmlns:a16="http://schemas.microsoft.com/office/drawing/2014/main" id="{5A486F85-9A3C-4E5C-6D27-9432D57C7152}"/>
                  </a:ext>
                </a:extLst>
              </p:cNvPr>
              <p:cNvSpPr/>
              <p:nvPr/>
            </p:nvSpPr>
            <p:spPr>
              <a:xfrm>
                <a:off x="5610742" y="3713151"/>
                <a:ext cx="220517" cy="127264"/>
              </a:xfrm>
              <a:custGeom>
                <a:avLst/>
                <a:gdLst/>
                <a:ahLst/>
                <a:cxnLst/>
                <a:rect l="l" t="t" r="r" b="b"/>
                <a:pathLst>
                  <a:path w="220517" h="127264" extrusionOk="0">
                    <a:moveTo>
                      <a:pt x="96733" y="124376"/>
                    </a:moveTo>
                    <a:lnTo>
                      <a:pt x="5007" y="71417"/>
                    </a:lnTo>
                    <a:cubicBezTo>
                      <a:pt x="-2422" y="67131"/>
                      <a:pt x="-1470" y="59606"/>
                      <a:pt x="7103" y="54653"/>
                    </a:cubicBezTo>
                    <a:lnTo>
                      <a:pt x="94638" y="4075"/>
                    </a:lnTo>
                    <a:cubicBezTo>
                      <a:pt x="103620" y="-926"/>
                      <a:pt x="114440" y="-1344"/>
                      <a:pt x="123784" y="2932"/>
                    </a:cubicBezTo>
                    <a:lnTo>
                      <a:pt x="215510" y="55796"/>
                    </a:lnTo>
                    <a:cubicBezTo>
                      <a:pt x="222939" y="60177"/>
                      <a:pt x="221987" y="67702"/>
                      <a:pt x="213414" y="72655"/>
                    </a:cubicBezTo>
                    <a:lnTo>
                      <a:pt x="125880" y="123138"/>
                    </a:lnTo>
                    <a:cubicBezTo>
                      <a:pt x="116917" y="128167"/>
                      <a:pt x="106096" y="128624"/>
                      <a:pt x="96733" y="12437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44" name="Google Shape;2836;p47">
                <a:extLst>
                  <a:ext uri="{FF2B5EF4-FFF2-40B4-BE49-F238E27FC236}">
                    <a16:creationId xmlns:a16="http://schemas.microsoft.com/office/drawing/2014/main" id="{84805CB4-03FE-5909-8A3C-1A9383C8038A}"/>
                  </a:ext>
                </a:extLst>
              </p:cNvPr>
              <p:cNvSpPr/>
              <p:nvPr/>
            </p:nvSpPr>
            <p:spPr>
              <a:xfrm>
                <a:off x="5740377" y="3788001"/>
                <a:ext cx="220517" cy="127281"/>
              </a:xfrm>
              <a:custGeom>
                <a:avLst/>
                <a:gdLst/>
                <a:ahLst/>
                <a:cxnLst/>
                <a:rect l="l" t="t" r="r" b="b"/>
                <a:pathLst>
                  <a:path w="220517" h="127281" extrusionOk="0">
                    <a:moveTo>
                      <a:pt x="96733" y="124393"/>
                    </a:moveTo>
                    <a:lnTo>
                      <a:pt x="5007" y="71434"/>
                    </a:lnTo>
                    <a:cubicBezTo>
                      <a:pt x="-2422" y="67147"/>
                      <a:pt x="-1470" y="59623"/>
                      <a:pt x="7103" y="54574"/>
                    </a:cubicBezTo>
                    <a:lnTo>
                      <a:pt x="94638" y="4092"/>
                    </a:lnTo>
                    <a:cubicBezTo>
                      <a:pt x="103620" y="-890"/>
                      <a:pt x="114421" y="-1347"/>
                      <a:pt x="123784" y="2853"/>
                    </a:cubicBezTo>
                    <a:lnTo>
                      <a:pt x="215510" y="55812"/>
                    </a:lnTo>
                    <a:cubicBezTo>
                      <a:pt x="222939" y="60099"/>
                      <a:pt x="221987" y="67719"/>
                      <a:pt x="213414" y="72672"/>
                    </a:cubicBezTo>
                    <a:lnTo>
                      <a:pt x="125880" y="123154"/>
                    </a:lnTo>
                    <a:cubicBezTo>
                      <a:pt x="116917" y="128184"/>
                      <a:pt x="106096" y="128641"/>
                      <a:pt x="96733" y="124393"/>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45" name="Google Shape;2837;p47">
                <a:extLst>
                  <a:ext uri="{FF2B5EF4-FFF2-40B4-BE49-F238E27FC236}">
                    <a16:creationId xmlns:a16="http://schemas.microsoft.com/office/drawing/2014/main" id="{CE262599-F844-C257-D564-DC8BD23D63FB}"/>
                  </a:ext>
                </a:extLst>
              </p:cNvPr>
              <p:cNvSpPr/>
              <p:nvPr/>
            </p:nvSpPr>
            <p:spPr>
              <a:xfrm>
                <a:off x="5870012" y="3862832"/>
                <a:ext cx="220517" cy="127281"/>
              </a:xfrm>
              <a:custGeom>
                <a:avLst/>
                <a:gdLst/>
                <a:ahLst/>
                <a:cxnLst/>
                <a:rect l="l" t="t" r="r" b="b"/>
                <a:pathLst>
                  <a:path w="220517" h="127281" extrusionOk="0">
                    <a:moveTo>
                      <a:pt x="96733" y="124428"/>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907" y="128171"/>
                      <a:pt x="106096" y="128628"/>
                      <a:pt x="96733" y="124428"/>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46" name="Google Shape;2838;p47">
                <a:extLst>
                  <a:ext uri="{FF2B5EF4-FFF2-40B4-BE49-F238E27FC236}">
                    <a16:creationId xmlns:a16="http://schemas.microsoft.com/office/drawing/2014/main" id="{F4D63AF8-2D53-9F28-B2EF-CCBA7537D3D2}"/>
                  </a:ext>
                </a:extLst>
              </p:cNvPr>
              <p:cNvSpPr/>
              <p:nvPr/>
            </p:nvSpPr>
            <p:spPr>
              <a:xfrm>
                <a:off x="5999266" y="3937698"/>
                <a:ext cx="220549" cy="127281"/>
              </a:xfrm>
              <a:custGeom>
                <a:avLst/>
                <a:gdLst/>
                <a:ahLst/>
                <a:cxnLst/>
                <a:rect l="l" t="t" r="r" b="b"/>
                <a:pathLst>
                  <a:path w="220549" h="127281" extrusionOk="0">
                    <a:moveTo>
                      <a:pt x="96733" y="124428"/>
                    </a:moveTo>
                    <a:lnTo>
                      <a:pt x="5007" y="71469"/>
                    </a:lnTo>
                    <a:cubicBezTo>
                      <a:pt x="-2422" y="67087"/>
                      <a:pt x="-1470" y="59563"/>
                      <a:pt x="7103" y="54610"/>
                    </a:cubicBezTo>
                    <a:lnTo>
                      <a:pt x="94638" y="4127"/>
                    </a:lnTo>
                    <a:cubicBezTo>
                      <a:pt x="103601" y="-902"/>
                      <a:pt x="114421" y="-1359"/>
                      <a:pt x="123784" y="2889"/>
                    </a:cubicBezTo>
                    <a:lnTo>
                      <a:pt x="215510" y="55848"/>
                    </a:lnTo>
                    <a:cubicBezTo>
                      <a:pt x="222939" y="60134"/>
                      <a:pt x="222082" y="67659"/>
                      <a:pt x="213414" y="72707"/>
                    </a:cubicBezTo>
                    <a:lnTo>
                      <a:pt x="125880" y="123190"/>
                    </a:lnTo>
                    <a:cubicBezTo>
                      <a:pt x="116898" y="128171"/>
                      <a:pt x="106096" y="128628"/>
                      <a:pt x="96733" y="124428"/>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47" name="Google Shape;2839;p47">
                <a:extLst>
                  <a:ext uri="{FF2B5EF4-FFF2-40B4-BE49-F238E27FC236}">
                    <a16:creationId xmlns:a16="http://schemas.microsoft.com/office/drawing/2014/main" id="{892B8548-F5D0-DE1F-8139-62BCFFB74D5E}"/>
                  </a:ext>
                </a:extLst>
              </p:cNvPr>
              <p:cNvSpPr/>
              <p:nvPr/>
            </p:nvSpPr>
            <p:spPr>
              <a:xfrm>
                <a:off x="6129021" y="4012522"/>
                <a:ext cx="220524" cy="127237"/>
              </a:xfrm>
              <a:custGeom>
                <a:avLst/>
                <a:gdLst/>
                <a:ahLst/>
                <a:cxnLst/>
                <a:rect l="l" t="t" r="r" b="b"/>
                <a:pathLst>
                  <a:path w="220524" h="127237" extrusionOk="0">
                    <a:moveTo>
                      <a:pt x="96994" y="124376"/>
                    </a:moveTo>
                    <a:lnTo>
                      <a:pt x="5078" y="71512"/>
                    </a:lnTo>
                    <a:cubicBezTo>
                      <a:pt x="-2447" y="67131"/>
                      <a:pt x="-1494" y="59606"/>
                      <a:pt x="7174" y="54653"/>
                    </a:cubicBezTo>
                    <a:lnTo>
                      <a:pt x="94613" y="4075"/>
                    </a:lnTo>
                    <a:cubicBezTo>
                      <a:pt x="103595" y="-925"/>
                      <a:pt x="114416" y="-1345"/>
                      <a:pt x="123760" y="2932"/>
                    </a:cubicBezTo>
                    <a:lnTo>
                      <a:pt x="215485" y="55796"/>
                    </a:lnTo>
                    <a:cubicBezTo>
                      <a:pt x="222915" y="60177"/>
                      <a:pt x="222058" y="67702"/>
                      <a:pt x="213390" y="72655"/>
                    </a:cubicBezTo>
                    <a:lnTo>
                      <a:pt x="125855" y="123233"/>
                    </a:lnTo>
                    <a:cubicBezTo>
                      <a:pt x="116949" y="128138"/>
                      <a:pt x="106262" y="128557"/>
                      <a:pt x="96994" y="12437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48" name="Google Shape;2840;p47">
                <a:extLst>
                  <a:ext uri="{FF2B5EF4-FFF2-40B4-BE49-F238E27FC236}">
                    <a16:creationId xmlns:a16="http://schemas.microsoft.com/office/drawing/2014/main" id="{E6AC92AA-40E4-69D0-C839-2FEFC35082B3}"/>
                  </a:ext>
                </a:extLst>
              </p:cNvPr>
              <p:cNvSpPr/>
              <p:nvPr/>
            </p:nvSpPr>
            <p:spPr>
              <a:xfrm>
                <a:off x="6258942" y="4087388"/>
                <a:ext cx="220563" cy="127300"/>
              </a:xfrm>
              <a:custGeom>
                <a:avLst/>
                <a:gdLst/>
                <a:ahLst/>
                <a:cxnLst/>
                <a:rect l="l" t="t" r="r" b="b"/>
                <a:pathLst>
                  <a:path w="220563" h="127300" extrusionOk="0">
                    <a:moveTo>
                      <a:pt x="96709" y="124376"/>
                    </a:moveTo>
                    <a:lnTo>
                      <a:pt x="5078" y="71417"/>
                    </a:lnTo>
                    <a:cubicBezTo>
                      <a:pt x="-2447" y="67131"/>
                      <a:pt x="-1494" y="59606"/>
                      <a:pt x="7173" y="54653"/>
                    </a:cubicBezTo>
                    <a:lnTo>
                      <a:pt x="94613" y="4075"/>
                    </a:lnTo>
                    <a:cubicBezTo>
                      <a:pt x="103595" y="-925"/>
                      <a:pt x="114415" y="-1345"/>
                      <a:pt x="123760" y="2932"/>
                    </a:cubicBezTo>
                    <a:lnTo>
                      <a:pt x="215485" y="55796"/>
                    </a:lnTo>
                    <a:cubicBezTo>
                      <a:pt x="223010" y="60178"/>
                      <a:pt x="222058" y="67702"/>
                      <a:pt x="213390" y="72655"/>
                    </a:cubicBezTo>
                    <a:lnTo>
                      <a:pt x="125950" y="123138"/>
                    </a:lnTo>
                    <a:cubicBezTo>
                      <a:pt x="116968" y="128215"/>
                      <a:pt x="106091" y="128672"/>
                      <a:pt x="96709" y="12437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49" name="Google Shape;2841;p47">
                <a:extLst>
                  <a:ext uri="{FF2B5EF4-FFF2-40B4-BE49-F238E27FC236}">
                    <a16:creationId xmlns:a16="http://schemas.microsoft.com/office/drawing/2014/main" id="{50853DEE-AD89-31DF-E767-84DFCAE51672}"/>
                  </a:ext>
                </a:extLst>
              </p:cNvPr>
              <p:cNvSpPr/>
              <p:nvPr/>
            </p:nvSpPr>
            <p:spPr>
              <a:xfrm>
                <a:off x="6388578" y="4161853"/>
                <a:ext cx="220563" cy="127285"/>
              </a:xfrm>
              <a:custGeom>
                <a:avLst/>
                <a:gdLst/>
                <a:ahLst/>
                <a:cxnLst/>
                <a:rect l="l" t="t" r="r" b="b"/>
                <a:pathLst>
                  <a:path w="220563" h="127285" extrusionOk="0">
                    <a:moveTo>
                      <a:pt x="96709" y="124396"/>
                    </a:moveTo>
                    <a:lnTo>
                      <a:pt x="5078" y="71437"/>
                    </a:lnTo>
                    <a:cubicBezTo>
                      <a:pt x="-2447" y="67151"/>
                      <a:pt x="-1494" y="59627"/>
                      <a:pt x="7174" y="54578"/>
                    </a:cubicBezTo>
                    <a:lnTo>
                      <a:pt x="94613" y="4096"/>
                    </a:lnTo>
                    <a:cubicBezTo>
                      <a:pt x="103624" y="-886"/>
                      <a:pt x="114454" y="-1353"/>
                      <a:pt x="123855" y="2857"/>
                    </a:cubicBezTo>
                    <a:lnTo>
                      <a:pt x="215485" y="55816"/>
                    </a:lnTo>
                    <a:cubicBezTo>
                      <a:pt x="223010" y="60103"/>
                      <a:pt x="222058" y="67723"/>
                      <a:pt x="213390" y="72676"/>
                    </a:cubicBezTo>
                    <a:lnTo>
                      <a:pt x="125950" y="123158"/>
                    </a:lnTo>
                    <a:cubicBezTo>
                      <a:pt x="116949" y="128187"/>
                      <a:pt x="106100" y="128645"/>
                      <a:pt x="96709" y="12439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50" name="Google Shape;2842;p47">
                <a:extLst>
                  <a:ext uri="{FF2B5EF4-FFF2-40B4-BE49-F238E27FC236}">
                    <a16:creationId xmlns:a16="http://schemas.microsoft.com/office/drawing/2014/main" id="{3DFD4F69-2E04-D06B-3D87-14ED2751B796}"/>
                  </a:ext>
                </a:extLst>
              </p:cNvPr>
              <p:cNvSpPr/>
              <p:nvPr/>
            </p:nvSpPr>
            <p:spPr>
              <a:xfrm>
                <a:off x="6518213" y="4237101"/>
                <a:ext cx="221039" cy="127370"/>
              </a:xfrm>
              <a:custGeom>
                <a:avLst/>
                <a:gdLst/>
                <a:ahLst/>
                <a:cxnLst/>
                <a:rect l="l" t="t" r="r" b="b"/>
                <a:pathLst>
                  <a:path w="221039" h="127370" extrusionOk="0">
                    <a:moveTo>
                      <a:pt x="96709" y="124396"/>
                    </a:moveTo>
                    <a:lnTo>
                      <a:pt x="5078" y="71437"/>
                    </a:lnTo>
                    <a:cubicBezTo>
                      <a:pt x="-2447" y="67151"/>
                      <a:pt x="-1494" y="59626"/>
                      <a:pt x="7173" y="54578"/>
                    </a:cubicBezTo>
                    <a:lnTo>
                      <a:pt x="94613" y="4095"/>
                    </a:lnTo>
                    <a:cubicBezTo>
                      <a:pt x="103624" y="-886"/>
                      <a:pt x="114454" y="-1353"/>
                      <a:pt x="123855" y="2857"/>
                    </a:cubicBezTo>
                    <a:lnTo>
                      <a:pt x="215962" y="55816"/>
                    </a:lnTo>
                    <a:cubicBezTo>
                      <a:pt x="223486" y="60103"/>
                      <a:pt x="222534" y="67627"/>
                      <a:pt x="213866" y="72676"/>
                    </a:cubicBezTo>
                    <a:lnTo>
                      <a:pt x="126427" y="123158"/>
                    </a:lnTo>
                    <a:cubicBezTo>
                      <a:pt x="117292" y="128302"/>
                      <a:pt x="106243" y="128759"/>
                      <a:pt x="96709" y="12439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51" name="Google Shape;2843;p47">
                <a:extLst>
                  <a:ext uri="{FF2B5EF4-FFF2-40B4-BE49-F238E27FC236}">
                    <a16:creationId xmlns:a16="http://schemas.microsoft.com/office/drawing/2014/main" id="{960F4373-C826-4E6D-3B1A-AD0C7FD7C122}"/>
                  </a:ext>
                </a:extLst>
              </p:cNvPr>
              <p:cNvSpPr/>
              <p:nvPr/>
            </p:nvSpPr>
            <p:spPr>
              <a:xfrm>
                <a:off x="4864578" y="3282378"/>
                <a:ext cx="318480" cy="183800"/>
              </a:xfrm>
              <a:custGeom>
                <a:avLst/>
                <a:gdLst/>
                <a:ahLst/>
                <a:cxnLst/>
                <a:rect l="l" t="t" r="r" b="b"/>
                <a:pathLst>
                  <a:path w="318480" h="183800" extrusionOk="0">
                    <a:moveTo>
                      <a:pt x="194721" y="180911"/>
                    </a:moveTo>
                    <a:lnTo>
                      <a:pt x="5078" y="71469"/>
                    </a:lnTo>
                    <a:cubicBezTo>
                      <a:pt x="-2447" y="67087"/>
                      <a:pt x="-1494" y="59563"/>
                      <a:pt x="7174" y="54610"/>
                    </a:cubicBezTo>
                    <a:lnTo>
                      <a:pt x="94613" y="4127"/>
                    </a:lnTo>
                    <a:cubicBezTo>
                      <a:pt x="103614" y="-902"/>
                      <a:pt x="114463" y="-1359"/>
                      <a:pt x="123855" y="2889"/>
                    </a:cubicBezTo>
                    <a:lnTo>
                      <a:pt x="313402" y="112331"/>
                    </a:lnTo>
                    <a:cubicBezTo>
                      <a:pt x="320927" y="116713"/>
                      <a:pt x="319975" y="124237"/>
                      <a:pt x="311307" y="129190"/>
                    </a:cubicBezTo>
                    <a:lnTo>
                      <a:pt x="223867" y="179673"/>
                    </a:lnTo>
                    <a:cubicBezTo>
                      <a:pt x="214904" y="184702"/>
                      <a:pt x="204084" y="185159"/>
                      <a:pt x="194721" y="180911"/>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52" name="Google Shape;2844;p47">
                <a:extLst>
                  <a:ext uri="{FF2B5EF4-FFF2-40B4-BE49-F238E27FC236}">
                    <a16:creationId xmlns:a16="http://schemas.microsoft.com/office/drawing/2014/main" id="{986CC5DE-8B10-F228-B041-2AD686E8C846}"/>
                  </a:ext>
                </a:extLst>
              </p:cNvPr>
              <p:cNvSpPr/>
              <p:nvPr/>
            </p:nvSpPr>
            <p:spPr>
              <a:xfrm>
                <a:off x="4902011" y="3449213"/>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6"/>
                      <a:pt x="114482" y="-1345"/>
                      <a:pt x="123855" y="2932"/>
                    </a:cubicBezTo>
                    <a:lnTo>
                      <a:pt x="215485" y="55796"/>
                    </a:lnTo>
                    <a:cubicBezTo>
                      <a:pt x="223010" y="60177"/>
                      <a:pt x="222058" y="67702"/>
                      <a:pt x="213390" y="72655"/>
                    </a:cubicBezTo>
                    <a:lnTo>
                      <a:pt x="125950" y="123233"/>
                    </a:lnTo>
                    <a:cubicBezTo>
                      <a:pt x="116940" y="128233"/>
                      <a:pt x="106081" y="128653"/>
                      <a:pt x="96709" y="12437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53" name="Google Shape;2845;p47">
                <a:extLst>
                  <a:ext uri="{FF2B5EF4-FFF2-40B4-BE49-F238E27FC236}">
                    <a16:creationId xmlns:a16="http://schemas.microsoft.com/office/drawing/2014/main" id="{2A79FBBB-AF1F-5E83-EDAD-DF131CF8ECF4}"/>
                  </a:ext>
                </a:extLst>
              </p:cNvPr>
              <p:cNvSpPr/>
              <p:nvPr/>
            </p:nvSpPr>
            <p:spPr>
              <a:xfrm>
                <a:off x="5031646" y="3523682"/>
                <a:ext cx="220524" cy="127281"/>
              </a:xfrm>
              <a:custGeom>
                <a:avLst/>
                <a:gdLst/>
                <a:ahLst/>
                <a:cxnLst/>
                <a:rect l="l" t="t" r="r" b="b"/>
                <a:pathLst>
                  <a:path w="220524" h="127281" extrusionOk="0">
                    <a:moveTo>
                      <a:pt x="96709" y="124393"/>
                    </a:moveTo>
                    <a:lnTo>
                      <a:pt x="5078" y="71434"/>
                    </a:lnTo>
                    <a:cubicBezTo>
                      <a:pt x="-2447" y="67147"/>
                      <a:pt x="-1494" y="59623"/>
                      <a:pt x="7174" y="54574"/>
                    </a:cubicBezTo>
                    <a:lnTo>
                      <a:pt x="94613" y="4092"/>
                    </a:lnTo>
                    <a:cubicBezTo>
                      <a:pt x="103595" y="-890"/>
                      <a:pt x="114397" y="-1347"/>
                      <a:pt x="123760" y="2853"/>
                    </a:cubicBezTo>
                    <a:lnTo>
                      <a:pt x="215485" y="55812"/>
                    </a:lnTo>
                    <a:cubicBezTo>
                      <a:pt x="222915" y="60099"/>
                      <a:pt x="222058" y="67719"/>
                      <a:pt x="213390" y="72672"/>
                    </a:cubicBezTo>
                    <a:lnTo>
                      <a:pt x="125855" y="123154"/>
                    </a:lnTo>
                    <a:cubicBezTo>
                      <a:pt x="116892" y="128184"/>
                      <a:pt x="106072" y="128641"/>
                      <a:pt x="96709" y="124393"/>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54" name="Google Shape;2846;p47">
                <a:extLst>
                  <a:ext uri="{FF2B5EF4-FFF2-40B4-BE49-F238E27FC236}">
                    <a16:creationId xmlns:a16="http://schemas.microsoft.com/office/drawing/2014/main" id="{51F6D703-BB01-8902-DC73-5DA11E7CCC11}"/>
                  </a:ext>
                </a:extLst>
              </p:cNvPr>
              <p:cNvSpPr/>
              <p:nvPr/>
            </p:nvSpPr>
            <p:spPr>
              <a:xfrm>
                <a:off x="5161066" y="3598894"/>
                <a:ext cx="220517" cy="127281"/>
              </a:xfrm>
              <a:custGeom>
                <a:avLst/>
                <a:gdLst/>
                <a:ahLst/>
                <a:cxnLst/>
                <a:rect l="l" t="t" r="r" b="b"/>
                <a:pathLst>
                  <a:path w="220517" h="127281" extrusionOk="0">
                    <a:moveTo>
                      <a:pt x="96733" y="124428"/>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898" y="128171"/>
                      <a:pt x="106096" y="128628"/>
                      <a:pt x="96733" y="124428"/>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55" name="Google Shape;2847;p47">
                <a:extLst>
                  <a:ext uri="{FF2B5EF4-FFF2-40B4-BE49-F238E27FC236}">
                    <a16:creationId xmlns:a16="http://schemas.microsoft.com/office/drawing/2014/main" id="{AF23296B-45FC-CB26-4F38-C2D4376C1279}"/>
                  </a:ext>
                </a:extLst>
              </p:cNvPr>
              <p:cNvSpPr/>
              <p:nvPr/>
            </p:nvSpPr>
            <p:spPr>
              <a:xfrm>
                <a:off x="5290892" y="3673717"/>
                <a:ext cx="220517" cy="127308"/>
              </a:xfrm>
              <a:custGeom>
                <a:avLst/>
                <a:gdLst/>
                <a:ahLst/>
                <a:cxnLst/>
                <a:rect l="l" t="t" r="r" b="b"/>
                <a:pathLst>
                  <a:path w="220517" h="127308" extrusionOk="0">
                    <a:moveTo>
                      <a:pt x="96733"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8"/>
                      <a:pt x="221987" y="67702"/>
                      <a:pt x="213414" y="72655"/>
                    </a:cubicBezTo>
                    <a:lnTo>
                      <a:pt x="125880" y="123233"/>
                    </a:lnTo>
                    <a:cubicBezTo>
                      <a:pt x="116897" y="128234"/>
                      <a:pt x="106077" y="128653"/>
                      <a:pt x="96733" y="12437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56" name="Google Shape;2848;p47">
                <a:extLst>
                  <a:ext uri="{FF2B5EF4-FFF2-40B4-BE49-F238E27FC236}">
                    <a16:creationId xmlns:a16="http://schemas.microsoft.com/office/drawing/2014/main" id="{3C1E94C2-C22E-C116-94C2-C780635224D8}"/>
                  </a:ext>
                </a:extLst>
              </p:cNvPr>
              <p:cNvSpPr/>
              <p:nvPr/>
            </p:nvSpPr>
            <p:spPr>
              <a:xfrm>
                <a:off x="5420495" y="3748758"/>
                <a:ext cx="220334" cy="127131"/>
              </a:xfrm>
              <a:custGeom>
                <a:avLst/>
                <a:gdLst/>
                <a:ahLst/>
                <a:cxnLst/>
                <a:rect l="l" t="t" r="r" b="b"/>
                <a:pathLst>
                  <a:path w="220334" h="127131" extrusionOk="0">
                    <a:moveTo>
                      <a:pt x="96765" y="124202"/>
                    </a:moveTo>
                    <a:lnTo>
                      <a:pt x="5039" y="71243"/>
                    </a:lnTo>
                    <a:cubicBezTo>
                      <a:pt x="-2390" y="66957"/>
                      <a:pt x="-1533" y="59432"/>
                      <a:pt x="7135" y="54384"/>
                    </a:cubicBezTo>
                    <a:lnTo>
                      <a:pt x="94479" y="4092"/>
                    </a:lnTo>
                    <a:cubicBezTo>
                      <a:pt x="103461" y="-890"/>
                      <a:pt x="114263" y="-1347"/>
                      <a:pt x="123626" y="2854"/>
                    </a:cubicBezTo>
                    <a:lnTo>
                      <a:pt x="215256" y="55813"/>
                    </a:lnTo>
                    <a:cubicBezTo>
                      <a:pt x="222781" y="60099"/>
                      <a:pt x="221828" y="67719"/>
                      <a:pt x="213161" y="72672"/>
                    </a:cubicBezTo>
                    <a:lnTo>
                      <a:pt x="125721" y="123154"/>
                    </a:lnTo>
                    <a:cubicBezTo>
                      <a:pt x="116777" y="128060"/>
                      <a:pt x="106043" y="128450"/>
                      <a:pt x="96765" y="124202"/>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57" name="Google Shape;2849;p47">
                <a:extLst>
                  <a:ext uri="{FF2B5EF4-FFF2-40B4-BE49-F238E27FC236}">
                    <a16:creationId xmlns:a16="http://schemas.microsoft.com/office/drawing/2014/main" id="{46F4CFFE-ADD5-1301-0D0D-E7E4B878A4DC}"/>
                  </a:ext>
                </a:extLst>
              </p:cNvPr>
              <p:cNvSpPr/>
              <p:nvPr/>
            </p:nvSpPr>
            <p:spPr>
              <a:xfrm>
                <a:off x="5550092" y="3823398"/>
                <a:ext cx="220563" cy="127281"/>
              </a:xfrm>
              <a:custGeom>
                <a:avLst/>
                <a:gdLst/>
                <a:ahLst/>
                <a:cxnLst/>
                <a:rect l="l" t="t" r="r" b="b"/>
                <a:pathLst>
                  <a:path w="220563" h="127281" extrusionOk="0">
                    <a:moveTo>
                      <a:pt x="96709" y="124428"/>
                    </a:moveTo>
                    <a:lnTo>
                      <a:pt x="5078" y="71469"/>
                    </a:lnTo>
                    <a:cubicBezTo>
                      <a:pt x="-2447" y="67183"/>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58" name="Google Shape;2850;p47">
                <a:extLst>
                  <a:ext uri="{FF2B5EF4-FFF2-40B4-BE49-F238E27FC236}">
                    <a16:creationId xmlns:a16="http://schemas.microsoft.com/office/drawing/2014/main" id="{57E55369-880F-50A5-3DC8-5036805445CF}"/>
                  </a:ext>
                </a:extLst>
              </p:cNvPr>
              <p:cNvSpPr/>
              <p:nvPr/>
            </p:nvSpPr>
            <p:spPr>
              <a:xfrm>
                <a:off x="5679727" y="3898222"/>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59" name="Google Shape;2851;p47">
                <a:extLst>
                  <a:ext uri="{FF2B5EF4-FFF2-40B4-BE49-F238E27FC236}">
                    <a16:creationId xmlns:a16="http://schemas.microsoft.com/office/drawing/2014/main" id="{7C89C8BE-018C-D618-AA8D-470EEFB096FF}"/>
                  </a:ext>
                </a:extLst>
              </p:cNvPr>
              <p:cNvSpPr/>
              <p:nvPr/>
            </p:nvSpPr>
            <p:spPr>
              <a:xfrm>
                <a:off x="5809362" y="3973072"/>
                <a:ext cx="220524" cy="127281"/>
              </a:xfrm>
              <a:custGeom>
                <a:avLst/>
                <a:gdLst/>
                <a:ahLst/>
                <a:cxnLst/>
                <a:rect l="l" t="t" r="r" b="b"/>
                <a:pathLst>
                  <a:path w="220524" h="127281" extrusionOk="0">
                    <a:moveTo>
                      <a:pt x="96709" y="124392"/>
                    </a:moveTo>
                    <a:lnTo>
                      <a:pt x="5078" y="71433"/>
                    </a:lnTo>
                    <a:cubicBezTo>
                      <a:pt x="-2447" y="67147"/>
                      <a:pt x="-1494" y="59622"/>
                      <a:pt x="7174" y="54574"/>
                    </a:cubicBezTo>
                    <a:lnTo>
                      <a:pt x="94613" y="4092"/>
                    </a:lnTo>
                    <a:cubicBezTo>
                      <a:pt x="103595" y="-890"/>
                      <a:pt x="114397" y="-1347"/>
                      <a:pt x="123760" y="2854"/>
                    </a:cubicBezTo>
                    <a:lnTo>
                      <a:pt x="215485" y="55813"/>
                    </a:lnTo>
                    <a:cubicBezTo>
                      <a:pt x="222915" y="60194"/>
                      <a:pt x="222058" y="67719"/>
                      <a:pt x="213390" y="72672"/>
                    </a:cubicBezTo>
                    <a:lnTo>
                      <a:pt x="125855" y="123154"/>
                    </a:lnTo>
                    <a:cubicBezTo>
                      <a:pt x="116892" y="128183"/>
                      <a:pt x="106072" y="128641"/>
                      <a:pt x="96709" y="124392"/>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60" name="Google Shape;2852;p47">
                <a:extLst>
                  <a:ext uri="{FF2B5EF4-FFF2-40B4-BE49-F238E27FC236}">
                    <a16:creationId xmlns:a16="http://schemas.microsoft.com/office/drawing/2014/main" id="{866AFBA6-8083-FC15-6F85-EE694881398A}"/>
                  </a:ext>
                </a:extLst>
              </p:cNvPr>
              <p:cNvSpPr/>
              <p:nvPr/>
            </p:nvSpPr>
            <p:spPr>
              <a:xfrm>
                <a:off x="5938592" y="4047903"/>
                <a:ext cx="220517" cy="126979"/>
              </a:xfrm>
              <a:custGeom>
                <a:avLst/>
                <a:gdLst/>
                <a:ahLst/>
                <a:cxnLst/>
                <a:rect l="l" t="t" r="r" b="b"/>
                <a:pathLst>
                  <a:path w="220517" h="126979" extrusionOk="0">
                    <a:moveTo>
                      <a:pt x="97114" y="124047"/>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945" y="127924"/>
                      <a:pt x="106315" y="128238"/>
                      <a:pt x="97114" y="124047"/>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61" name="Google Shape;2853;p47">
                <a:extLst>
                  <a:ext uri="{FF2B5EF4-FFF2-40B4-BE49-F238E27FC236}">
                    <a16:creationId xmlns:a16="http://schemas.microsoft.com/office/drawing/2014/main" id="{5DF4DCA2-40C6-58C7-A23D-5EB0C840FB37}"/>
                  </a:ext>
                </a:extLst>
              </p:cNvPr>
              <p:cNvSpPr/>
              <p:nvPr/>
            </p:nvSpPr>
            <p:spPr>
              <a:xfrm>
                <a:off x="6068608" y="4122734"/>
                <a:ext cx="220517" cy="127300"/>
              </a:xfrm>
              <a:custGeom>
                <a:avLst/>
                <a:gdLst/>
                <a:ahLst/>
                <a:cxnLst/>
                <a:rect l="l" t="t" r="r" b="b"/>
                <a:pathLst>
                  <a:path w="220517" h="127300" extrusionOk="0">
                    <a:moveTo>
                      <a:pt x="96733" y="124368"/>
                    </a:moveTo>
                    <a:lnTo>
                      <a:pt x="5007" y="71504"/>
                    </a:lnTo>
                    <a:cubicBezTo>
                      <a:pt x="-2422" y="67123"/>
                      <a:pt x="-1470" y="59598"/>
                      <a:pt x="7103" y="54645"/>
                    </a:cubicBezTo>
                    <a:lnTo>
                      <a:pt x="94638" y="4162"/>
                    </a:lnTo>
                    <a:cubicBezTo>
                      <a:pt x="103591" y="-914"/>
                      <a:pt x="114431" y="-1371"/>
                      <a:pt x="123784" y="2924"/>
                    </a:cubicBezTo>
                    <a:lnTo>
                      <a:pt x="215510" y="55883"/>
                    </a:lnTo>
                    <a:cubicBezTo>
                      <a:pt x="222939" y="60170"/>
                      <a:pt x="221987" y="67694"/>
                      <a:pt x="213414" y="72647"/>
                    </a:cubicBezTo>
                    <a:lnTo>
                      <a:pt x="125880" y="123225"/>
                    </a:lnTo>
                    <a:cubicBezTo>
                      <a:pt x="116898" y="128226"/>
                      <a:pt x="106077" y="128645"/>
                      <a:pt x="96733" y="124368"/>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62" name="Google Shape;2854;p47">
                <a:extLst>
                  <a:ext uri="{FF2B5EF4-FFF2-40B4-BE49-F238E27FC236}">
                    <a16:creationId xmlns:a16="http://schemas.microsoft.com/office/drawing/2014/main" id="{6D6F9D45-74E0-B12F-07E8-25D37D55D306}"/>
                  </a:ext>
                </a:extLst>
              </p:cNvPr>
              <p:cNvSpPr/>
              <p:nvPr/>
            </p:nvSpPr>
            <p:spPr>
              <a:xfrm>
                <a:off x="6198212" y="4197576"/>
                <a:ext cx="220524" cy="127281"/>
              </a:xfrm>
              <a:custGeom>
                <a:avLst/>
                <a:gdLst/>
                <a:ahLst/>
                <a:cxnLst/>
                <a:rect l="l" t="t" r="r" b="b"/>
                <a:pathLst>
                  <a:path w="220524" h="127281" extrusionOk="0">
                    <a:moveTo>
                      <a:pt x="96765" y="124393"/>
                    </a:moveTo>
                    <a:lnTo>
                      <a:pt x="5039" y="71434"/>
                    </a:lnTo>
                    <a:cubicBezTo>
                      <a:pt x="-2390" y="67147"/>
                      <a:pt x="-1533" y="59623"/>
                      <a:pt x="7135" y="54574"/>
                    </a:cubicBezTo>
                    <a:lnTo>
                      <a:pt x="94670" y="4092"/>
                    </a:lnTo>
                    <a:cubicBezTo>
                      <a:pt x="103652" y="-890"/>
                      <a:pt x="114453" y="-1347"/>
                      <a:pt x="123816" y="2853"/>
                    </a:cubicBezTo>
                    <a:lnTo>
                      <a:pt x="215447" y="55812"/>
                    </a:lnTo>
                    <a:cubicBezTo>
                      <a:pt x="222972" y="60194"/>
                      <a:pt x="222019" y="67719"/>
                      <a:pt x="213351" y="72672"/>
                    </a:cubicBezTo>
                    <a:lnTo>
                      <a:pt x="125912" y="123154"/>
                    </a:lnTo>
                    <a:cubicBezTo>
                      <a:pt x="116949" y="128184"/>
                      <a:pt x="106128" y="128641"/>
                      <a:pt x="96765" y="124393"/>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63" name="Google Shape;2855;p47">
                <a:extLst>
                  <a:ext uri="{FF2B5EF4-FFF2-40B4-BE49-F238E27FC236}">
                    <a16:creationId xmlns:a16="http://schemas.microsoft.com/office/drawing/2014/main" id="{8985B499-734C-4E7B-B033-9C30740DCB02}"/>
                  </a:ext>
                </a:extLst>
              </p:cNvPr>
              <p:cNvSpPr/>
              <p:nvPr/>
            </p:nvSpPr>
            <p:spPr>
              <a:xfrm>
                <a:off x="6327808" y="4272442"/>
                <a:ext cx="380989" cy="219907"/>
              </a:xfrm>
              <a:custGeom>
                <a:avLst/>
                <a:gdLst/>
                <a:ahLst/>
                <a:cxnLst/>
                <a:rect l="l" t="t" r="r" b="b"/>
                <a:pathLst>
                  <a:path w="380989" h="219907" extrusionOk="0">
                    <a:moveTo>
                      <a:pt x="257205" y="216975"/>
                    </a:moveTo>
                    <a:lnTo>
                      <a:pt x="5078" y="71433"/>
                    </a:lnTo>
                    <a:cubicBezTo>
                      <a:pt x="-2447" y="67147"/>
                      <a:pt x="-1494" y="59622"/>
                      <a:pt x="7174" y="54574"/>
                    </a:cubicBezTo>
                    <a:lnTo>
                      <a:pt x="94613" y="4092"/>
                    </a:lnTo>
                    <a:cubicBezTo>
                      <a:pt x="103624" y="-890"/>
                      <a:pt x="114454" y="-1347"/>
                      <a:pt x="123855" y="2854"/>
                    </a:cubicBezTo>
                    <a:lnTo>
                      <a:pt x="375982" y="148396"/>
                    </a:lnTo>
                    <a:cubicBezTo>
                      <a:pt x="383411" y="152777"/>
                      <a:pt x="382459" y="160302"/>
                      <a:pt x="373886" y="165255"/>
                    </a:cubicBezTo>
                    <a:lnTo>
                      <a:pt x="286351" y="215832"/>
                    </a:lnTo>
                    <a:cubicBezTo>
                      <a:pt x="277369" y="220833"/>
                      <a:pt x="266549" y="221252"/>
                      <a:pt x="257205" y="216975"/>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64" name="Google Shape;2856;p47">
                <a:extLst>
                  <a:ext uri="{FF2B5EF4-FFF2-40B4-BE49-F238E27FC236}">
                    <a16:creationId xmlns:a16="http://schemas.microsoft.com/office/drawing/2014/main" id="{3849D8E9-733B-0455-DCF4-12EC229A642F}"/>
                  </a:ext>
                </a:extLst>
              </p:cNvPr>
              <p:cNvSpPr/>
              <p:nvPr/>
            </p:nvSpPr>
            <p:spPr>
              <a:xfrm>
                <a:off x="4739038" y="3355149"/>
                <a:ext cx="253901" cy="146525"/>
              </a:xfrm>
              <a:custGeom>
                <a:avLst/>
                <a:gdLst/>
                <a:ahLst/>
                <a:cxnLst/>
                <a:rect l="l" t="t" r="r" b="b"/>
                <a:pathLst>
                  <a:path w="253901" h="146525" extrusionOk="0">
                    <a:moveTo>
                      <a:pt x="130046" y="143668"/>
                    </a:moveTo>
                    <a:lnTo>
                      <a:pt x="5078" y="71469"/>
                    </a:lnTo>
                    <a:cubicBezTo>
                      <a:pt x="-2447" y="67183"/>
                      <a:pt x="-1494" y="59563"/>
                      <a:pt x="7174" y="54610"/>
                    </a:cubicBezTo>
                    <a:lnTo>
                      <a:pt x="94613" y="4127"/>
                    </a:lnTo>
                    <a:cubicBezTo>
                      <a:pt x="103614" y="-902"/>
                      <a:pt x="114463" y="-1359"/>
                      <a:pt x="123855" y="2889"/>
                    </a:cubicBezTo>
                    <a:lnTo>
                      <a:pt x="248823" y="75088"/>
                    </a:lnTo>
                    <a:cubicBezTo>
                      <a:pt x="256348" y="79375"/>
                      <a:pt x="255395" y="86899"/>
                      <a:pt x="246727" y="91948"/>
                    </a:cubicBezTo>
                    <a:lnTo>
                      <a:pt x="159288" y="142430"/>
                    </a:lnTo>
                    <a:cubicBezTo>
                      <a:pt x="150277" y="147412"/>
                      <a:pt x="139447" y="147879"/>
                      <a:pt x="130046" y="143668"/>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65" name="Google Shape;2857;p47">
                <a:extLst>
                  <a:ext uri="{FF2B5EF4-FFF2-40B4-BE49-F238E27FC236}">
                    <a16:creationId xmlns:a16="http://schemas.microsoft.com/office/drawing/2014/main" id="{4E2AD921-B81F-5C34-B719-FE9F18C3AD5F}"/>
                  </a:ext>
                </a:extLst>
              </p:cNvPr>
              <p:cNvSpPr/>
              <p:nvPr/>
            </p:nvSpPr>
            <p:spPr>
              <a:xfrm>
                <a:off x="5246664" y="3087528"/>
                <a:ext cx="1926000" cy="1111651"/>
              </a:xfrm>
              <a:custGeom>
                <a:avLst/>
                <a:gdLst/>
                <a:ahLst/>
                <a:cxnLst/>
                <a:rect l="l" t="t" r="r" b="b"/>
                <a:pathLst>
                  <a:path w="1926000" h="1111651" extrusionOk="0">
                    <a:moveTo>
                      <a:pt x="1845936" y="1108805"/>
                    </a:moveTo>
                    <a:lnTo>
                      <a:pt x="5039" y="46196"/>
                    </a:lnTo>
                    <a:cubicBezTo>
                      <a:pt x="-2390" y="41910"/>
                      <a:pt x="-1533" y="34290"/>
                      <a:pt x="7135" y="29337"/>
                    </a:cubicBezTo>
                    <a:lnTo>
                      <a:pt x="50855" y="4096"/>
                    </a:lnTo>
                    <a:cubicBezTo>
                      <a:pt x="59865" y="-886"/>
                      <a:pt x="70695" y="-1353"/>
                      <a:pt x="80097" y="2857"/>
                    </a:cubicBezTo>
                    <a:lnTo>
                      <a:pt x="1920993" y="1065371"/>
                    </a:lnTo>
                    <a:cubicBezTo>
                      <a:pt x="1928423" y="1069658"/>
                      <a:pt x="1927470" y="1077182"/>
                      <a:pt x="1918898" y="1082230"/>
                    </a:cubicBezTo>
                    <a:lnTo>
                      <a:pt x="1875083" y="1107472"/>
                    </a:lnTo>
                    <a:cubicBezTo>
                      <a:pt x="1866129" y="1112529"/>
                      <a:pt x="1855309" y="1113025"/>
                      <a:pt x="1845936" y="1108805"/>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66" name="Google Shape;2858;p47">
                <a:extLst>
                  <a:ext uri="{FF2B5EF4-FFF2-40B4-BE49-F238E27FC236}">
                    <a16:creationId xmlns:a16="http://schemas.microsoft.com/office/drawing/2014/main" id="{8E8AC13D-12FD-A568-CE4E-62F4A40A2F2A}"/>
                  </a:ext>
                </a:extLst>
              </p:cNvPr>
              <p:cNvSpPr/>
              <p:nvPr/>
            </p:nvSpPr>
            <p:spPr>
              <a:xfrm>
                <a:off x="4501288" y="3792632"/>
                <a:ext cx="1451798" cy="838156"/>
              </a:xfrm>
              <a:custGeom>
                <a:avLst/>
                <a:gdLst/>
                <a:ahLst/>
                <a:cxnLst/>
                <a:rect l="l" t="t" r="r" b="b"/>
                <a:pathLst>
                  <a:path w="1451798" h="838156" extrusionOk="0">
                    <a:moveTo>
                      <a:pt x="1450884" y="524573"/>
                    </a:moveTo>
                    <a:cubicBezTo>
                      <a:pt x="1448283" y="530298"/>
                      <a:pt x="1443816" y="534965"/>
                      <a:pt x="1438216" y="537813"/>
                    </a:cubicBezTo>
                    <a:lnTo>
                      <a:pt x="931581" y="830231"/>
                    </a:lnTo>
                    <a:cubicBezTo>
                      <a:pt x="914321" y="839889"/>
                      <a:pt x="893500" y="840766"/>
                      <a:pt x="875479" y="832612"/>
                    </a:cubicBezTo>
                    <a:lnTo>
                      <a:pt x="9751" y="332740"/>
                    </a:lnTo>
                    <a:cubicBezTo>
                      <a:pt x="5808" y="330683"/>
                      <a:pt x="2709" y="327311"/>
                      <a:pt x="988" y="323215"/>
                    </a:cubicBezTo>
                    <a:cubicBezTo>
                      <a:pt x="-2155" y="315595"/>
                      <a:pt x="2226" y="306641"/>
                      <a:pt x="13752" y="299974"/>
                    </a:cubicBezTo>
                    <a:lnTo>
                      <a:pt x="520387" y="7842"/>
                    </a:lnTo>
                    <a:cubicBezTo>
                      <a:pt x="537674" y="-1740"/>
                      <a:pt x="558477" y="-2588"/>
                      <a:pt x="576489" y="5556"/>
                    </a:cubicBezTo>
                    <a:lnTo>
                      <a:pt x="1442311" y="505428"/>
                    </a:lnTo>
                    <a:cubicBezTo>
                      <a:pt x="1449874" y="508438"/>
                      <a:pt x="1453675" y="516925"/>
                      <a:pt x="1450884" y="524573"/>
                    </a:cubicBez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67" name="Google Shape;2859;p47">
                <a:extLst>
                  <a:ext uri="{FF2B5EF4-FFF2-40B4-BE49-F238E27FC236}">
                    <a16:creationId xmlns:a16="http://schemas.microsoft.com/office/drawing/2014/main" id="{BC48C82C-DF46-0F30-D020-8F7CD4121E24}"/>
                  </a:ext>
                </a:extLst>
              </p:cNvPr>
              <p:cNvSpPr/>
              <p:nvPr/>
            </p:nvSpPr>
            <p:spPr>
              <a:xfrm>
                <a:off x="4502277" y="3802740"/>
                <a:ext cx="1449895" cy="828048"/>
              </a:xfrm>
              <a:custGeom>
                <a:avLst/>
                <a:gdLst/>
                <a:ahLst/>
                <a:cxnLst/>
                <a:rect l="l" t="t" r="r" b="b"/>
                <a:pathLst>
                  <a:path w="1449895" h="828048" extrusionOk="0">
                    <a:moveTo>
                      <a:pt x="1449896" y="514465"/>
                    </a:moveTo>
                    <a:cubicBezTo>
                      <a:pt x="1447295" y="520190"/>
                      <a:pt x="1442828" y="524857"/>
                      <a:pt x="1437227" y="527705"/>
                    </a:cubicBezTo>
                    <a:lnTo>
                      <a:pt x="930593" y="820123"/>
                    </a:lnTo>
                    <a:cubicBezTo>
                      <a:pt x="913333" y="829781"/>
                      <a:pt x="892512" y="830657"/>
                      <a:pt x="874490" y="822504"/>
                    </a:cubicBezTo>
                    <a:lnTo>
                      <a:pt x="8763" y="322632"/>
                    </a:lnTo>
                    <a:cubicBezTo>
                      <a:pt x="4820" y="320575"/>
                      <a:pt x="1720" y="317203"/>
                      <a:pt x="0" y="313107"/>
                    </a:cubicBezTo>
                    <a:cubicBezTo>
                      <a:pt x="2669" y="307582"/>
                      <a:pt x="7089" y="303096"/>
                      <a:pt x="12573" y="300343"/>
                    </a:cubicBezTo>
                    <a:lnTo>
                      <a:pt x="519208" y="7926"/>
                    </a:lnTo>
                    <a:cubicBezTo>
                      <a:pt x="536467" y="-1732"/>
                      <a:pt x="557289" y="-2609"/>
                      <a:pt x="575310" y="5545"/>
                    </a:cubicBezTo>
                    <a:lnTo>
                      <a:pt x="1441323" y="505417"/>
                    </a:lnTo>
                    <a:cubicBezTo>
                      <a:pt x="1445095" y="507417"/>
                      <a:pt x="1448105" y="510598"/>
                      <a:pt x="1449896" y="514465"/>
                    </a:cubicBezTo>
                    <a:close/>
                  </a:path>
                </a:pathLst>
              </a:custGeom>
              <a:solidFill>
                <a:srgbClr val="C3C6D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68" name="Google Shape;2860;p47">
                <a:extLst>
                  <a:ext uri="{FF2B5EF4-FFF2-40B4-BE49-F238E27FC236}">
                    <a16:creationId xmlns:a16="http://schemas.microsoft.com/office/drawing/2014/main" id="{628B0BF4-4EB8-74DE-AC60-8EDA7067CDFB}"/>
                  </a:ext>
                </a:extLst>
              </p:cNvPr>
              <p:cNvSpPr/>
              <p:nvPr/>
            </p:nvSpPr>
            <p:spPr>
              <a:xfrm>
                <a:off x="5378291" y="2993528"/>
                <a:ext cx="1867947" cy="1123828"/>
              </a:xfrm>
              <a:custGeom>
                <a:avLst/>
                <a:gdLst/>
                <a:ahLst/>
                <a:cxnLst/>
                <a:rect l="l" t="t" r="r" b="b"/>
                <a:pathLst>
                  <a:path w="1867947" h="1123828" extrusionOk="0">
                    <a:moveTo>
                      <a:pt x="1854422" y="1122224"/>
                    </a:moveTo>
                    <a:lnTo>
                      <a:pt x="13526" y="59425"/>
                    </a:lnTo>
                    <a:cubicBezTo>
                      <a:pt x="5191" y="53395"/>
                      <a:pt x="181" y="43804"/>
                      <a:pt x="0" y="33517"/>
                    </a:cubicBezTo>
                    <a:lnTo>
                      <a:pt x="0" y="11895"/>
                    </a:lnTo>
                    <a:cubicBezTo>
                      <a:pt x="0" y="1894"/>
                      <a:pt x="6096" y="-2678"/>
                      <a:pt x="13526" y="1608"/>
                    </a:cubicBezTo>
                    <a:lnTo>
                      <a:pt x="1854422" y="1064122"/>
                    </a:lnTo>
                    <a:cubicBezTo>
                      <a:pt x="1862804" y="1070103"/>
                      <a:pt x="1867833" y="1079733"/>
                      <a:pt x="1867948" y="1090030"/>
                    </a:cubicBezTo>
                    <a:lnTo>
                      <a:pt x="1867948" y="1111747"/>
                    </a:lnTo>
                    <a:cubicBezTo>
                      <a:pt x="1867948" y="1121938"/>
                      <a:pt x="1861947" y="1126510"/>
                      <a:pt x="1854422" y="1122224"/>
                    </a:cubicBezTo>
                    <a:close/>
                  </a:path>
                </a:pathLst>
              </a:custGeom>
              <a:solidFill>
                <a:srgbClr val="2B303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69" name="Google Shape;2861;p47">
                <a:extLst>
                  <a:ext uri="{FF2B5EF4-FFF2-40B4-BE49-F238E27FC236}">
                    <a16:creationId xmlns:a16="http://schemas.microsoft.com/office/drawing/2014/main" id="{5E47ACBD-D54E-A858-7C49-E8741551CD47}"/>
                  </a:ext>
                </a:extLst>
              </p:cNvPr>
              <p:cNvSpPr/>
              <p:nvPr/>
            </p:nvSpPr>
            <p:spPr>
              <a:xfrm>
                <a:off x="5482399" y="1596347"/>
                <a:ext cx="657230" cy="440903"/>
              </a:xfrm>
              <a:custGeom>
                <a:avLst/>
                <a:gdLst/>
                <a:ahLst/>
                <a:cxnLst/>
                <a:rect l="l" t="t" r="r" b="b"/>
                <a:pathLst>
                  <a:path w="657230" h="440903" extrusionOk="0">
                    <a:moveTo>
                      <a:pt x="647700" y="439716"/>
                    </a:moveTo>
                    <a:lnTo>
                      <a:pt x="9525" y="71480"/>
                    </a:lnTo>
                    <a:cubicBezTo>
                      <a:pt x="3610" y="67173"/>
                      <a:pt x="76" y="60320"/>
                      <a:pt x="0" y="53001"/>
                    </a:cubicBezTo>
                    <a:lnTo>
                      <a:pt x="0" y="8520"/>
                    </a:lnTo>
                    <a:cubicBezTo>
                      <a:pt x="0" y="1376"/>
                      <a:pt x="4381" y="-1958"/>
                      <a:pt x="9525" y="1185"/>
                    </a:cubicBezTo>
                    <a:lnTo>
                      <a:pt x="647700" y="369422"/>
                    </a:lnTo>
                    <a:cubicBezTo>
                      <a:pt x="653615" y="373729"/>
                      <a:pt x="657149" y="380581"/>
                      <a:pt x="657225" y="387900"/>
                    </a:cubicBezTo>
                    <a:lnTo>
                      <a:pt x="657225" y="432477"/>
                    </a:lnTo>
                    <a:cubicBezTo>
                      <a:pt x="657416" y="439526"/>
                      <a:pt x="653034" y="442860"/>
                      <a:pt x="647700" y="439716"/>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70" name="Google Shape;2862;p47">
                <a:extLst>
                  <a:ext uri="{FF2B5EF4-FFF2-40B4-BE49-F238E27FC236}">
                    <a16:creationId xmlns:a16="http://schemas.microsoft.com/office/drawing/2014/main" id="{37AEDF6C-CF10-FEA0-F444-D3C3A88CAFD4}"/>
                  </a:ext>
                </a:extLst>
              </p:cNvPr>
              <p:cNvSpPr/>
              <p:nvPr/>
            </p:nvSpPr>
            <p:spPr>
              <a:xfrm>
                <a:off x="5485731" y="1725601"/>
                <a:ext cx="490070" cy="322282"/>
              </a:xfrm>
              <a:custGeom>
                <a:avLst/>
                <a:gdLst/>
                <a:ahLst/>
                <a:cxnLst/>
                <a:rect l="l" t="t" r="r" b="b"/>
                <a:pathLst>
                  <a:path w="490070" h="322282" extrusionOk="0">
                    <a:moveTo>
                      <a:pt x="480538" y="321130"/>
                    </a:moveTo>
                    <a:lnTo>
                      <a:pt x="9527" y="49191"/>
                    </a:lnTo>
                    <a:cubicBezTo>
                      <a:pt x="3460" y="44756"/>
                      <a:pt x="-93" y="37658"/>
                      <a:pt x="2" y="30141"/>
                    </a:cubicBezTo>
                    <a:lnTo>
                      <a:pt x="2" y="8520"/>
                    </a:lnTo>
                    <a:cubicBezTo>
                      <a:pt x="2" y="1376"/>
                      <a:pt x="4288" y="-1958"/>
                      <a:pt x="9527" y="1185"/>
                    </a:cubicBezTo>
                    <a:lnTo>
                      <a:pt x="480538" y="273124"/>
                    </a:lnTo>
                    <a:cubicBezTo>
                      <a:pt x="486606" y="277563"/>
                      <a:pt x="490158" y="284659"/>
                      <a:pt x="490063" y="292174"/>
                    </a:cubicBezTo>
                    <a:lnTo>
                      <a:pt x="490063" y="314272"/>
                    </a:lnTo>
                    <a:cubicBezTo>
                      <a:pt x="490254" y="320940"/>
                      <a:pt x="486444" y="324178"/>
                      <a:pt x="480538" y="321130"/>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71" name="Google Shape;2863;p47">
                <a:extLst>
                  <a:ext uri="{FF2B5EF4-FFF2-40B4-BE49-F238E27FC236}">
                    <a16:creationId xmlns:a16="http://schemas.microsoft.com/office/drawing/2014/main" id="{C0BEC57D-676A-F18C-EF27-25D009A2F0F4}"/>
                  </a:ext>
                </a:extLst>
              </p:cNvPr>
              <p:cNvSpPr/>
              <p:nvPr/>
            </p:nvSpPr>
            <p:spPr>
              <a:xfrm>
                <a:off x="5485731" y="1809557"/>
                <a:ext cx="490070" cy="322194"/>
              </a:xfrm>
              <a:custGeom>
                <a:avLst/>
                <a:gdLst/>
                <a:ahLst/>
                <a:cxnLst/>
                <a:rect l="l" t="t" r="r" b="b"/>
                <a:pathLst>
                  <a:path w="490070" h="322194" extrusionOk="0">
                    <a:moveTo>
                      <a:pt x="480538" y="321090"/>
                    </a:moveTo>
                    <a:lnTo>
                      <a:pt x="9527" y="49151"/>
                    </a:lnTo>
                    <a:cubicBezTo>
                      <a:pt x="3460" y="44715"/>
                      <a:pt x="-93" y="37618"/>
                      <a:pt x="2" y="30101"/>
                    </a:cubicBezTo>
                    <a:lnTo>
                      <a:pt x="2" y="8479"/>
                    </a:lnTo>
                    <a:cubicBezTo>
                      <a:pt x="2" y="1335"/>
                      <a:pt x="4288" y="-1903"/>
                      <a:pt x="9527" y="1145"/>
                    </a:cubicBezTo>
                    <a:lnTo>
                      <a:pt x="480538" y="273179"/>
                    </a:lnTo>
                    <a:cubicBezTo>
                      <a:pt x="486491" y="277456"/>
                      <a:pt x="490035" y="284323"/>
                      <a:pt x="490063" y="291657"/>
                    </a:cubicBezTo>
                    <a:lnTo>
                      <a:pt x="490063" y="313755"/>
                    </a:lnTo>
                    <a:cubicBezTo>
                      <a:pt x="490254" y="320899"/>
                      <a:pt x="486444" y="324042"/>
                      <a:pt x="480538" y="321090"/>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72" name="Google Shape;2864;p47">
                <a:extLst>
                  <a:ext uri="{FF2B5EF4-FFF2-40B4-BE49-F238E27FC236}">
                    <a16:creationId xmlns:a16="http://schemas.microsoft.com/office/drawing/2014/main" id="{1312C3C3-6BB1-1752-C4FC-4E9F3AD79C5D}"/>
                  </a:ext>
                </a:extLst>
              </p:cNvPr>
              <p:cNvSpPr/>
              <p:nvPr/>
            </p:nvSpPr>
            <p:spPr>
              <a:xfrm>
                <a:off x="5485733" y="1893472"/>
                <a:ext cx="401289" cy="270998"/>
              </a:xfrm>
              <a:custGeom>
                <a:avLst/>
                <a:gdLst/>
                <a:ahLst/>
                <a:cxnLst/>
                <a:rect l="l" t="t" r="r" b="b"/>
                <a:pathLst>
                  <a:path w="401289" h="270998" extrusionOk="0">
                    <a:moveTo>
                      <a:pt x="391763" y="269845"/>
                    </a:moveTo>
                    <a:lnTo>
                      <a:pt x="9525" y="49627"/>
                    </a:lnTo>
                    <a:cubicBezTo>
                      <a:pt x="3572" y="45351"/>
                      <a:pt x="29" y="38479"/>
                      <a:pt x="0" y="31149"/>
                    </a:cubicBezTo>
                    <a:lnTo>
                      <a:pt x="0" y="8479"/>
                    </a:lnTo>
                    <a:cubicBezTo>
                      <a:pt x="0" y="1335"/>
                      <a:pt x="4286" y="-1903"/>
                      <a:pt x="9525" y="1145"/>
                    </a:cubicBezTo>
                    <a:lnTo>
                      <a:pt x="391763" y="221839"/>
                    </a:lnTo>
                    <a:cubicBezTo>
                      <a:pt x="397821" y="226287"/>
                      <a:pt x="401364" y="233374"/>
                      <a:pt x="401288" y="240889"/>
                    </a:cubicBezTo>
                    <a:lnTo>
                      <a:pt x="401288" y="262987"/>
                    </a:lnTo>
                    <a:cubicBezTo>
                      <a:pt x="401384" y="269655"/>
                      <a:pt x="397097" y="272893"/>
                      <a:pt x="391763" y="269845"/>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73" name="Google Shape;2865;p47">
                <a:extLst>
                  <a:ext uri="{FF2B5EF4-FFF2-40B4-BE49-F238E27FC236}">
                    <a16:creationId xmlns:a16="http://schemas.microsoft.com/office/drawing/2014/main" id="{AC05932C-51C6-6D7E-AB23-5CB770F346AB}"/>
                  </a:ext>
                </a:extLst>
              </p:cNvPr>
              <p:cNvSpPr/>
              <p:nvPr/>
            </p:nvSpPr>
            <p:spPr>
              <a:xfrm>
                <a:off x="5482398" y="2477545"/>
                <a:ext cx="657231" cy="440923"/>
              </a:xfrm>
              <a:custGeom>
                <a:avLst/>
                <a:gdLst/>
                <a:ahLst/>
                <a:cxnLst/>
                <a:rect l="l" t="t" r="r" b="b"/>
                <a:pathLst>
                  <a:path w="657231" h="440923" extrusionOk="0">
                    <a:moveTo>
                      <a:pt x="647701" y="439771"/>
                    </a:moveTo>
                    <a:lnTo>
                      <a:pt x="9526" y="71535"/>
                    </a:lnTo>
                    <a:cubicBezTo>
                      <a:pt x="3477" y="67077"/>
                      <a:pt x="-56" y="59990"/>
                      <a:pt x="1" y="52485"/>
                    </a:cubicBezTo>
                    <a:lnTo>
                      <a:pt x="1" y="8479"/>
                    </a:lnTo>
                    <a:cubicBezTo>
                      <a:pt x="1" y="1335"/>
                      <a:pt x="4382" y="-1903"/>
                      <a:pt x="9526" y="1145"/>
                    </a:cubicBezTo>
                    <a:lnTo>
                      <a:pt x="647701" y="369381"/>
                    </a:lnTo>
                    <a:cubicBezTo>
                      <a:pt x="653749" y="373839"/>
                      <a:pt x="657283" y="380926"/>
                      <a:pt x="657226" y="388431"/>
                    </a:cubicBezTo>
                    <a:lnTo>
                      <a:pt x="657226" y="432913"/>
                    </a:lnTo>
                    <a:cubicBezTo>
                      <a:pt x="657416" y="439581"/>
                      <a:pt x="653035" y="442819"/>
                      <a:pt x="647701" y="439771"/>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74" name="Google Shape;2866;p47">
                <a:extLst>
                  <a:ext uri="{FF2B5EF4-FFF2-40B4-BE49-F238E27FC236}">
                    <a16:creationId xmlns:a16="http://schemas.microsoft.com/office/drawing/2014/main" id="{CE63237C-64FD-B21B-FC45-716A4C742232}"/>
                  </a:ext>
                </a:extLst>
              </p:cNvPr>
              <p:cNvSpPr/>
              <p:nvPr/>
            </p:nvSpPr>
            <p:spPr>
              <a:xfrm>
                <a:off x="5485733" y="2606854"/>
                <a:ext cx="490068" cy="322274"/>
              </a:xfrm>
              <a:custGeom>
                <a:avLst/>
                <a:gdLst/>
                <a:ahLst/>
                <a:cxnLst/>
                <a:rect l="l" t="t" r="r" b="b"/>
                <a:pathLst>
                  <a:path w="490068" h="322274" extrusionOk="0">
                    <a:moveTo>
                      <a:pt x="480536" y="321130"/>
                    </a:moveTo>
                    <a:lnTo>
                      <a:pt x="9525" y="49096"/>
                    </a:lnTo>
                    <a:cubicBezTo>
                      <a:pt x="3572" y="44819"/>
                      <a:pt x="29" y="37952"/>
                      <a:pt x="0" y="30618"/>
                    </a:cubicBezTo>
                    <a:lnTo>
                      <a:pt x="0" y="8520"/>
                    </a:lnTo>
                    <a:cubicBezTo>
                      <a:pt x="0" y="1376"/>
                      <a:pt x="4286" y="-1958"/>
                      <a:pt x="9525" y="1185"/>
                    </a:cubicBezTo>
                    <a:lnTo>
                      <a:pt x="480536" y="273124"/>
                    </a:lnTo>
                    <a:cubicBezTo>
                      <a:pt x="486470" y="277420"/>
                      <a:pt x="490004" y="284278"/>
                      <a:pt x="490061" y="291603"/>
                    </a:cubicBezTo>
                    <a:lnTo>
                      <a:pt x="490061" y="313796"/>
                    </a:lnTo>
                    <a:cubicBezTo>
                      <a:pt x="490252" y="320940"/>
                      <a:pt x="486442" y="324178"/>
                      <a:pt x="480536" y="321130"/>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75" name="Google Shape;2867;p47">
                <a:extLst>
                  <a:ext uri="{FF2B5EF4-FFF2-40B4-BE49-F238E27FC236}">
                    <a16:creationId xmlns:a16="http://schemas.microsoft.com/office/drawing/2014/main" id="{13C802C2-5D9D-9D6C-B72E-C0631DFBA246}"/>
                  </a:ext>
                </a:extLst>
              </p:cNvPr>
              <p:cNvSpPr/>
              <p:nvPr/>
            </p:nvSpPr>
            <p:spPr>
              <a:xfrm>
                <a:off x="5485733" y="2690770"/>
                <a:ext cx="490068" cy="322283"/>
              </a:xfrm>
              <a:custGeom>
                <a:avLst/>
                <a:gdLst/>
                <a:ahLst/>
                <a:cxnLst/>
                <a:rect l="l" t="t" r="r" b="b"/>
                <a:pathLst>
                  <a:path w="490068" h="322283" extrusionOk="0">
                    <a:moveTo>
                      <a:pt x="480536" y="321130"/>
                    </a:moveTo>
                    <a:lnTo>
                      <a:pt x="9525" y="49191"/>
                    </a:lnTo>
                    <a:cubicBezTo>
                      <a:pt x="3591" y="44858"/>
                      <a:pt x="57" y="37971"/>
                      <a:pt x="0" y="30618"/>
                    </a:cubicBezTo>
                    <a:lnTo>
                      <a:pt x="0" y="8520"/>
                    </a:lnTo>
                    <a:cubicBezTo>
                      <a:pt x="0" y="1376"/>
                      <a:pt x="4286" y="-1958"/>
                      <a:pt x="9525" y="1185"/>
                    </a:cubicBezTo>
                    <a:lnTo>
                      <a:pt x="480536" y="273124"/>
                    </a:lnTo>
                    <a:cubicBezTo>
                      <a:pt x="486604" y="277563"/>
                      <a:pt x="490157" y="284659"/>
                      <a:pt x="490061" y="292174"/>
                    </a:cubicBezTo>
                    <a:lnTo>
                      <a:pt x="490061" y="314272"/>
                    </a:lnTo>
                    <a:cubicBezTo>
                      <a:pt x="490252" y="320940"/>
                      <a:pt x="486442" y="324178"/>
                      <a:pt x="480536" y="321130"/>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76" name="Google Shape;2868;p47">
                <a:extLst>
                  <a:ext uri="{FF2B5EF4-FFF2-40B4-BE49-F238E27FC236}">
                    <a16:creationId xmlns:a16="http://schemas.microsoft.com/office/drawing/2014/main" id="{B6362FCB-0208-BDE6-87A3-034D5ABB076C}"/>
                  </a:ext>
                </a:extLst>
              </p:cNvPr>
              <p:cNvSpPr/>
              <p:nvPr/>
            </p:nvSpPr>
            <p:spPr>
              <a:xfrm>
                <a:off x="5485733" y="2774725"/>
                <a:ext cx="401289" cy="271152"/>
              </a:xfrm>
              <a:custGeom>
                <a:avLst/>
                <a:gdLst/>
                <a:ahLst/>
                <a:cxnLst/>
                <a:rect l="l" t="t" r="r" b="b"/>
                <a:pathLst>
                  <a:path w="401289" h="271152" extrusionOk="0">
                    <a:moveTo>
                      <a:pt x="391763" y="269845"/>
                    </a:moveTo>
                    <a:lnTo>
                      <a:pt x="9525" y="49151"/>
                    </a:lnTo>
                    <a:cubicBezTo>
                      <a:pt x="3591" y="44817"/>
                      <a:pt x="57" y="37931"/>
                      <a:pt x="0" y="30577"/>
                    </a:cubicBezTo>
                    <a:lnTo>
                      <a:pt x="0" y="8479"/>
                    </a:lnTo>
                    <a:cubicBezTo>
                      <a:pt x="0" y="1335"/>
                      <a:pt x="4286" y="-1903"/>
                      <a:pt x="9525" y="1145"/>
                    </a:cubicBezTo>
                    <a:lnTo>
                      <a:pt x="391763" y="221839"/>
                    </a:lnTo>
                    <a:cubicBezTo>
                      <a:pt x="397697" y="226135"/>
                      <a:pt x="401231" y="232993"/>
                      <a:pt x="401288" y="240318"/>
                    </a:cubicBezTo>
                    <a:lnTo>
                      <a:pt x="401288" y="262511"/>
                    </a:lnTo>
                    <a:cubicBezTo>
                      <a:pt x="401384" y="269655"/>
                      <a:pt x="397097" y="273274"/>
                      <a:pt x="391763" y="269845"/>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77" name="Google Shape;2869;p47">
                <a:extLst>
                  <a:ext uri="{FF2B5EF4-FFF2-40B4-BE49-F238E27FC236}">
                    <a16:creationId xmlns:a16="http://schemas.microsoft.com/office/drawing/2014/main" id="{AD18E4FD-75C7-116E-A131-0E4F9709D42B}"/>
                  </a:ext>
                </a:extLst>
              </p:cNvPr>
              <p:cNvSpPr/>
              <p:nvPr/>
            </p:nvSpPr>
            <p:spPr>
              <a:xfrm>
                <a:off x="6293929" y="2971606"/>
                <a:ext cx="893444" cy="828868"/>
              </a:xfrm>
              <a:custGeom>
                <a:avLst/>
                <a:gdLst/>
                <a:ahLst/>
                <a:cxnLst/>
                <a:rect l="l" t="t" r="r" b="b"/>
                <a:pathLst>
                  <a:path w="893444" h="828868" extrusionOk="0">
                    <a:moveTo>
                      <a:pt x="6858" y="55057"/>
                    </a:moveTo>
                    <a:cubicBezTo>
                      <a:pt x="6858" y="55057"/>
                      <a:pt x="77248" y="114113"/>
                      <a:pt x="178784" y="33436"/>
                    </a:cubicBezTo>
                    <a:cubicBezTo>
                      <a:pt x="251365" y="-26096"/>
                      <a:pt x="316230" y="7909"/>
                      <a:pt x="352330" y="28483"/>
                    </a:cubicBezTo>
                    <a:cubicBezTo>
                      <a:pt x="388430" y="49057"/>
                      <a:pt x="441007" y="61344"/>
                      <a:pt x="540068" y="240795"/>
                    </a:cubicBezTo>
                    <a:cubicBezTo>
                      <a:pt x="561489" y="276076"/>
                      <a:pt x="590845" y="305889"/>
                      <a:pt x="625793" y="327853"/>
                    </a:cubicBezTo>
                    <a:cubicBezTo>
                      <a:pt x="679228" y="358619"/>
                      <a:pt x="704850" y="343665"/>
                      <a:pt x="746855" y="280228"/>
                    </a:cubicBezTo>
                    <a:cubicBezTo>
                      <a:pt x="788861" y="216792"/>
                      <a:pt x="816293" y="146878"/>
                      <a:pt x="893445" y="192598"/>
                    </a:cubicBezTo>
                    <a:lnTo>
                      <a:pt x="893445" y="828868"/>
                    </a:lnTo>
                    <a:lnTo>
                      <a:pt x="0" y="313090"/>
                    </a:lnTo>
                    <a:lnTo>
                      <a:pt x="0" y="50867"/>
                    </a:lnTo>
                    <a:close/>
                  </a:path>
                </a:pathLst>
              </a:custGeom>
              <a:solidFill>
                <a:srgbClr val="F5F6F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78" name="Google Shape;2870;p47">
                <a:extLst>
                  <a:ext uri="{FF2B5EF4-FFF2-40B4-BE49-F238E27FC236}">
                    <a16:creationId xmlns:a16="http://schemas.microsoft.com/office/drawing/2014/main" id="{EAE131FF-36CC-513B-7570-B9367F5B71E1}"/>
                  </a:ext>
                </a:extLst>
              </p:cNvPr>
              <p:cNvSpPr/>
              <p:nvPr/>
            </p:nvSpPr>
            <p:spPr>
              <a:xfrm>
                <a:off x="5485733" y="2024441"/>
                <a:ext cx="630461" cy="733619"/>
              </a:xfrm>
              <a:custGeom>
                <a:avLst/>
                <a:gdLst/>
                <a:ahLst/>
                <a:cxnLst/>
                <a:rect l="l" t="t" r="r" b="b"/>
                <a:pathLst>
                  <a:path w="630461" h="733619" extrusionOk="0">
                    <a:moveTo>
                      <a:pt x="620935" y="732474"/>
                    </a:moveTo>
                    <a:lnTo>
                      <a:pt x="9525" y="379478"/>
                    </a:lnTo>
                    <a:cubicBezTo>
                      <a:pt x="3591" y="375144"/>
                      <a:pt x="57" y="368257"/>
                      <a:pt x="0" y="360904"/>
                    </a:cubicBezTo>
                    <a:lnTo>
                      <a:pt x="0" y="8479"/>
                    </a:lnTo>
                    <a:cubicBezTo>
                      <a:pt x="0" y="1335"/>
                      <a:pt x="4286" y="-1903"/>
                      <a:pt x="9525" y="1145"/>
                    </a:cubicBezTo>
                    <a:lnTo>
                      <a:pt x="620935" y="354141"/>
                    </a:lnTo>
                    <a:cubicBezTo>
                      <a:pt x="626859" y="358485"/>
                      <a:pt x="630384" y="365371"/>
                      <a:pt x="630460" y="372715"/>
                    </a:cubicBezTo>
                    <a:lnTo>
                      <a:pt x="630460" y="725140"/>
                    </a:lnTo>
                    <a:cubicBezTo>
                      <a:pt x="630555" y="732284"/>
                      <a:pt x="626269" y="735522"/>
                      <a:pt x="620935" y="732474"/>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79" name="Google Shape;2871;p47">
                <a:extLst>
                  <a:ext uri="{FF2B5EF4-FFF2-40B4-BE49-F238E27FC236}">
                    <a16:creationId xmlns:a16="http://schemas.microsoft.com/office/drawing/2014/main" id="{8A5D8E13-8182-9FD4-2572-BE02DF4E7D91}"/>
                  </a:ext>
                </a:extLst>
              </p:cNvPr>
              <p:cNvSpPr/>
              <p:nvPr/>
            </p:nvSpPr>
            <p:spPr>
              <a:xfrm>
                <a:off x="6293834" y="3011804"/>
                <a:ext cx="893445" cy="788955"/>
              </a:xfrm>
              <a:custGeom>
                <a:avLst/>
                <a:gdLst/>
                <a:ahLst/>
                <a:cxnLst/>
                <a:rect l="l" t="t" r="r" b="b"/>
                <a:pathLst>
                  <a:path w="893445" h="788955" extrusionOk="0">
                    <a:moveTo>
                      <a:pt x="0" y="0"/>
                    </a:moveTo>
                    <a:lnTo>
                      <a:pt x="0" y="273177"/>
                    </a:lnTo>
                    <a:lnTo>
                      <a:pt x="893445" y="788956"/>
                    </a:lnTo>
                    <a:lnTo>
                      <a:pt x="893445" y="152591"/>
                    </a:lnTo>
                  </a:path>
                </a:pathLst>
              </a:custGeom>
              <a:noFill/>
              <a:ln w="9525" cap="flat" cmpd="sng">
                <a:solidFill>
                  <a:srgbClr val="E9EAF2"/>
                </a:solidFill>
                <a:prstDash val="solid"/>
                <a:miter lim="8000"/>
                <a:headEnd type="none" w="sm" len="sm"/>
                <a:tailEnd type="none" w="sm" len="sm"/>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80" name="Google Shape;2872;p47">
                <a:extLst>
                  <a:ext uri="{FF2B5EF4-FFF2-40B4-BE49-F238E27FC236}">
                    <a16:creationId xmlns:a16="http://schemas.microsoft.com/office/drawing/2014/main" id="{075B0D48-B933-CAFC-EC9E-C37764E10412}"/>
                  </a:ext>
                </a:extLst>
              </p:cNvPr>
              <p:cNvSpPr/>
              <p:nvPr/>
            </p:nvSpPr>
            <p:spPr>
              <a:xfrm>
                <a:off x="6645021" y="3003137"/>
                <a:ext cx="9525" cy="483869"/>
              </a:xfrm>
              <a:custGeom>
                <a:avLst/>
                <a:gdLst/>
                <a:ahLst/>
                <a:cxnLst/>
                <a:rect l="l" t="t" r="r" b="b"/>
                <a:pathLst>
                  <a:path w="9525" h="483869" extrusionOk="0">
                    <a:moveTo>
                      <a:pt x="0" y="0"/>
                    </a:moveTo>
                    <a:lnTo>
                      <a:pt x="0" y="483870"/>
                    </a:lnTo>
                  </a:path>
                </a:pathLst>
              </a:custGeom>
              <a:noFill/>
              <a:ln w="9525" cap="flat" cmpd="sng">
                <a:solidFill>
                  <a:srgbClr val="E9EAF2"/>
                </a:solidFill>
                <a:prstDash val="solid"/>
                <a:miter lim="8000"/>
                <a:headEnd type="none" w="sm" len="sm"/>
                <a:tailEnd type="none" w="sm" len="sm"/>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81" name="Google Shape;2873;p47">
                <a:extLst>
                  <a:ext uri="{FF2B5EF4-FFF2-40B4-BE49-F238E27FC236}">
                    <a16:creationId xmlns:a16="http://schemas.microsoft.com/office/drawing/2014/main" id="{E0B4E9CF-E828-2EEC-466C-49A44FC17AA8}"/>
                  </a:ext>
                </a:extLst>
              </p:cNvPr>
              <p:cNvSpPr/>
              <p:nvPr/>
            </p:nvSpPr>
            <p:spPr>
              <a:xfrm>
                <a:off x="6918293" y="3309175"/>
                <a:ext cx="9525" cy="335661"/>
              </a:xfrm>
              <a:custGeom>
                <a:avLst/>
                <a:gdLst/>
                <a:ahLst/>
                <a:cxnLst/>
                <a:rect l="l" t="t" r="r" b="b"/>
                <a:pathLst>
                  <a:path w="9525" h="335661" extrusionOk="0">
                    <a:moveTo>
                      <a:pt x="0" y="0"/>
                    </a:moveTo>
                    <a:lnTo>
                      <a:pt x="0" y="335661"/>
                    </a:lnTo>
                  </a:path>
                </a:pathLst>
              </a:custGeom>
              <a:noFill/>
              <a:ln w="9525" cap="flat" cmpd="sng">
                <a:solidFill>
                  <a:srgbClr val="E9EAF2"/>
                </a:solidFill>
                <a:prstDash val="solid"/>
                <a:miter lim="8000"/>
                <a:headEnd type="none" w="sm" len="sm"/>
                <a:tailEnd type="none" w="sm" len="sm"/>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82" name="Google Shape;2874;p47">
                <a:extLst>
                  <a:ext uri="{FF2B5EF4-FFF2-40B4-BE49-F238E27FC236}">
                    <a16:creationId xmlns:a16="http://schemas.microsoft.com/office/drawing/2014/main" id="{D34D85DE-43B0-956C-5E61-2A1B6EB5C3ED}"/>
                  </a:ext>
                </a:extLst>
              </p:cNvPr>
              <p:cNvSpPr/>
              <p:nvPr/>
            </p:nvSpPr>
            <p:spPr>
              <a:xfrm>
                <a:off x="6293834" y="2971929"/>
                <a:ext cx="893349" cy="341800"/>
              </a:xfrm>
              <a:custGeom>
                <a:avLst/>
                <a:gdLst/>
                <a:ahLst/>
                <a:cxnLst/>
                <a:rect l="l" t="t" r="r" b="b"/>
                <a:pathLst>
                  <a:path w="893349" h="341800" extrusionOk="0">
                    <a:moveTo>
                      <a:pt x="0" y="50543"/>
                    </a:moveTo>
                    <a:cubicBezTo>
                      <a:pt x="158496" y="148841"/>
                      <a:pt x="180975" y="-73282"/>
                      <a:pt x="353663" y="26350"/>
                    </a:cubicBezTo>
                    <a:cubicBezTo>
                      <a:pt x="526352" y="125981"/>
                      <a:pt x="502539" y="255997"/>
                      <a:pt x="629888" y="329626"/>
                    </a:cubicBezTo>
                    <a:cubicBezTo>
                      <a:pt x="757238" y="403254"/>
                      <a:pt x="760381" y="115694"/>
                      <a:pt x="893350" y="192466"/>
                    </a:cubicBezTo>
                  </a:path>
                </a:pathLst>
              </a:custGeom>
              <a:noFill/>
              <a:ln w="10375" cap="flat" cmpd="sng">
                <a:solidFill>
                  <a:srgbClr val="E9EAF2"/>
                </a:solidFill>
                <a:prstDash val="solid"/>
                <a:miter lim="8000"/>
                <a:headEnd type="none" w="sm" len="sm"/>
                <a:tailEnd type="none" w="sm" len="sm"/>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83" name="Google Shape;2875;p47">
                <a:extLst>
                  <a:ext uri="{FF2B5EF4-FFF2-40B4-BE49-F238E27FC236}">
                    <a16:creationId xmlns:a16="http://schemas.microsoft.com/office/drawing/2014/main" id="{4F83C098-2C17-1B0B-79C1-5ADE4587799F}"/>
                  </a:ext>
                </a:extLst>
              </p:cNvPr>
              <p:cNvSpPr/>
              <p:nvPr/>
            </p:nvSpPr>
            <p:spPr>
              <a:xfrm rot="-1801764">
                <a:off x="6627823" y="2973379"/>
                <a:ext cx="34449" cy="59573"/>
              </a:xfrm>
              <a:custGeom>
                <a:avLst/>
                <a:gdLst/>
                <a:ahLst/>
                <a:cxnLst/>
                <a:rect l="l" t="t" r="r" b="b"/>
                <a:pathLst>
                  <a:path w="34480" h="59626" extrusionOk="0">
                    <a:moveTo>
                      <a:pt x="34481" y="29813"/>
                    </a:moveTo>
                    <a:cubicBezTo>
                      <a:pt x="34481" y="46279"/>
                      <a:pt x="26762" y="59626"/>
                      <a:pt x="17240" y="59626"/>
                    </a:cubicBezTo>
                    <a:cubicBezTo>
                      <a:pt x="7719" y="59626"/>
                      <a:pt x="0" y="46279"/>
                      <a:pt x="0" y="29813"/>
                    </a:cubicBezTo>
                    <a:cubicBezTo>
                      <a:pt x="0" y="13348"/>
                      <a:pt x="7719" y="0"/>
                      <a:pt x="17240" y="0"/>
                    </a:cubicBezTo>
                    <a:cubicBezTo>
                      <a:pt x="26762" y="0"/>
                      <a:pt x="34481" y="13348"/>
                      <a:pt x="34481" y="29813"/>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84" name="Google Shape;2876;p47">
                <a:extLst>
                  <a:ext uri="{FF2B5EF4-FFF2-40B4-BE49-F238E27FC236}">
                    <a16:creationId xmlns:a16="http://schemas.microsoft.com/office/drawing/2014/main" id="{7EE4177B-4792-633F-2466-CD9E767FA1C8}"/>
                  </a:ext>
                </a:extLst>
              </p:cNvPr>
              <p:cNvSpPr/>
              <p:nvPr/>
            </p:nvSpPr>
            <p:spPr>
              <a:xfrm rot="-1790023">
                <a:off x="7183546" y="3143044"/>
                <a:ext cx="34600" cy="59833"/>
              </a:xfrm>
              <a:custGeom>
                <a:avLst/>
                <a:gdLst/>
                <a:ahLst/>
                <a:cxnLst/>
                <a:rect l="l" t="t" r="r" b="b"/>
                <a:pathLst>
                  <a:path w="34599" h="59831" extrusionOk="0">
                    <a:moveTo>
                      <a:pt x="34601" y="29917"/>
                    </a:moveTo>
                    <a:cubicBezTo>
                      <a:pt x="34601" y="46439"/>
                      <a:pt x="26855" y="59833"/>
                      <a:pt x="17301" y="59833"/>
                    </a:cubicBezTo>
                    <a:cubicBezTo>
                      <a:pt x="7747" y="59833"/>
                      <a:pt x="2" y="46439"/>
                      <a:pt x="2" y="29917"/>
                    </a:cubicBezTo>
                    <a:cubicBezTo>
                      <a:pt x="2" y="13395"/>
                      <a:pt x="7747" y="1"/>
                      <a:pt x="17301" y="1"/>
                    </a:cubicBezTo>
                    <a:cubicBezTo>
                      <a:pt x="26855" y="1"/>
                      <a:pt x="34601" y="13395"/>
                      <a:pt x="34601" y="29917"/>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85" name="Google Shape;2877;p47">
                <a:extLst>
                  <a:ext uri="{FF2B5EF4-FFF2-40B4-BE49-F238E27FC236}">
                    <a16:creationId xmlns:a16="http://schemas.microsoft.com/office/drawing/2014/main" id="{3E6FB394-229B-3F77-931A-A7603791160F}"/>
                  </a:ext>
                </a:extLst>
              </p:cNvPr>
              <p:cNvSpPr/>
              <p:nvPr/>
            </p:nvSpPr>
            <p:spPr>
              <a:xfrm rot="-1790023">
                <a:off x="6913571" y="3282356"/>
                <a:ext cx="34600" cy="59833"/>
              </a:xfrm>
              <a:custGeom>
                <a:avLst/>
                <a:gdLst/>
                <a:ahLst/>
                <a:cxnLst/>
                <a:rect l="l" t="t" r="r" b="b"/>
                <a:pathLst>
                  <a:path w="34599" h="59831" extrusionOk="0">
                    <a:moveTo>
                      <a:pt x="34601" y="29917"/>
                    </a:moveTo>
                    <a:cubicBezTo>
                      <a:pt x="34601" y="46439"/>
                      <a:pt x="26855" y="59833"/>
                      <a:pt x="17301" y="59833"/>
                    </a:cubicBezTo>
                    <a:cubicBezTo>
                      <a:pt x="7747" y="59833"/>
                      <a:pt x="2" y="46439"/>
                      <a:pt x="2" y="29917"/>
                    </a:cubicBezTo>
                    <a:cubicBezTo>
                      <a:pt x="2" y="13395"/>
                      <a:pt x="7747" y="1"/>
                      <a:pt x="17301" y="1"/>
                    </a:cubicBezTo>
                    <a:cubicBezTo>
                      <a:pt x="26855" y="1"/>
                      <a:pt x="34601" y="13395"/>
                      <a:pt x="34601" y="29917"/>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86" name="Google Shape;2878;p47">
                <a:extLst>
                  <a:ext uri="{FF2B5EF4-FFF2-40B4-BE49-F238E27FC236}">
                    <a16:creationId xmlns:a16="http://schemas.microsoft.com/office/drawing/2014/main" id="{D8EEB7A0-7D6B-9DA8-B5F3-B66B49BD1070}"/>
                  </a:ext>
                </a:extLst>
              </p:cNvPr>
              <p:cNvSpPr/>
              <p:nvPr/>
            </p:nvSpPr>
            <p:spPr>
              <a:xfrm rot="-1790023">
                <a:off x="6286614" y="3000522"/>
                <a:ext cx="34600" cy="59833"/>
              </a:xfrm>
              <a:custGeom>
                <a:avLst/>
                <a:gdLst/>
                <a:ahLst/>
                <a:cxnLst/>
                <a:rect l="l" t="t" r="r" b="b"/>
                <a:pathLst>
                  <a:path w="34599" h="59831" extrusionOk="0">
                    <a:moveTo>
                      <a:pt x="34600" y="29917"/>
                    </a:moveTo>
                    <a:cubicBezTo>
                      <a:pt x="34600" y="46439"/>
                      <a:pt x="26855" y="59833"/>
                      <a:pt x="17301" y="59833"/>
                    </a:cubicBezTo>
                    <a:cubicBezTo>
                      <a:pt x="7746" y="59833"/>
                      <a:pt x="1" y="46439"/>
                      <a:pt x="1" y="29917"/>
                    </a:cubicBezTo>
                    <a:cubicBezTo>
                      <a:pt x="1" y="13395"/>
                      <a:pt x="7746" y="1"/>
                      <a:pt x="17301" y="1"/>
                    </a:cubicBezTo>
                    <a:cubicBezTo>
                      <a:pt x="26855" y="1"/>
                      <a:pt x="34600" y="13395"/>
                      <a:pt x="34600" y="29917"/>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87" name="Google Shape;2879;p47">
                <a:extLst>
                  <a:ext uri="{FF2B5EF4-FFF2-40B4-BE49-F238E27FC236}">
                    <a16:creationId xmlns:a16="http://schemas.microsoft.com/office/drawing/2014/main" id="{B2F82D14-F739-314C-D885-9B14C29F7472}"/>
                  </a:ext>
                </a:extLst>
              </p:cNvPr>
              <p:cNvSpPr/>
              <p:nvPr/>
            </p:nvSpPr>
            <p:spPr>
              <a:xfrm>
                <a:off x="6272974" y="2328193"/>
                <a:ext cx="55632" cy="226128"/>
              </a:xfrm>
              <a:custGeom>
                <a:avLst/>
                <a:gdLst/>
                <a:ahLst/>
                <a:cxnLst/>
                <a:rect l="l" t="t" r="r" b="b"/>
                <a:pathLst>
                  <a:path w="55632" h="226128" extrusionOk="0">
                    <a:moveTo>
                      <a:pt x="46101" y="224982"/>
                    </a:moveTo>
                    <a:lnTo>
                      <a:pt x="9525" y="203837"/>
                    </a:lnTo>
                    <a:cubicBezTo>
                      <a:pt x="3610" y="199532"/>
                      <a:pt x="76" y="192674"/>
                      <a:pt x="0" y="185358"/>
                    </a:cubicBezTo>
                    <a:lnTo>
                      <a:pt x="0" y="8479"/>
                    </a:lnTo>
                    <a:cubicBezTo>
                      <a:pt x="0" y="1335"/>
                      <a:pt x="4382" y="-1903"/>
                      <a:pt x="9525" y="1145"/>
                    </a:cubicBezTo>
                    <a:lnTo>
                      <a:pt x="46101" y="22290"/>
                    </a:lnTo>
                    <a:cubicBezTo>
                      <a:pt x="52007" y="26605"/>
                      <a:pt x="55541" y="33454"/>
                      <a:pt x="55626" y="40769"/>
                    </a:cubicBezTo>
                    <a:lnTo>
                      <a:pt x="55626" y="217743"/>
                    </a:lnTo>
                    <a:cubicBezTo>
                      <a:pt x="55817" y="224506"/>
                      <a:pt x="51626" y="228126"/>
                      <a:pt x="46101" y="224982"/>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88" name="Google Shape;2880;p47">
                <a:extLst>
                  <a:ext uri="{FF2B5EF4-FFF2-40B4-BE49-F238E27FC236}">
                    <a16:creationId xmlns:a16="http://schemas.microsoft.com/office/drawing/2014/main" id="{792257E6-9F1E-1085-FDF4-2C67A7D6D9AC}"/>
                  </a:ext>
                </a:extLst>
              </p:cNvPr>
              <p:cNvSpPr/>
              <p:nvPr/>
            </p:nvSpPr>
            <p:spPr>
              <a:xfrm>
                <a:off x="6357270" y="2193891"/>
                <a:ext cx="55722" cy="409197"/>
              </a:xfrm>
              <a:custGeom>
                <a:avLst/>
                <a:gdLst/>
                <a:ahLst/>
                <a:cxnLst/>
                <a:rect l="l" t="t" r="r" b="b"/>
                <a:pathLst>
                  <a:path w="55722" h="409197" extrusionOk="0">
                    <a:moveTo>
                      <a:pt x="46196" y="408053"/>
                    </a:moveTo>
                    <a:lnTo>
                      <a:pt x="9525" y="387384"/>
                    </a:lnTo>
                    <a:cubicBezTo>
                      <a:pt x="3620" y="383031"/>
                      <a:pt x="86" y="376154"/>
                      <a:pt x="0" y="368810"/>
                    </a:cubicBezTo>
                    <a:lnTo>
                      <a:pt x="0" y="8479"/>
                    </a:lnTo>
                    <a:cubicBezTo>
                      <a:pt x="0" y="1335"/>
                      <a:pt x="4382" y="-1903"/>
                      <a:pt x="9525" y="1145"/>
                    </a:cubicBezTo>
                    <a:lnTo>
                      <a:pt x="46196" y="22290"/>
                    </a:lnTo>
                    <a:cubicBezTo>
                      <a:pt x="52254" y="26739"/>
                      <a:pt x="55797" y="33825"/>
                      <a:pt x="55721" y="41340"/>
                    </a:cubicBezTo>
                    <a:lnTo>
                      <a:pt x="55721" y="400719"/>
                    </a:lnTo>
                    <a:cubicBezTo>
                      <a:pt x="55817" y="407862"/>
                      <a:pt x="51530" y="411101"/>
                      <a:pt x="46196" y="408053"/>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89" name="Google Shape;2881;p47">
                <a:extLst>
                  <a:ext uri="{FF2B5EF4-FFF2-40B4-BE49-F238E27FC236}">
                    <a16:creationId xmlns:a16="http://schemas.microsoft.com/office/drawing/2014/main" id="{1C2837AA-1A22-66C0-C8B6-A7993EB4482F}"/>
                  </a:ext>
                </a:extLst>
              </p:cNvPr>
              <p:cNvSpPr/>
              <p:nvPr/>
            </p:nvSpPr>
            <p:spPr>
              <a:xfrm>
                <a:off x="6526149" y="2326193"/>
                <a:ext cx="55625" cy="374240"/>
              </a:xfrm>
              <a:custGeom>
                <a:avLst/>
                <a:gdLst/>
                <a:ahLst/>
                <a:cxnLst/>
                <a:rect l="l" t="t" r="r" b="b"/>
                <a:pathLst>
                  <a:path w="55625" h="374240" extrusionOk="0">
                    <a:moveTo>
                      <a:pt x="46101" y="373096"/>
                    </a:moveTo>
                    <a:lnTo>
                      <a:pt x="9525" y="351951"/>
                    </a:lnTo>
                    <a:cubicBezTo>
                      <a:pt x="3591" y="347617"/>
                      <a:pt x="57" y="340730"/>
                      <a:pt x="0" y="333377"/>
                    </a:cubicBezTo>
                    <a:lnTo>
                      <a:pt x="0" y="8479"/>
                    </a:lnTo>
                    <a:cubicBezTo>
                      <a:pt x="0" y="1335"/>
                      <a:pt x="4286" y="-1903"/>
                      <a:pt x="9525" y="1145"/>
                    </a:cubicBezTo>
                    <a:lnTo>
                      <a:pt x="46101" y="22290"/>
                    </a:lnTo>
                    <a:cubicBezTo>
                      <a:pt x="52006" y="26643"/>
                      <a:pt x="55540" y="33520"/>
                      <a:pt x="55626" y="40864"/>
                    </a:cubicBezTo>
                    <a:lnTo>
                      <a:pt x="55626" y="365762"/>
                    </a:lnTo>
                    <a:cubicBezTo>
                      <a:pt x="55626" y="372906"/>
                      <a:pt x="51245" y="376144"/>
                      <a:pt x="46101" y="373096"/>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90" name="Google Shape;2882;p47">
                <a:extLst>
                  <a:ext uri="{FF2B5EF4-FFF2-40B4-BE49-F238E27FC236}">
                    <a16:creationId xmlns:a16="http://schemas.microsoft.com/office/drawing/2014/main" id="{79CA5AB4-80DF-A6E3-7B63-73131C02E531}"/>
                  </a:ext>
                </a:extLst>
              </p:cNvPr>
              <p:cNvSpPr/>
              <p:nvPr/>
            </p:nvSpPr>
            <p:spPr>
              <a:xfrm>
                <a:off x="6610350" y="2430587"/>
                <a:ext cx="55627" cy="318519"/>
              </a:xfrm>
              <a:custGeom>
                <a:avLst/>
                <a:gdLst/>
                <a:ahLst/>
                <a:cxnLst/>
                <a:rect l="l" t="t" r="r" b="b"/>
                <a:pathLst>
                  <a:path w="55627" h="318519" extrusionOk="0">
                    <a:moveTo>
                      <a:pt x="46006" y="317375"/>
                    </a:moveTo>
                    <a:lnTo>
                      <a:pt x="9525" y="296229"/>
                    </a:lnTo>
                    <a:cubicBezTo>
                      <a:pt x="3620" y="291915"/>
                      <a:pt x="86" y="285066"/>
                      <a:pt x="0" y="277751"/>
                    </a:cubicBezTo>
                    <a:lnTo>
                      <a:pt x="0" y="8479"/>
                    </a:lnTo>
                    <a:cubicBezTo>
                      <a:pt x="0" y="1335"/>
                      <a:pt x="4381" y="-1903"/>
                      <a:pt x="9525" y="1145"/>
                    </a:cubicBezTo>
                    <a:lnTo>
                      <a:pt x="46101" y="22290"/>
                    </a:lnTo>
                    <a:cubicBezTo>
                      <a:pt x="52035" y="26624"/>
                      <a:pt x="55569" y="33511"/>
                      <a:pt x="55626" y="40864"/>
                    </a:cubicBezTo>
                    <a:lnTo>
                      <a:pt x="55626" y="310041"/>
                    </a:lnTo>
                    <a:cubicBezTo>
                      <a:pt x="55721" y="317184"/>
                      <a:pt x="51435" y="320423"/>
                      <a:pt x="46006" y="317375"/>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91" name="Google Shape;2883;p47">
                <a:extLst>
                  <a:ext uri="{FF2B5EF4-FFF2-40B4-BE49-F238E27FC236}">
                    <a16:creationId xmlns:a16="http://schemas.microsoft.com/office/drawing/2014/main" id="{44205446-9EF7-BDEF-B197-366CFEAC190C}"/>
                  </a:ext>
                </a:extLst>
              </p:cNvPr>
              <p:cNvSpPr/>
              <p:nvPr/>
            </p:nvSpPr>
            <p:spPr>
              <a:xfrm>
                <a:off x="6778179" y="2662902"/>
                <a:ext cx="55632" cy="183161"/>
              </a:xfrm>
              <a:custGeom>
                <a:avLst/>
                <a:gdLst/>
                <a:ahLst/>
                <a:cxnLst/>
                <a:rect l="l" t="t" r="r" b="b"/>
                <a:pathLst>
                  <a:path w="55632" h="183161" extrusionOk="0">
                    <a:moveTo>
                      <a:pt x="46102" y="182025"/>
                    </a:moveTo>
                    <a:lnTo>
                      <a:pt x="9526" y="160879"/>
                    </a:lnTo>
                    <a:cubicBezTo>
                      <a:pt x="3477" y="156421"/>
                      <a:pt x="-56" y="149335"/>
                      <a:pt x="1" y="141829"/>
                    </a:cubicBezTo>
                    <a:lnTo>
                      <a:pt x="1" y="8479"/>
                    </a:lnTo>
                    <a:cubicBezTo>
                      <a:pt x="1" y="1335"/>
                      <a:pt x="4382" y="-1903"/>
                      <a:pt x="9526" y="1145"/>
                    </a:cubicBezTo>
                    <a:lnTo>
                      <a:pt x="46102" y="22290"/>
                    </a:lnTo>
                    <a:cubicBezTo>
                      <a:pt x="52036" y="26624"/>
                      <a:pt x="55570" y="33511"/>
                      <a:pt x="55627" y="40864"/>
                    </a:cubicBezTo>
                    <a:lnTo>
                      <a:pt x="55627" y="174214"/>
                    </a:lnTo>
                    <a:cubicBezTo>
                      <a:pt x="55817" y="181834"/>
                      <a:pt x="51245" y="185073"/>
                      <a:pt x="46102" y="182025"/>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92" name="Google Shape;2884;p47">
                <a:extLst>
                  <a:ext uri="{FF2B5EF4-FFF2-40B4-BE49-F238E27FC236}">
                    <a16:creationId xmlns:a16="http://schemas.microsoft.com/office/drawing/2014/main" id="{DEDEEB9D-FD75-5FF2-2610-4AC770A0465D}"/>
                  </a:ext>
                </a:extLst>
              </p:cNvPr>
              <p:cNvSpPr/>
              <p:nvPr/>
            </p:nvSpPr>
            <p:spPr>
              <a:xfrm>
                <a:off x="6862476" y="2392923"/>
                <a:ext cx="55722" cy="501818"/>
              </a:xfrm>
              <a:custGeom>
                <a:avLst/>
                <a:gdLst/>
                <a:ahLst/>
                <a:cxnLst/>
                <a:rect l="l" t="t" r="r" b="b"/>
                <a:pathLst>
                  <a:path w="55722" h="501818" extrusionOk="0">
                    <a:moveTo>
                      <a:pt x="46196" y="500676"/>
                    </a:moveTo>
                    <a:lnTo>
                      <a:pt x="9525" y="479531"/>
                    </a:lnTo>
                    <a:cubicBezTo>
                      <a:pt x="3620" y="475178"/>
                      <a:pt x="86" y="468301"/>
                      <a:pt x="0" y="460957"/>
                    </a:cubicBezTo>
                    <a:lnTo>
                      <a:pt x="0" y="8520"/>
                    </a:lnTo>
                    <a:cubicBezTo>
                      <a:pt x="0" y="1376"/>
                      <a:pt x="4381" y="-1958"/>
                      <a:pt x="9525" y="1185"/>
                    </a:cubicBezTo>
                    <a:lnTo>
                      <a:pt x="46196" y="22331"/>
                    </a:lnTo>
                    <a:cubicBezTo>
                      <a:pt x="52130" y="26627"/>
                      <a:pt x="55664" y="33485"/>
                      <a:pt x="55721" y="40809"/>
                    </a:cubicBezTo>
                    <a:lnTo>
                      <a:pt x="55721" y="493152"/>
                    </a:lnTo>
                    <a:cubicBezTo>
                      <a:pt x="55816" y="500486"/>
                      <a:pt x="51530" y="503724"/>
                      <a:pt x="46196" y="500676"/>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93" name="Google Shape;2885;p47">
                <a:extLst>
                  <a:ext uri="{FF2B5EF4-FFF2-40B4-BE49-F238E27FC236}">
                    <a16:creationId xmlns:a16="http://schemas.microsoft.com/office/drawing/2014/main" id="{1DCA50C5-CF97-14E9-0A49-86E212D667EE}"/>
                  </a:ext>
                </a:extLst>
              </p:cNvPr>
              <p:cNvSpPr/>
              <p:nvPr/>
            </p:nvSpPr>
            <p:spPr>
              <a:xfrm>
                <a:off x="7068216" y="2830406"/>
                <a:ext cx="55722" cy="183106"/>
              </a:xfrm>
              <a:custGeom>
                <a:avLst/>
                <a:gdLst/>
                <a:ahLst/>
                <a:cxnLst/>
                <a:rect l="l" t="t" r="r" b="b"/>
                <a:pathLst>
                  <a:path w="55722" h="183106" extrusionOk="0">
                    <a:moveTo>
                      <a:pt x="46196" y="181970"/>
                    </a:moveTo>
                    <a:lnTo>
                      <a:pt x="9525" y="160443"/>
                    </a:lnTo>
                    <a:cubicBezTo>
                      <a:pt x="3620" y="156090"/>
                      <a:pt x="86" y="149213"/>
                      <a:pt x="0" y="141870"/>
                    </a:cubicBezTo>
                    <a:lnTo>
                      <a:pt x="0" y="8520"/>
                    </a:lnTo>
                    <a:cubicBezTo>
                      <a:pt x="0" y="1376"/>
                      <a:pt x="4381" y="-1958"/>
                      <a:pt x="9525" y="1185"/>
                    </a:cubicBezTo>
                    <a:lnTo>
                      <a:pt x="46196" y="22331"/>
                    </a:lnTo>
                    <a:cubicBezTo>
                      <a:pt x="52130" y="26627"/>
                      <a:pt x="55664" y="33485"/>
                      <a:pt x="55721" y="40809"/>
                    </a:cubicBezTo>
                    <a:lnTo>
                      <a:pt x="55721" y="174159"/>
                    </a:lnTo>
                    <a:cubicBezTo>
                      <a:pt x="55816" y="181779"/>
                      <a:pt x="51530" y="185018"/>
                      <a:pt x="46196" y="181970"/>
                    </a:cubicBez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494" name="Google Shape;2886;p47">
                <a:extLst>
                  <a:ext uri="{FF2B5EF4-FFF2-40B4-BE49-F238E27FC236}">
                    <a16:creationId xmlns:a16="http://schemas.microsoft.com/office/drawing/2014/main" id="{954E44B0-7C11-B41B-2863-122ED9A01DF2}"/>
                  </a:ext>
                </a:extLst>
              </p:cNvPr>
              <p:cNvSpPr/>
              <p:nvPr/>
            </p:nvSpPr>
            <p:spPr>
              <a:xfrm>
                <a:off x="7152513" y="2836026"/>
                <a:ext cx="55727" cy="226167"/>
              </a:xfrm>
              <a:custGeom>
                <a:avLst/>
                <a:gdLst/>
                <a:ahLst/>
                <a:cxnLst/>
                <a:rect l="l" t="t" r="r" b="b"/>
                <a:pathLst>
                  <a:path w="55727" h="226167" extrusionOk="0">
                    <a:moveTo>
                      <a:pt x="46196" y="225023"/>
                    </a:moveTo>
                    <a:lnTo>
                      <a:pt x="9525" y="203877"/>
                    </a:lnTo>
                    <a:cubicBezTo>
                      <a:pt x="3591" y="199582"/>
                      <a:pt x="57" y="192724"/>
                      <a:pt x="0" y="185399"/>
                    </a:cubicBezTo>
                    <a:lnTo>
                      <a:pt x="0" y="8520"/>
                    </a:lnTo>
                    <a:cubicBezTo>
                      <a:pt x="0" y="1376"/>
                      <a:pt x="4286" y="-1958"/>
                      <a:pt x="9525" y="1185"/>
                    </a:cubicBezTo>
                    <a:lnTo>
                      <a:pt x="46196" y="22331"/>
                    </a:lnTo>
                    <a:cubicBezTo>
                      <a:pt x="52111" y="26636"/>
                      <a:pt x="55645" y="33494"/>
                      <a:pt x="55721" y="40809"/>
                    </a:cubicBezTo>
                    <a:lnTo>
                      <a:pt x="55721" y="217689"/>
                    </a:lnTo>
                    <a:cubicBezTo>
                      <a:pt x="55912" y="224832"/>
                      <a:pt x="51530" y="228071"/>
                      <a:pt x="46196" y="225023"/>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2225" name="Google Shape;2887;p47">
              <a:extLst>
                <a:ext uri="{FF2B5EF4-FFF2-40B4-BE49-F238E27FC236}">
                  <a16:creationId xmlns:a16="http://schemas.microsoft.com/office/drawing/2014/main" id="{9E9A321F-C1F1-0EAD-859C-A3FFE0825ABE}"/>
                </a:ext>
              </a:extLst>
            </p:cNvPr>
            <p:cNvSpPr/>
            <p:nvPr/>
          </p:nvSpPr>
          <p:spPr>
            <a:xfrm>
              <a:off x="4424312" y="3389781"/>
              <a:ext cx="2237898" cy="1292066"/>
            </a:xfrm>
            <a:custGeom>
              <a:avLst/>
              <a:gdLst/>
              <a:ahLst/>
              <a:cxnLst/>
              <a:rect l="l" t="t" r="r" b="b"/>
              <a:pathLst>
                <a:path w="2237898" h="1292066" extrusionOk="0">
                  <a:moveTo>
                    <a:pt x="942784" y="1292066"/>
                  </a:moveTo>
                  <a:lnTo>
                    <a:pt x="0" y="747713"/>
                  </a:lnTo>
                  <a:lnTo>
                    <a:pt x="1295114" y="0"/>
                  </a:lnTo>
                  <a:lnTo>
                    <a:pt x="2237899" y="544259"/>
                  </a:lnTo>
                  <a:lnTo>
                    <a:pt x="942784" y="1292066"/>
                  </a:lnTo>
                  <a:close/>
                </a:path>
              </a:pathLst>
            </a:custGeom>
            <a:solidFill>
              <a:srgbClr val="D6D8E5">
                <a:alpha val="400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26" name="Google Shape;2888;p47">
              <a:extLst>
                <a:ext uri="{FF2B5EF4-FFF2-40B4-BE49-F238E27FC236}">
                  <a16:creationId xmlns:a16="http://schemas.microsoft.com/office/drawing/2014/main" id="{3DC57ABE-4D97-D57C-15FF-780F4D46E661}"/>
                </a:ext>
              </a:extLst>
            </p:cNvPr>
            <p:cNvSpPr/>
            <p:nvPr/>
          </p:nvSpPr>
          <p:spPr>
            <a:xfrm>
              <a:off x="4458697" y="3370540"/>
              <a:ext cx="2237898" cy="1292066"/>
            </a:xfrm>
            <a:custGeom>
              <a:avLst/>
              <a:gdLst/>
              <a:ahLst/>
              <a:cxnLst/>
              <a:rect l="l" t="t" r="r" b="b"/>
              <a:pathLst>
                <a:path w="2237898" h="1292066" extrusionOk="0">
                  <a:moveTo>
                    <a:pt x="2206847" y="526447"/>
                  </a:moveTo>
                  <a:lnTo>
                    <a:pt x="1295210" y="0"/>
                  </a:lnTo>
                  <a:lnTo>
                    <a:pt x="31052" y="729901"/>
                  </a:lnTo>
                  <a:lnTo>
                    <a:pt x="0" y="711994"/>
                  </a:lnTo>
                  <a:lnTo>
                    <a:pt x="0" y="747808"/>
                  </a:lnTo>
                  <a:lnTo>
                    <a:pt x="942785" y="1292066"/>
                  </a:lnTo>
                  <a:lnTo>
                    <a:pt x="2237899" y="544354"/>
                  </a:lnTo>
                  <a:lnTo>
                    <a:pt x="2237899" y="508540"/>
                  </a:lnTo>
                  <a:lnTo>
                    <a:pt x="2206847" y="526447"/>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27" name="Google Shape;2889;p47">
              <a:extLst>
                <a:ext uri="{FF2B5EF4-FFF2-40B4-BE49-F238E27FC236}">
                  <a16:creationId xmlns:a16="http://schemas.microsoft.com/office/drawing/2014/main" id="{1F822E96-786B-4995-B60E-A426CD31F563}"/>
                </a:ext>
              </a:extLst>
            </p:cNvPr>
            <p:cNvSpPr/>
            <p:nvPr/>
          </p:nvSpPr>
          <p:spPr>
            <a:xfrm>
              <a:off x="4458697" y="3334726"/>
              <a:ext cx="2237898" cy="1292066"/>
            </a:xfrm>
            <a:custGeom>
              <a:avLst/>
              <a:gdLst/>
              <a:ahLst/>
              <a:cxnLst/>
              <a:rect l="l" t="t" r="r" b="b"/>
              <a:pathLst>
                <a:path w="2237898" h="1292066" extrusionOk="0">
                  <a:moveTo>
                    <a:pt x="942785" y="1292066"/>
                  </a:moveTo>
                  <a:lnTo>
                    <a:pt x="0" y="747808"/>
                  </a:lnTo>
                  <a:lnTo>
                    <a:pt x="1295210" y="0"/>
                  </a:lnTo>
                  <a:lnTo>
                    <a:pt x="2237899" y="544354"/>
                  </a:lnTo>
                  <a:lnTo>
                    <a:pt x="942785" y="1292066"/>
                  </a:lnTo>
                  <a:close/>
                </a:path>
              </a:pathLst>
            </a:custGeom>
            <a:solidFill>
              <a:srgbClr val="FAFBFF"/>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28" name="Google Shape;2890;p47">
              <a:extLst>
                <a:ext uri="{FF2B5EF4-FFF2-40B4-BE49-F238E27FC236}">
                  <a16:creationId xmlns:a16="http://schemas.microsoft.com/office/drawing/2014/main" id="{EE63E6C9-1FC3-4DF0-434E-030C87828BF4}"/>
                </a:ext>
              </a:extLst>
            </p:cNvPr>
            <p:cNvSpPr/>
            <p:nvPr/>
          </p:nvSpPr>
          <p:spPr>
            <a:xfrm>
              <a:off x="5662371" y="3457123"/>
              <a:ext cx="830865" cy="479678"/>
            </a:xfrm>
            <a:custGeom>
              <a:avLst/>
              <a:gdLst/>
              <a:ahLst/>
              <a:cxnLst/>
              <a:rect l="l" t="t" r="r" b="b"/>
              <a:pathLst>
                <a:path w="830865" h="479678" extrusionOk="0">
                  <a:moveTo>
                    <a:pt x="755904" y="479679"/>
                  </a:moveTo>
                  <a:lnTo>
                    <a:pt x="0" y="43243"/>
                  </a:lnTo>
                  <a:lnTo>
                    <a:pt x="74867" y="0"/>
                  </a:lnTo>
                  <a:lnTo>
                    <a:pt x="830866" y="436436"/>
                  </a:lnTo>
                  <a:lnTo>
                    <a:pt x="755904" y="479679"/>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29" name="Google Shape;2891;p47">
              <a:extLst>
                <a:ext uri="{FF2B5EF4-FFF2-40B4-BE49-F238E27FC236}">
                  <a16:creationId xmlns:a16="http://schemas.microsoft.com/office/drawing/2014/main" id="{771CE4D0-D665-2897-4DE9-32C094AEBED5}"/>
                </a:ext>
              </a:extLst>
            </p:cNvPr>
            <p:cNvSpPr/>
            <p:nvPr/>
          </p:nvSpPr>
          <p:spPr>
            <a:xfrm>
              <a:off x="5582647" y="3524845"/>
              <a:ext cx="793337" cy="458057"/>
            </a:xfrm>
            <a:custGeom>
              <a:avLst/>
              <a:gdLst/>
              <a:ahLst/>
              <a:cxnLst/>
              <a:rect l="l" t="t" r="r" b="b"/>
              <a:pathLst>
                <a:path w="793337" h="458057" extrusionOk="0">
                  <a:moveTo>
                    <a:pt x="755904" y="458057"/>
                  </a:moveTo>
                  <a:lnTo>
                    <a:pt x="0" y="21622"/>
                  </a:lnTo>
                  <a:lnTo>
                    <a:pt x="37433" y="0"/>
                  </a:lnTo>
                  <a:lnTo>
                    <a:pt x="793337" y="436436"/>
                  </a:lnTo>
                  <a:lnTo>
                    <a:pt x="755904" y="458057"/>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30" name="Google Shape;2892;p47">
              <a:extLst>
                <a:ext uri="{FF2B5EF4-FFF2-40B4-BE49-F238E27FC236}">
                  <a16:creationId xmlns:a16="http://schemas.microsoft.com/office/drawing/2014/main" id="{E122B1E2-F76B-D650-AB46-0FC30F837535}"/>
                </a:ext>
              </a:extLst>
            </p:cNvPr>
            <p:cNvSpPr/>
            <p:nvPr/>
          </p:nvSpPr>
          <p:spPr>
            <a:xfrm>
              <a:off x="5520830" y="3560469"/>
              <a:ext cx="793337" cy="458057"/>
            </a:xfrm>
            <a:custGeom>
              <a:avLst/>
              <a:gdLst/>
              <a:ahLst/>
              <a:cxnLst/>
              <a:rect l="l" t="t" r="r" b="b"/>
              <a:pathLst>
                <a:path w="793337" h="458057" extrusionOk="0">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31" name="Google Shape;2893;p47">
              <a:extLst>
                <a:ext uri="{FF2B5EF4-FFF2-40B4-BE49-F238E27FC236}">
                  <a16:creationId xmlns:a16="http://schemas.microsoft.com/office/drawing/2014/main" id="{3B51C778-8545-CBA6-84D1-832AEBE67619}"/>
                </a:ext>
              </a:extLst>
            </p:cNvPr>
            <p:cNvSpPr/>
            <p:nvPr/>
          </p:nvSpPr>
          <p:spPr>
            <a:xfrm>
              <a:off x="5459108" y="3596188"/>
              <a:ext cx="793337" cy="458057"/>
            </a:xfrm>
            <a:custGeom>
              <a:avLst/>
              <a:gdLst/>
              <a:ahLst/>
              <a:cxnLst/>
              <a:rect l="l" t="t" r="r" b="b"/>
              <a:pathLst>
                <a:path w="793337" h="458057" extrusionOk="0">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32" name="Google Shape;2894;p47">
              <a:extLst>
                <a:ext uri="{FF2B5EF4-FFF2-40B4-BE49-F238E27FC236}">
                  <a16:creationId xmlns:a16="http://schemas.microsoft.com/office/drawing/2014/main" id="{B3BE9B67-AD34-8C97-D882-6D5DD967222A}"/>
                </a:ext>
              </a:extLst>
            </p:cNvPr>
            <p:cNvSpPr/>
            <p:nvPr/>
          </p:nvSpPr>
          <p:spPr>
            <a:xfrm>
              <a:off x="5006003" y="3836122"/>
              <a:ext cx="830770" cy="479679"/>
            </a:xfrm>
            <a:custGeom>
              <a:avLst/>
              <a:gdLst/>
              <a:ahLst/>
              <a:cxnLst/>
              <a:rect l="l" t="t" r="r" b="b"/>
              <a:pathLst>
                <a:path w="830770" h="479679" extrusionOk="0">
                  <a:moveTo>
                    <a:pt x="756000" y="479679"/>
                  </a:moveTo>
                  <a:lnTo>
                    <a:pt x="0" y="43244"/>
                  </a:lnTo>
                  <a:lnTo>
                    <a:pt x="74962" y="0"/>
                  </a:lnTo>
                  <a:lnTo>
                    <a:pt x="830771" y="436436"/>
                  </a:lnTo>
                  <a:lnTo>
                    <a:pt x="756000" y="479679"/>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33" name="Google Shape;2895;p47">
              <a:extLst>
                <a:ext uri="{FF2B5EF4-FFF2-40B4-BE49-F238E27FC236}">
                  <a16:creationId xmlns:a16="http://schemas.microsoft.com/office/drawing/2014/main" id="{71855DB6-A261-9855-79C1-820413709D13}"/>
                </a:ext>
              </a:extLst>
            </p:cNvPr>
            <p:cNvSpPr/>
            <p:nvPr/>
          </p:nvSpPr>
          <p:spPr>
            <a:xfrm>
              <a:off x="4926279" y="3903750"/>
              <a:ext cx="741616" cy="428244"/>
            </a:xfrm>
            <a:custGeom>
              <a:avLst/>
              <a:gdLst/>
              <a:ahLst/>
              <a:cxnLst/>
              <a:rect l="l" t="t" r="r" b="b"/>
              <a:pathLst>
                <a:path w="741616" h="428244" extrusionOk="0">
                  <a:moveTo>
                    <a:pt x="704184" y="428244"/>
                  </a:moveTo>
                  <a:lnTo>
                    <a:pt x="0" y="21622"/>
                  </a:lnTo>
                  <a:lnTo>
                    <a:pt x="37433" y="0"/>
                  </a:lnTo>
                  <a:lnTo>
                    <a:pt x="741617" y="406622"/>
                  </a:lnTo>
                  <a:lnTo>
                    <a:pt x="704184" y="428244"/>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34" name="Google Shape;2896;p47">
              <a:extLst>
                <a:ext uri="{FF2B5EF4-FFF2-40B4-BE49-F238E27FC236}">
                  <a16:creationId xmlns:a16="http://schemas.microsoft.com/office/drawing/2014/main" id="{2A10C003-0132-E041-BB66-CEA69A97FCDB}"/>
                </a:ext>
              </a:extLst>
            </p:cNvPr>
            <p:cNvSpPr/>
            <p:nvPr/>
          </p:nvSpPr>
          <p:spPr>
            <a:xfrm>
              <a:off x="4864462" y="3939468"/>
              <a:ext cx="727614" cy="420052"/>
            </a:xfrm>
            <a:custGeom>
              <a:avLst/>
              <a:gdLst/>
              <a:ahLst/>
              <a:cxnLst/>
              <a:rect l="l" t="t" r="r" b="b"/>
              <a:pathLst>
                <a:path w="727614" h="420052" extrusionOk="0">
                  <a:moveTo>
                    <a:pt x="690181" y="420053"/>
                  </a:moveTo>
                  <a:lnTo>
                    <a:pt x="0" y="21622"/>
                  </a:lnTo>
                  <a:lnTo>
                    <a:pt x="37433" y="0"/>
                  </a:lnTo>
                  <a:lnTo>
                    <a:pt x="727615" y="398431"/>
                  </a:lnTo>
                  <a:lnTo>
                    <a:pt x="690181" y="420053"/>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35" name="Google Shape;2897;p47">
              <a:extLst>
                <a:ext uri="{FF2B5EF4-FFF2-40B4-BE49-F238E27FC236}">
                  <a16:creationId xmlns:a16="http://schemas.microsoft.com/office/drawing/2014/main" id="{406FDB0F-F961-2CA6-5C4F-C3D636B81D00}"/>
                </a:ext>
              </a:extLst>
            </p:cNvPr>
            <p:cNvSpPr/>
            <p:nvPr/>
          </p:nvSpPr>
          <p:spPr>
            <a:xfrm>
              <a:off x="4802740" y="3975092"/>
              <a:ext cx="620839" cy="358520"/>
            </a:xfrm>
            <a:custGeom>
              <a:avLst/>
              <a:gdLst/>
              <a:ahLst/>
              <a:cxnLst/>
              <a:rect l="l" t="t" r="r" b="b"/>
              <a:pathLst>
                <a:path w="620839" h="358520" extrusionOk="0">
                  <a:moveTo>
                    <a:pt x="583406" y="358521"/>
                  </a:moveTo>
                  <a:lnTo>
                    <a:pt x="0" y="21622"/>
                  </a:lnTo>
                  <a:lnTo>
                    <a:pt x="37433" y="0"/>
                  </a:lnTo>
                  <a:lnTo>
                    <a:pt x="620840" y="336899"/>
                  </a:lnTo>
                  <a:lnTo>
                    <a:pt x="583406" y="358521"/>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36" name="Google Shape;2898;p47">
              <a:extLst>
                <a:ext uri="{FF2B5EF4-FFF2-40B4-BE49-F238E27FC236}">
                  <a16:creationId xmlns:a16="http://schemas.microsoft.com/office/drawing/2014/main" id="{C8A6970B-B9C3-D4BC-C0D9-D21520F1A288}"/>
                </a:ext>
              </a:extLst>
            </p:cNvPr>
            <p:cNvSpPr/>
            <p:nvPr/>
          </p:nvSpPr>
          <p:spPr>
            <a:xfrm>
              <a:off x="5169357" y="3663339"/>
              <a:ext cx="421766" cy="243458"/>
            </a:xfrm>
            <a:custGeom>
              <a:avLst/>
              <a:gdLst/>
              <a:ahLst/>
              <a:cxnLst/>
              <a:rect l="l" t="t" r="r" b="b"/>
              <a:pathLst>
                <a:path w="421766" h="243458" extrusionOk="0">
                  <a:moveTo>
                    <a:pt x="210883" y="243459"/>
                  </a:moveTo>
                  <a:lnTo>
                    <a:pt x="0" y="121729"/>
                  </a:lnTo>
                  <a:lnTo>
                    <a:pt x="210883" y="0"/>
                  </a:lnTo>
                  <a:lnTo>
                    <a:pt x="421767" y="121729"/>
                  </a:lnTo>
                  <a:lnTo>
                    <a:pt x="210883" y="243459"/>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37" name="Google Shape;2899;p47">
              <a:extLst>
                <a:ext uri="{FF2B5EF4-FFF2-40B4-BE49-F238E27FC236}">
                  <a16:creationId xmlns:a16="http://schemas.microsoft.com/office/drawing/2014/main" id="{724073CA-57BD-A60E-A4C0-417D1341485B}"/>
                </a:ext>
              </a:extLst>
            </p:cNvPr>
            <p:cNvSpPr/>
            <p:nvPr/>
          </p:nvSpPr>
          <p:spPr>
            <a:xfrm>
              <a:off x="5441867" y="3820597"/>
              <a:ext cx="421766" cy="243554"/>
            </a:xfrm>
            <a:custGeom>
              <a:avLst/>
              <a:gdLst/>
              <a:ahLst/>
              <a:cxnLst/>
              <a:rect l="l" t="t" r="r" b="b"/>
              <a:pathLst>
                <a:path w="421766" h="243554" extrusionOk="0">
                  <a:moveTo>
                    <a:pt x="210884" y="243554"/>
                  </a:moveTo>
                  <a:lnTo>
                    <a:pt x="0" y="121825"/>
                  </a:lnTo>
                  <a:lnTo>
                    <a:pt x="210884" y="0"/>
                  </a:lnTo>
                  <a:lnTo>
                    <a:pt x="421767" y="121825"/>
                  </a:lnTo>
                  <a:lnTo>
                    <a:pt x="210884" y="243554"/>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38" name="Google Shape;2900;p47">
              <a:extLst>
                <a:ext uri="{FF2B5EF4-FFF2-40B4-BE49-F238E27FC236}">
                  <a16:creationId xmlns:a16="http://schemas.microsoft.com/office/drawing/2014/main" id="{6794A6AC-C577-918F-D881-B843186FBABA}"/>
                </a:ext>
              </a:extLst>
            </p:cNvPr>
            <p:cNvSpPr/>
            <p:nvPr/>
          </p:nvSpPr>
          <p:spPr>
            <a:xfrm>
              <a:off x="5714378" y="3977950"/>
              <a:ext cx="421766" cy="243554"/>
            </a:xfrm>
            <a:custGeom>
              <a:avLst/>
              <a:gdLst/>
              <a:ahLst/>
              <a:cxnLst/>
              <a:rect l="l" t="t" r="r" b="b"/>
              <a:pathLst>
                <a:path w="421766" h="243554" extrusionOk="0">
                  <a:moveTo>
                    <a:pt x="210883" y="243554"/>
                  </a:moveTo>
                  <a:lnTo>
                    <a:pt x="0" y="121729"/>
                  </a:lnTo>
                  <a:lnTo>
                    <a:pt x="210883" y="0"/>
                  </a:lnTo>
                  <a:lnTo>
                    <a:pt x="421767" y="121825"/>
                  </a:lnTo>
                  <a:lnTo>
                    <a:pt x="210883" y="243554"/>
                  </a:lnTo>
                  <a:close/>
                </a:path>
              </a:pathLst>
            </a:custGeom>
            <a:solidFill>
              <a:srgbClr val="E9EAF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39" name="Google Shape;2901;p47">
              <a:extLst>
                <a:ext uri="{FF2B5EF4-FFF2-40B4-BE49-F238E27FC236}">
                  <a16:creationId xmlns:a16="http://schemas.microsoft.com/office/drawing/2014/main" id="{A78B6119-5EDE-5D9E-2650-ED53B0439989}"/>
                </a:ext>
              </a:extLst>
            </p:cNvPr>
            <p:cNvSpPr/>
            <p:nvPr/>
          </p:nvSpPr>
          <p:spPr>
            <a:xfrm>
              <a:off x="2242896" y="2171438"/>
              <a:ext cx="357473" cy="206406"/>
            </a:xfrm>
            <a:custGeom>
              <a:avLst/>
              <a:gdLst/>
              <a:ahLst/>
              <a:cxnLst/>
              <a:rect l="l" t="t" r="r" b="b"/>
              <a:pathLst>
                <a:path w="357473" h="206406" extrusionOk="0">
                  <a:moveTo>
                    <a:pt x="178689" y="206407"/>
                  </a:moveTo>
                  <a:lnTo>
                    <a:pt x="0" y="103251"/>
                  </a:lnTo>
                  <a:lnTo>
                    <a:pt x="178689" y="0"/>
                  </a:lnTo>
                  <a:lnTo>
                    <a:pt x="357473" y="103251"/>
                  </a:lnTo>
                  <a:lnTo>
                    <a:pt x="178689" y="206407"/>
                  </a:lnTo>
                  <a:close/>
                </a:path>
              </a:pathLst>
            </a:custGeom>
            <a:solidFill>
              <a:srgbClr val="D6D8E5">
                <a:alpha val="298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40" name="Google Shape;2902;p47">
              <a:extLst>
                <a:ext uri="{FF2B5EF4-FFF2-40B4-BE49-F238E27FC236}">
                  <a16:creationId xmlns:a16="http://schemas.microsoft.com/office/drawing/2014/main" id="{A826CC1F-67E2-C191-13FF-FBFCB075EF0D}"/>
                </a:ext>
              </a:extLst>
            </p:cNvPr>
            <p:cNvSpPr/>
            <p:nvPr/>
          </p:nvSpPr>
          <p:spPr>
            <a:xfrm>
              <a:off x="2526170" y="2006084"/>
              <a:ext cx="357473" cy="206406"/>
            </a:xfrm>
            <a:custGeom>
              <a:avLst/>
              <a:gdLst/>
              <a:ahLst/>
              <a:cxnLst/>
              <a:rect l="l" t="t" r="r" b="b"/>
              <a:pathLst>
                <a:path w="357473" h="206406" extrusionOk="0">
                  <a:moveTo>
                    <a:pt x="178784" y="206407"/>
                  </a:moveTo>
                  <a:lnTo>
                    <a:pt x="0" y="103251"/>
                  </a:lnTo>
                  <a:lnTo>
                    <a:pt x="178784" y="0"/>
                  </a:lnTo>
                  <a:lnTo>
                    <a:pt x="357473" y="103251"/>
                  </a:lnTo>
                  <a:lnTo>
                    <a:pt x="178784" y="206407"/>
                  </a:lnTo>
                  <a:close/>
                </a:path>
              </a:pathLst>
            </a:custGeom>
            <a:solidFill>
              <a:srgbClr val="D6D8E5">
                <a:alpha val="298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41" name="Google Shape;2903;p47">
              <a:extLst>
                <a:ext uri="{FF2B5EF4-FFF2-40B4-BE49-F238E27FC236}">
                  <a16:creationId xmlns:a16="http://schemas.microsoft.com/office/drawing/2014/main" id="{244FB297-4EED-6AA9-12A5-8364A0AD1E63}"/>
                </a:ext>
              </a:extLst>
            </p:cNvPr>
            <p:cNvSpPr/>
            <p:nvPr/>
          </p:nvSpPr>
          <p:spPr>
            <a:xfrm>
              <a:off x="2632278" y="1017294"/>
              <a:ext cx="357473" cy="206311"/>
            </a:xfrm>
            <a:custGeom>
              <a:avLst/>
              <a:gdLst/>
              <a:ahLst/>
              <a:cxnLst/>
              <a:rect l="l" t="t" r="r" b="b"/>
              <a:pathLst>
                <a:path w="357473" h="206311" extrusionOk="0">
                  <a:moveTo>
                    <a:pt x="178784" y="206312"/>
                  </a:moveTo>
                  <a:lnTo>
                    <a:pt x="0" y="103156"/>
                  </a:lnTo>
                  <a:lnTo>
                    <a:pt x="178784" y="0"/>
                  </a:lnTo>
                  <a:lnTo>
                    <a:pt x="357473" y="103156"/>
                  </a:lnTo>
                  <a:lnTo>
                    <a:pt x="178784" y="206312"/>
                  </a:ln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42" name="Google Shape;2904;p47">
              <a:extLst>
                <a:ext uri="{FF2B5EF4-FFF2-40B4-BE49-F238E27FC236}">
                  <a16:creationId xmlns:a16="http://schemas.microsoft.com/office/drawing/2014/main" id="{36FEC52F-3545-E2AD-BD89-4D0BF10556A7}"/>
                </a:ext>
              </a:extLst>
            </p:cNvPr>
            <p:cNvSpPr/>
            <p:nvPr/>
          </p:nvSpPr>
          <p:spPr>
            <a:xfrm>
              <a:off x="2632278" y="1120450"/>
              <a:ext cx="178784" cy="1032319"/>
            </a:xfrm>
            <a:custGeom>
              <a:avLst/>
              <a:gdLst/>
              <a:ahLst/>
              <a:cxnLst/>
              <a:rect l="l" t="t" r="r" b="b"/>
              <a:pathLst>
                <a:path w="178784" h="1032319" extrusionOk="0">
                  <a:moveTo>
                    <a:pt x="178784" y="1032320"/>
                  </a:moveTo>
                  <a:lnTo>
                    <a:pt x="0" y="929068"/>
                  </a:lnTo>
                  <a:lnTo>
                    <a:pt x="0" y="0"/>
                  </a:lnTo>
                  <a:lnTo>
                    <a:pt x="178784" y="103251"/>
                  </a:lnTo>
                  <a:lnTo>
                    <a:pt x="178784" y="1032320"/>
                  </a:ln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43" name="Google Shape;2905;p47">
              <a:extLst>
                <a:ext uri="{FF2B5EF4-FFF2-40B4-BE49-F238E27FC236}">
                  <a16:creationId xmlns:a16="http://schemas.microsoft.com/office/drawing/2014/main" id="{7A4B078B-791D-1237-5287-7F2006A5CC95}"/>
                </a:ext>
              </a:extLst>
            </p:cNvPr>
            <p:cNvSpPr/>
            <p:nvPr/>
          </p:nvSpPr>
          <p:spPr>
            <a:xfrm>
              <a:off x="2632278" y="1120450"/>
              <a:ext cx="178784" cy="1032319"/>
            </a:xfrm>
            <a:custGeom>
              <a:avLst/>
              <a:gdLst/>
              <a:ahLst/>
              <a:cxnLst/>
              <a:rect l="l" t="t" r="r" b="b"/>
              <a:pathLst>
                <a:path w="178784" h="1032319" extrusionOk="0">
                  <a:moveTo>
                    <a:pt x="178784" y="1032320"/>
                  </a:moveTo>
                  <a:lnTo>
                    <a:pt x="0" y="929068"/>
                  </a:lnTo>
                  <a:lnTo>
                    <a:pt x="0" y="0"/>
                  </a:lnTo>
                  <a:lnTo>
                    <a:pt x="178784" y="103251"/>
                  </a:lnTo>
                  <a:lnTo>
                    <a:pt x="178784" y="1032320"/>
                  </a:lnTo>
                  <a:close/>
                </a:path>
              </a:pathLst>
            </a:custGeom>
            <a:solidFill>
              <a:srgbClr val="000000">
                <a:alpha val="98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44" name="Google Shape;2906;p47">
              <a:extLst>
                <a:ext uri="{FF2B5EF4-FFF2-40B4-BE49-F238E27FC236}">
                  <a16:creationId xmlns:a16="http://schemas.microsoft.com/office/drawing/2014/main" id="{5372853C-30BE-3F34-AB5F-73D1CC8A0A0F}"/>
                </a:ext>
              </a:extLst>
            </p:cNvPr>
            <p:cNvSpPr/>
            <p:nvPr/>
          </p:nvSpPr>
          <p:spPr>
            <a:xfrm>
              <a:off x="2811062" y="1120450"/>
              <a:ext cx="178689" cy="1032319"/>
            </a:xfrm>
            <a:custGeom>
              <a:avLst/>
              <a:gdLst/>
              <a:ahLst/>
              <a:cxnLst/>
              <a:rect l="l" t="t" r="r" b="b"/>
              <a:pathLst>
                <a:path w="178689" h="1032319" extrusionOk="0">
                  <a:moveTo>
                    <a:pt x="178689" y="929068"/>
                  </a:moveTo>
                  <a:lnTo>
                    <a:pt x="0" y="1032320"/>
                  </a:lnTo>
                  <a:lnTo>
                    <a:pt x="0" y="103251"/>
                  </a:lnTo>
                  <a:lnTo>
                    <a:pt x="178689" y="0"/>
                  </a:lnTo>
                  <a:lnTo>
                    <a:pt x="178689" y="929068"/>
                  </a:lnTo>
                  <a:close/>
                </a:path>
              </a:pathLst>
            </a:custGeom>
            <a:solidFill>
              <a:schemeClr val="accent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45" name="Google Shape;2907;p47">
              <a:extLst>
                <a:ext uri="{FF2B5EF4-FFF2-40B4-BE49-F238E27FC236}">
                  <a16:creationId xmlns:a16="http://schemas.microsoft.com/office/drawing/2014/main" id="{36968048-C2C6-B9E5-19D9-282A45B9682C}"/>
                </a:ext>
              </a:extLst>
            </p:cNvPr>
            <p:cNvSpPr/>
            <p:nvPr/>
          </p:nvSpPr>
          <p:spPr>
            <a:xfrm>
              <a:off x="2364150" y="1481542"/>
              <a:ext cx="357473" cy="206501"/>
            </a:xfrm>
            <a:custGeom>
              <a:avLst/>
              <a:gdLst/>
              <a:ahLst/>
              <a:cxnLst/>
              <a:rect l="l" t="t" r="r" b="b"/>
              <a:pathLst>
                <a:path w="357473" h="206501" extrusionOk="0">
                  <a:moveTo>
                    <a:pt x="178784" y="206502"/>
                  </a:moveTo>
                  <a:lnTo>
                    <a:pt x="0" y="103251"/>
                  </a:lnTo>
                  <a:lnTo>
                    <a:pt x="178784" y="0"/>
                  </a:lnTo>
                  <a:lnTo>
                    <a:pt x="357473" y="103251"/>
                  </a:lnTo>
                  <a:lnTo>
                    <a:pt x="178784" y="206502"/>
                  </a:ln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46" name="Google Shape;2908;p47">
              <a:extLst>
                <a:ext uri="{FF2B5EF4-FFF2-40B4-BE49-F238E27FC236}">
                  <a16:creationId xmlns:a16="http://schemas.microsoft.com/office/drawing/2014/main" id="{745B0FC8-27C5-CB96-80CF-DFDB505FE890}"/>
                </a:ext>
              </a:extLst>
            </p:cNvPr>
            <p:cNvSpPr/>
            <p:nvPr/>
          </p:nvSpPr>
          <p:spPr>
            <a:xfrm>
              <a:off x="2364150" y="1584793"/>
              <a:ext cx="178784" cy="721899"/>
            </a:xfrm>
            <a:custGeom>
              <a:avLst/>
              <a:gdLst/>
              <a:ahLst/>
              <a:cxnLst/>
              <a:rect l="l" t="t" r="r" b="b"/>
              <a:pathLst>
                <a:path w="178784" h="721899" extrusionOk="0">
                  <a:moveTo>
                    <a:pt x="178784" y="721900"/>
                  </a:moveTo>
                  <a:lnTo>
                    <a:pt x="0" y="618744"/>
                  </a:lnTo>
                  <a:lnTo>
                    <a:pt x="0" y="0"/>
                  </a:lnTo>
                  <a:lnTo>
                    <a:pt x="178784" y="103251"/>
                  </a:lnTo>
                  <a:lnTo>
                    <a:pt x="178784" y="721900"/>
                  </a:ln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47" name="Google Shape;2909;p47">
              <a:extLst>
                <a:ext uri="{FF2B5EF4-FFF2-40B4-BE49-F238E27FC236}">
                  <a16:creationId xmlns:a16="http://schemas.microsoft.com/office/drawing/2014/main" id="{22F7FDAC-DCE7-29CD-8311-E8E1E1DEEDF9}"/>
                </a:ext>
              </a:extLst>
            </p:cNvPr>
            <p:cNvSpPr/>
            <p:nvPr/>
          </p:nvSpPr>
          <p:spPr>
            <a:xfrm>
              <a:off x="2364150" y="1584793"/>
              <a:ext cx="178784" cy="721899"/>
            </a:xfrm>
            <a:custGeom>
              <a:avLst/>
              <a:gdLst/>
              <a:ahLst/>
              <a:cxnLst/>
              <a:rect l="l" t="t" r="r" b="b"/>
              <a:pathLst>
                <a:path w="178784" h="721899" extrusionOk="0">
                  <a:moveTo>
                    <a:pt x="178784" y="721900"/>
                  </a:moveTo>
                  <a:lnTo>
                    <a:pt x="0" y="618744"/>
                  </a:lnTo>
                  <a:lnTo>
                    <a:pt x="0" y="0"/>
                  </a:lnTo>
                  <a:lnTo>
                    <a:pt x="178784" y="103251"/>
                  </a:lnTo>
                  <a:lnTo>
                    <a:pt x="178784" y="721900"/>
                  </a:lnTo>
                  <a:close/>
                </a:path>
              </a:pathLst>
            </a:custGeom>
            <a:solidFill>
              <a:srgbClr val="000000">
                <a:alpha val="98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48" name="Google Shape;2910;p47">
              <a:extLst>
                <a:ext uri="{FF2B5EF4-FFF2-40B4-BE49-F238E27FC236}">
                  <a16:creationId xmlns:a16="http://schemas.microsoft.com/office/drawing/2014/main" id="{BF225F9D-F48B-60EE-5284-C3EC4F55C03C}"/>
                </a:ext>
              </a:extLst>
            </p:cNvPr>
            <p:cNvSpPr/>
            <p:nvPr/>
          </p:nvSpPr>
          <p:spPr>
            <a:xfrm>
              <a:off x="2542934" y="1584793"/>
              <a:ext cx="178688" cy="721899"/>
            </a:xfrm>
            <a:custGeom>
              <a:avLst/>
              <a:gdLst/>
              <a:ahLst/>
              <a:cxnLst/>
              <a:rect l="l" t="t" r="r" b="b"/>
              <a:pathLst>
                <a:path w="178688" h="721899" extrusionOk="0">
                  <a:moveTo>
                    <a:pt x="178689" y="618744"/>
                  </a:moveTo>
                  <a:lnTo>
                    <a:pt x="0" y="721900"/>
                  </a:lnTo>
                  <a:lnTo>
                    <a:pt x="0" y="103251"/>
                  </a:lnTo>
                  <a:lnTo>
                    <a:pt x="178689" y="0"/>
                  </a:lnTo>
                  <a:lnTo>
                    <a:pt x="178689" y="618744"/>
                  </a:lnTo>
                  <a:close/>
                </a:path>
              </a:pathLst>
            </a:custGeom>
            <a:solidFill>
              <a:schemeClr val="accent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49" name="Google Shape;2911;p47">
              <a:extLst>
                <a:ext uri="{FF2B5EF4-FFF2-40B4-BE49-F238E27FC236}">
                  <a16:creationId xmlns:a16="http://schemas.microsoft.com/office/drawing/2014/main" id="{9DB48255-43A0-43EA-857F-2D3CF09F855B}"/>
                </a:ext>
              </a:extLst>
            </p:cNvPr>
            <p:cNvSpPr/>
            <p:nvPr/>
          </p:nvSpPr>
          <p:spPr>
            <a:xfrm>
              <a:off x="2013915" y="2306693"/>
              <a:ext cx="357473" cy="206406"/>
            </a:xfrm>
            <a:custGeom>
              <a:avLst/>
              <a:gdLst/>
              <a:ahLst/>
              <a:cxnLst/>
              <a:rect l="l" t="t" r="r" b="b"/>
              <a:pathLst>
                <a:path w="357473" h="206406" extrusionOk="0">
                  <a:moveTo>
                    <a:pt x="178784" y="206407"/>
                  </a:moveTo>
                  <a:lnTo>
                    <a:pt x="0" y="103251"/>
                  </a:lnTo>
                  <a:lnTo>
                    <a:pt x="178784" y="0"/>
                  </a:lnTo>
                  <a:lnTo>
                    <a:pt x="357473" y="103251"/>
                  </a:lnTo>
                  <a:lnTo>
                    <a:pt x="178784" y="206407"/>
                  </a:lnTo>
                  <a:close/>
                </a:path>
              </a:pathLst>
            </a:custGeom>
            <a:solidFill>
              <a:srgbClr val="D6D8E5">
                <a:alpha val="298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50" name="Google Shape;2912;p47">
              <a:extLst>
                <a:ext uri="{FF2B5EF4-FFF2-40B4-BE49-F238E27FC236}">
                  <a16:creationId xmlns:a16="http://schemas.microsoft.com/office/drawing/2014/main" id="{A38E9474-DAA0-7F16-E807-0CFF0FE7B77F}"/>
                </a:ext>
              </a:extLst>
            </p:cNvPr>
            <p:cNvSpPr/>
            <p:nvPr/>
          </p:nvSpPr>
          <p:spPr>
            <a:xfrm>
              <a:off x="2078685" y="1971984"/>
              <a:ext cx="357473" cy="206406"/>
            </a:xfrm>
            <a:custGeom>
              <a:avLst/>
              <a:gdLst/>
              <a:ahLst/>
              <a:cxnLst/>
              <a:rect l="l" t="t" r="r" b="b"/>
              <a:pathLst>
                <a:path w="357473" h="206406" extrusionOk="0">
                  <a:moveTo>
                    <a:pt x="178784" y="206407"/>
                  </a:moveTo>
                  <a:lnTo>
                    <a:pt x="0" y="103156"/>
                  </a:lnTo>
                  <a:lnTo>
                    <a:pt x="178689" y="0"/>
                  </a:lnTo>
                  <a:lnTo>
                    <a:pt x="357473" y="103156"/>
                  </a:lnTo>
                  <a:lnTo>
                    <a:pt x="178784" y="206407"/>
                  </a:ln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51" name="Google Shape;2913;p47">
              <a:extLst>
                <a:ext uri="{FF2B5EF4-FFF2-40B4-BE49-F238E27FC236}">
                  <a16:creationId xmlns:a16="http://schemas.microsoft.com/office/drawing/2014/main" id="{C9FC23BE-168D-DA0F-F159-E1FF0F1CCEFA}"/>
                </a:ext>
              </a:extLst>
            </p:cNvPr>
            <p:cNvSpPr/>
            <p:nvPr/>
          </p:nvSpPr>
          <p:spPr>
            <a:xfrm>
              <a:off x="2078685" y="2075140"/>
              <a:ext cx="178784" cy="399097"/>
            </a:xfrm>
            <a:custGeom>
              <a:avLst/>
              <a:gdLst/>
              <a:ahLst/>
              <a:cxnLst/>
              <a:rect l="l" t="t" r="r" b="b"/>
              <a:pathLst>
                <a:path w="178784" h="399097" extrusionOk="0">
                  <a:moveTo>
                    <a:pt x="178784" y="399098"/>
                  </a:moveTo>
                  <a:lnTo>
                    <a:pt x="0" y="295846"/>
                  </a:lnTo>
                  <a:lnTo>
                    <a:pt x="0" y="0"/>
                  </a:lnTo>
                  <a:lnTo>
                    <a:pt x="178784" y="103251"/>
                  </a:lnTo>
                  <a:lnTo>
                    <a:pt x="178784" y="399098"/>
                  </a:ln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52" name="Google Shape;2914;p47">
              <a:extLst>
                <a:ext uri="{FF2B5EF4-FFF2-40B4-BE49-F238E27FC236}">
                  <a16:creationId xmlns:a16="http://schemas.microsoft.com/office/drawing/2014/main" id="{24C6343B-1063-653F-1770-BD2C269E62C6}"/>
                </a:ext>
              </a:extLst>
            </p:cNvPr>
            <p:cNvSpPr/>
            <p:nvPr/>
          </p:nvSpPr>
          <p:spPr>
            <a:xfrm>
              <a:off x="2078685" y="2075140"/>
              <a:ext cx="178784" cy="399097"/>
            </a:xfrm>
            <a:custGeom>
              <a:avLst/>
              <a:gdLst/>
              <a:ahLst/>
              <a:cxnLst/>
              <a:rect l="l" t="t" r="r" b="b"/>
              <a:pathLst>
                <a:path w="178784" h="399097" extrusionOk="0">
                  <a:moveTo>
                    <a:pt x="178784" y="399098"/>
                  </a:moveTo>
                  <a:lnTo>
                    <a:pt x="0" y="295846"/>
                  </a:lnTo>
                  <a:lnTo>
                    <a:pt x="0" y="0"/>
                  </a:lnTo>
                  <a:lnTo>
                    <a:pt x="178784" y="103251"/>
                  </a:lnTo>
                  <a:lnTo>
                    <a:pt x="178784" y="399098"/>
                  </a:lnTo>
                  <a:close/>
                </a:path>
              </a:pathLst>
            </a:custGeom>
            <a:solidFill>
              <a:srgbClr val="000000">
                <a:alpha val="98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53" name="Google Shape;2915;p47">
              <a:extLst>
                <a:ext uri="{FF2B5EF4-FFF2-40B4-BE49-F238E27FC236}">
                  <a16:creationId xmlns:a16="http://schemas.microsoft.com/office/drawing/2014/main" id="{75254AA3-47B3-78AB-A6FA-38AE200CD2F5}"/>
                </a:ext>
              </a:extLst>
            </p:cNvPr>
            <p:cNvSpPr/>
            <p:nvPr/>
          </p:nvSpPr>
          <p:spPr>
            <a:xfrm>
              <a:off x="2257469" y="2075140"/>
              <a:ext cx="178689" cy="399097"/>
            </a:xfrm>
            <a:custGeom>
              <a:avLst/>
              <a:gdLst/>
              <a:ahLst/>
              <a:cxnLst/>
              <a:rect l="l" t="t" r="r" b="b"/>
              <a:pathLst>
                <a:path w="178689" h="399097" extrusionOk="0">
                  <a:moveTo>
                    <a:pt x="178689" y="295846"/>
                  </a:moveTo>
                  <a:lnTo>
                    <a:pt x="0" y="399098"/>
                  </a:lnTo>
                  <a:lnTo>
                    <a:pt x="0" y="103251"/>
                  </a:lnTo>
                  <a:lnTo>
                    <a:pt x="178689" y="0"/>
                  </a:lnTo>
                  <a:lnTo>
                    <a:pt x="178689" y="295846"/>
                  </a:lnTo>
                  <a:close/>
                </a:path>
              </a:pathLst>
            </a:custGeom>
            <a:solidFill>
              <a:schemeClr val="accent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54" name="Google Shape;2916;p47">
              <a:extLst>
                <a:ext uri="{FF2B5EF4-FFF2-40B4-BE49-F238E27FC236}">
                  <a16:creationId xmlns:a16="http://schemas.microsoft.com/office/drawing/2014/main" id="{1EC46CB6-BF63-E582-6441-8FAC89914F99}"/>
                </a:ext>
              </a:extLst>
            </p:cNvPr>
            <p:cNvSpPr/>
            <p:nvPr/>
          </p:nvSpPr>
          <p:spPr>
            <a:xfrm>
              <a:off x="4050634" y="46890"/>
              <a:ext cx="205002" cy="299719"/>
            </a:xfrm>
            <a:custGeom>
              <a:avLst/>
              <a:gdLst/>
              <a:ahLst/>
              <a:cxnLst/>
              <a:rect l="l" t="t" r="r" b="b"/>
              <a:pathLst>
                <a:path w="205002" h="299719" extrusionOk="0">
                  <a:moveTo>
                    <a:pt x="72307" y="9903"/>
                  </a:moveTo>
                  <a:cubicBezTo>
                    <a:pt x="80498" y="-3146"/>
                    <a:pt x="142792" y="-11814"/>
                    <a:pt x="163271" y="41050"/>
                  </a:cubicBezTo>
                  <a:cubicBezTo>
                    <a:pt x="171081" y="61052"/>
                    <a:pt x="169843" y="112201"/>
                    <a:pt x="176320" y="144396"/>
                  </a:cubicBezTo>
                  <a:cubicBezTo>
                    <a:pt x="182797" y="176590"/>
                    <a:pt x="198227" y="194783"/>
                    <a:pt x="203657" y="220596"/>
                  </a:cubicBezTo>
                  <a:cubicBezTo>
                    <a:pt x="209086" y="246409"/>
                    <a:pt x="200228" y="290414"/>
                    <a:pt x="136982" y="298129"/>
                  </a:cubicBezTo>
                  <a:cubicBezTo>
                    <a:pt x="73736" y="305845"/>
                    <a:pt x="26111" y="284032"/>
                    <a:pt x="11252" y="263935"/>
                  </a:cubicBezTo>
                  <a:cubicBezTo>
                    <a:pt x="-3607" y="243837"/>
                    <a:pt x="-3893" y="201260"/>
                    <a:pt x="11252" y="178210"/>
                  </a:cubicBezTo>
                  <a:cubicBezTo>
                    <a:pt x="26396" y="155159"/>
                    <a:pt x="38398" y="136776"/>
                    <a:pt x="38017" y="106963"/>
                  </a:cubicBezTo>
                  <a:close/>
                </a:path>
              </a:pathLst>
            </a:custGeom>
            <a:solidFill>
              <a:srgbClr val="2B2A30"/>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55" name="Google Shape;2917;p47">
              <a:extLst>
                <a:ext uri="{FF2B5EF4-FFF2-40B4-BE49-F238E27FC236}">
                  <a16:creationId xmlns:a16="http://schemas.microsoft.com/office/drawing/2014/main" id="{C51C6EA4-0976-26CE-FAB6-9C87BB90C3A5}"/>
                </a:ext>
              </a:extLst>
            </p:cNvPr>
            <p:cNvSpPr/>
            <p:nvPr/>
          </p:nvSpPr>
          <p:spPr>
            <a:xfrm>
              <a:off x="4066180" y="44285"/>
              <a:ext cx="98194" cy="121006"/>
            </a:xfrm>
            <a:custGeom>
              <a:avLst/>
              <a:gdLst/>
              <a:ahLst/>
              <a:cxnLst/>
              <a:rect l="l" t="t" r="r" b="b"/>
              <a:pathLst>
                <a:path w="98194" h="121006" extrusionOk="0">
                  <a:moveTo>
                    <a:pt x="98195" y="3459"/>
                  </a:moveTo>
                  <a:cubicBezTo>
                    <a:pt x="98195" y="3459"/>
                    <a:pt x="50570" y="-9685"/>
                    <a:pt x="22471" y="15270"/>
                  </a:cubicBezTo>
                  <a:cubicBezTo>
                    <a:pt x="3316" y="32880"/>
                    <a:pt x="-4399" y="59709"/>
                    <a:pt x="2468" y="84803"/>
                  </a:cubicBezTo>
                  <a:cubicBezTo>
                    <a:pt x="6278" y="99662"/>
                    <a:pt x="13803" y="119855"/>
                    <a:pt x="25614" y="120998"/>
                  </a:cubicBezTo>
                  <a:cubicBezTo>
                    <a:pt x="37425" y="122141"/>
                    <a:pt x="98195" y="3459"/>
                    <a:pt x="98195" y="3459"/>
                  </a:cubicBezTo>
                  <a:close/>
                </a:path>
              </a:pathLst>
            </a:custGeom>
            <a:solidFill>
              <a:srgbClr val="2B2A30"/>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56" name="Google Shape;2918;p47">
              <a:extLst>
                <a:ext uri="{FF2B5EF4-FFF2-40B4-BE49-F238E27FC236}">
                  <a16:creationId xmlns:a16="http://schemas.microsoft.com/office/drawing/2014/main" id="{EC6831CF-F3F3-58CF-46F5-B31BB503F9A9}"/>
                </a:ext>
              </a:extLst>
            </p:cNvPr>
            <p:cNvSpPr/>
            <p:nvPr/>
          </p:nvSpPr>
          <p:spPr>
            <a:xfrm>
              <a:off x="4085379" y="175665"/>
              <a:ext cx="121123" cy="135560"/>
            </a:xfrm>
            <a:custGeom>
              <a:avLst/>
              <a:gdLst/>
              <a:ahLst/>
              <a:cxnLst/>
              <a:rect l="l" t="t" r="r" b="b"/>
              <a:pathLst>
                <a:path w="121123" h="135560" extrusionOk="0">
                  <a:moveTo>
                    <a:pt x="96617" y="0"/>
                  </a:moveTo>
                  <a:cubicBezTo>
                    <a:pt x="96617" y="0"/>
                    <a:pt x="93569" y="52387"/>
                    <a:pt x="94522" y="56197"/>
                  </a:cubicBezTo>
                  <a:cubicBezTo>
                    <a:pt x="95474" y="60008"/>
                    <a:pt x="115000" y="63722"/>
                    <a:pt x="120525" y="68294"/>
                  </a:cubicBezTo>
                  <a:cubicBezTo>
                    <a:pt x="126049" y="72866"/>
                    <a:pt x="91950" y="125921"/>
                    <a:pt x="74805" y="133826"/>
                  </a:cubicBezTo>
                  <a:cubicBezTo>
                    <a:pt x="57660" y="141732"/>
                    <a:pt x="4129" y="121539"/>
                    <a:pt x="414" y="94964"/>
                  </a:cubicBezTo>
                  <a:cubicBezTo>
                    <a:pt x="-3015" y="70580"/>
                    <a:pt x="15750" y="51530"/>
                    <a:pt x="22989" y="44863"/>
                  </a:cubicBezTo>
                  <a:cubicBezTo>
                    <a:pt x="27875" y="44509"/>
                    <a:pt x="32771" y="44509"/>
                    <a:pt x="37657" y="44863"/>
                  </a:cubicBezTo>
                  <a:lnTo>
                    <a:pt x="39276" y="19526"/>
                  </a:lnTo>
                  <a:cubicBezTo>
                    <a:pt x="62613" y="11335"/>
                    <a:pt x="96617" y="0"/>
                    <a:pt x="96617" y="0"/>
                  </a:cubicBezTo>
                  <a:close/>
                </a:path>
              </a:pathLst>
            </a:custGeom>
            <a:solidFill>
              <a:srgbClr val="9C6448"/>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57" name="Google Shape;2919;p47">
              <a:extLst>
                <a:ext uri="{FF2B5EF4-FFF2-40B4-BE49-F238E27FC236}">
                  <a16:creationId xmlns:a16="http://schemas.microsoft.com/office/drawing/2014/main" id="{6F1562E4-648B-4607-3979-C526FED39D7F}"/>
                </a:ext>
              </a:extLst>
            </p:cNvPr>
            <p:cNvSpPr/>
            <p:nvPr/>
          </p:nvSpPr>
          <p:spPr>
            <a:xfrm>
              <a:off x="3878508" y="229758"/>
              <a:ext cx="228579" cy="325392"/>
            </a:xfrm>
            <a:custGeom>
              <a:avLst/>
              <a:gdLst/>
              <a:ahLst/>
              <a:cxnLst/>
              <a:rect l="l" t="t" r="r" b="b"/>
              <a:pathLst>
                <a:path w="228579" h="325392" extrusionOk="0">
                  <a:moveTo>
                    <a:pt x="149659" y="225085"/>
                  </a:moveTo>
                  <a:cubicBezTo>
                    <a:pt x="134829" y="245426"/>
                    <a:pt x="117303" y="263658"/>
                    <a:pt x="97557" y="279282"/>
                  </a:cubicBezTo>
                  <a:cubicBezTo>
                    <a:pt x="91252" y="285914"/>
                    <a:pt x="85308" y="292878"/>
                    <a:pt x="79746" y="300142"/>
                  </a:cubicBezTo>
                  <a:cubicBezTo>
                    <a:pt x="70392" y="310933"/>
                    <a:pt x="58276" y="318969"/>
                    <a:pt x="44694" y="323383"/>
                  </a:cubicBezTo>
                  <a:cubicBezTo>
                    <a:pt x="32883" y="326431"/>
                    <a:pt x="27930" y="325669"/>
                    <a:pt x="25644" y="323383"/>
                  </a:cubicBezTo>
                  <a:cubicBezTo>
                    <a:pt x="23358" y="321097"/>
                    <a:pt x="24596" y="317858"/>
                    <a:pt x="29739" y="315763"/>
                  </a:cubicBezTo>
                  <a:cubicBezTo>
                    <a:pt x="38150" y="313277"/>
                    <a:pt x="45961" y="309096"/>
                    <a:pt x="52695" y="303475"/>
                  </a:cubicBezTo>
                  <a:cubicBezTo>
                    <a:pt x="52695" y="303475"/>
                    <a:pt x="41741" y="308524"/>
                    <a:pt x="34788" y="310905"/>
                  </a:cubicBezTo>
                  <a:cubicBezTo>
                    <a:pt x="28644" y="313041"/>
                    <a:pt x="22234" y="314323"/>
                    <a:pt x="15738" y="314715"/>
                  </a:cubicBezTo>
                  <a:cubicBezTo>
                    <a:pt x="9165" y="314715"/>
                    <a:pt x="2403" y="307190"/>
                    <a:pt x="7546" y="305190"/>
                  </a:cubicBezTo>
                  <a:cubicBezTo>
                    <a:pt x="12690" y="303190"/>
                    <a:pt x="17071" y="302713"/>
                    <a:pt x="27549" y="298999"/>
                  </a:cubicBezTo>
                  <a:cubicBezTo>
                    <a:pt x="32921" y="297080"/>
                    <a:pt x="38017" y="294454"/>
                    <a:pt x="42693" y="291188"/>
                  </a:cubicBezTo>
                  <a:cubicBezTo>
                    <a:pt x="35655" y="293262"/>
                    <a:pt x="28454" y="294759"/>
                    <a:pt x="21167" y="295665"/>
                  </a:cubicBezTo>
                  <a:cubicBezTo>
                    <a:pt x="15090" y="296657"/>
                    <a:pt x="8851" y="295932"/>
                    <a:pt x="3165" y="293569"/>
                  </a:cubicBezTo>
                  <a:cubicBezTo>
                    <a:pt x="117" y="292236"/>
                    <a:pt x="-2550" y="286711"/>
                    <a:pt x="4308" y="284902"/>
                  </a:cubicBezTo>
                  <a:cubicBezTo>
                    <a:pt x="13166" y="284041"/>
                    <a:pt x="21881" y="282023"/>
                    <a:pt x="30216" y="278901"/>
                  </a:cubicBezTo>
                  <a:cubicBezTo>
                    <a:pt x="38217" y="275281"/>
                    <a:pt x="43265" y="271471"/>
                    <a:pt x="41455" y="270709"/>
                  </a:cubicBezTo>
                  <a:cubicBezTo>
                    <a:pt x="39645" y="269947"/>
                    <a:pt x="35169" y="272424"/>
                    <a:pt x="27168" y="271852"/>
                  </a:cubicBezTo>
                  <a:cubicBezTo>
                    <a:pt x="19167" y="271281"/>
                    <a:pt x="11642" y="266137"/>
                    <a:pt x="11737" y="262327"/>
                  </a:cubicBezTo>
                  <a:cubicBezTo>
                    <a:pt x="11832" y="258517"/>
                    <a:pt x="13452" y="260422"/>
                    <a:pt x="21262" y="259756"/>
                  </a:cubicBezTo>
                  <a:cubicBezTo>
                    <a:pt x="29559" y="257716"/>
                    <a:pt x="37998" y="256284"/>
                    <a:pt x="46503" y="255469"/>
                  </a:cubicBezTo>
                  <a:cubicBezTo>
                    <a:pt x="54924" y="255791"/>
                    <a:pt x="63344" y="254795"/>
                    <a:pt x="71459" y="252517"/>
                  </a:cubicBezTo>
                  <a:cubicBezTo>
                    <a:pt x="79936" y="249945"/>
                    <a:pt x="99081" y="226990"/>
                    <a:pt x="113750" y="205939"/>
                  </a:cubicBezTo>
                  <a:cubicBezTo>
                    <a:pt x="129714" y="182391"/>
                    <a:pt x="142344" y="156747"/>
                    <a:pt x="151278" y="129739"/>
                  </a:cubicBezTo>
                  <a:cubicBezTo>
                    <a:pt x="160041" y="101164"/>
                    <a:pt x="170328" y="46586"/>
                    <a:pt x="178044" y="27727"/>
                  </a:cubicBezTo>
                  <a:cubicBezTo>
                    <a:pt x="185759" y="8867"/>
                    <a:pt x="198427" y="390"/>
                    <a:pt x="210714" y="9"/>
                  </a:cubicBezTo>
                  <a:cubicBezTo>
                    <a:pt x="225097" y="-467"/>
                    <a:pt x="231289" y="18487"/>
                    <a:pt x="227478" y="34870"/>
                  </a:cubicBezTo>
                  <a:cubicBezTo>
                    <a:pt x="220811" y="62969"/>
                    <a:pt x="188807" y="173650"/>
                    <a:pt x="149659" y="225085"/>
                  </a:cubicBezTo>
                  <a:close/>
                </a:path>
              </a:pathLst>
            </a:custGeom>
            <a:solidFill>
              <a:srgbClr val="9C6448"/>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58" name="Google Shape;2920;p47">
              <a:extLst>
                <a:ext uri="{FF2B5EF4-FFF2-40B4-BE49-F238E27FC236}">
                  <a16:creationId xmlns:a16="http://schemas.microsoft.com/office/drawing/2014/main" id="{98ED66C2-2199-CA7C-C258-96D6561CFE77}"/>
                </a:ext>
              </a:extLst>
            </p:cNvPr>
            <p:cNvSpPr/>
            <p:nvPr/>
          </p:nvSpPr>
          <p:spPr>
            <a:xfrm>
              <a:off x="4050113" y="220052"/>
              <a:ext cx="176568" cy="232904"/>
            </a:xfrm>
            <a:custGeom>
              <a:avLst/>
              <a:gdLst/>
              <a:ahLst/>
              <a:cxnLst/>
              <a:rect l="l" t="t" r="r" b="b"/>
              <a:pathLst>
                <a:path w="176568" h="232904" extrusionOk="0">
                  <a:moveTo>
                    <a:pt x="139122" y="16859"/>
                  </a:moveTo>
                  <a:cubicBezTo>
                    <a:pt x="153790" y="19145"/>
                    <a:pt x="170554" y="26955"/>
                    <a:pt x="172840" y="35051"/>
                  </a:cubicBezTo>
                  <a:cubicBezTo>
                    <a:pt x="178965" y="64011"/>
                    <a:pt x="177526" y="94062"/>
                    <a:pt x="168649" y="122300"/>
                  </a:cubicBezTo>
                  <a:cubicBezTo>
                    <a:pt x="155981" y="156019"/>
                    <a:pt x="141503" y="216693"/>
                    <a:pt x="134264" y="231266"/>
                  </a:cubicBezTo>
                  <a:cubicBezTo>
                    <a:pt x="96383" y="236540"/>
                    <a:pt x="57826" y="228996"/>
                    <a:pt x="24726" y="209835"/>
                  </a:cubicBezTo>
                  <a:cubicBezTo>
                    <a:pt x="24726" y="209835"/>
                    <a:pt x="21678" y="151352"/>
                    <a:pt x="21488" y="132016"/>
                  </a:cubicBezTo>
                  <a:cubicBezTo>
                    <a:pt x="-26137" y="90773"/>
                    <a:pt x="14630" y="39814"/>
                    <a:pt x="54635" y="285"/>
                  </a:cubicBezTo>
                  <a:cubicBezTo>
                    <a:pt x="59455" y="-95"/>
                    <a:pt x="64293" y="-95"/>
                    <a:pt x="69113" y="285"/>
                  </a:cubicBezTo>
                  <a:cubicBezTo>
                    <a:pt x="69113" y="285"/>
                    <a:pt x="33394" y="42576"/>
                    <a:pt x="58159" y="66960"/>
                  </a:cubicBezTo>
                  <a:cubicBezTo>
                    <a:pt x="111499" y="50291"/>
                    <a:pt x="122072" y="26384"/>
                    <a:pt x="139122" y="16859"/>
                  </a:cubicBezTo>
                  <a:close/>
                </a:path>
              </a:pathLst>
            </a:custGeom>
            <a:solidFill>
              <a:srgbClr val="F4F4F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59" name="Google Shape;2921;p47">
              <a:extLst>
                <a:ext uri="{FF2B5EF4-FFF2-40B4-BE49-F238E27FC236}">
                  <a16:creationId xmlns:a16="http://schemas.microsoft.com/office/drawing/2014/main" id="{C3651AD9-4D86-FC07-0487-853E386FF2FB}"/>
                </a:ext>
              </a:extLst>
            </p:cNvPr>
            <p:cNvSpPr/>
            <p:nvPr/>
          </p:nvSpPr>
          <p:spPr>
            <a:xfrm>
              <a:off x="4081568" y="53558"/>
              <a:ext cx="129892" cy="160015"/>
            </a:xfrm>
            <a:custGeom>
              <a:avLst/>
              <a:gdLst/>
              <a:ahLst/>
              <a:cxnLst/>
              <a:rect l="l" t="t" r="r" b="b"/>
              <a:pathLst>
                <a:path w="129892" h="160015" extrusionOk="0">
                  <a:moveTo>
                    <a:pt x="2701" y="57241"/>
                  </a:moveTo>
                  <a:lnTo>
                    <a:pt x="2701" y="57241"/>
                  </a:lnTo>
                  <a:cubicBezTo>
                    <a:pt x="8035" y="23618"/>
                    <a:pt x="32324" y="-1719"/>
                    <a:pt x="66995" y="91"/>
                  </a:cubicBezTo>
                  <a:cubicBezTo>
                    <a:pt x="103761" y="2178"/>
                    <a:pt x="131870" y="33673"/>
                    <a:pt x="129784" y="70438"/>
                  </a:cubicBezTo>
                  <a:cubicBezTo>
                    <a:pt x="129774" y="70547"/>
                    <a:pt x="129774" y="70657"/>
                    <a:pt x="129765" y="70767"/>
                  </a:cubicBezTo>
                  <a:cubicBezTo>
                    <a:pt x="128441" y="91415"/>
                    <a:pt x="117601" y="110276"/>
                    <a:pt x="100428" y="121821"/>
                  </a:cubicBezTo>
                  <a:cubicBezTo>
                    <a:pt x="99228" y="126932"/>
                    <a:pt x="97437" y="131886"/>
                    <a:pt x="95094" y="136584"/>
                  </a:cubicBezTo>
                  <a:cubicBezTo>
                    <a:pt x="82806" y="150872"/>
                    <a:pt x="50231" y="159921"/>
                    <a:pt x="39468" y="160016"/>
                  </a:cubicBezTo>
                  <a:cubicBezTo>
                    <a:pt x="29943" y="160016"/>
                    <a:pt x="22132" y="151443"/>
                    <a:pt x="13369" y="137061"/>
                  </a:cubicBezTo>
                  <a:cubicBezTo>
                    <a:pt x="-4728" y="107247"/>
                    <a:pt x="-156" y="73910"/>
                    <a:pt x="2701" y="57241"/>
                  </a:cubicBezTo>
                  <a:close/>
                </a:path>
              </a:pathLst>
            </a:custGeom>
            <a:solidFill>
              <a:srgbClr val="9C6448"/>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60" name="Google Shape;2922;p47">
              <a:extLst>
                <a:ext uri="{FF2B5EF4-FFF2-40B4-BE49-F238E27FC236}">
                  <a16:creationId xmlns:a16="http://schemas.microsoft.com/office/drawing/2014/main" id="{FE95F3E8-5B71-6A5F-7D87-0BBB9182867A}"/>
                </a:ext>
              </a:extLst>
            </p:cNvPr>
            <p:cNvSpPr/>
            <p:nvPr/>
          </p:nvSpPr>
          <p:spPr>
            <a:xfrm>
              <a:off x="4086841" y="52931"/>
              <a:ext cx="130406" cy="122734"/>
            </a:xfrm>
            <a:custGeom>
              <a:avLst/>
              <a:gdLst/>
              <a:ahLst/>
              <a:cxnLst/>
              <a:rect l="l" t="t" r="r" b="b"/>
              <a:pathLst>
                <a:path w="130406" h="122734" extrusionOk="0">
                  <a:moveTo>
                    <a:pt x="72390" y="1671"/>
                  </a:moveTo>
                  <a:cubicBezTo>
                    <a:pt x="96679" y="6339"/>
                    <a:pt x="116681" y="13197"/>
                    <a:pt x="123254" y="37104"/>
                  </a:cubicBezTo>
                  <a:cubicBezTo>
                    <a:pt x="127825" y="53487"/>
                    <a:pt x="133731" y="84729"/>
                    <a:pt x="128111" y="98064"/>
                  </a:cubicBezTo>
                  <a:lnTo>
                    <a:pt x="124587" y="107589"/>
                  </a:lnTo>
                  <a:lnTo>
                    <a:pt x="95155" y="122734"/>
                  </a:lnTo>
                  <a:cubicBezTo>
                    <a:pt x="95155" y="122734"/>
                    <a:pt x="81439" y="111304"/>
                    <a:pt x="85630" y="77776"/>
                  </a:cubicBezTo>
                  <a:cubicBezTo>
                    <a:pt x="85506" y="73249"/>
                    <a:pt x="84077" y="68853"/>
                    <a:pt x="81534" y="65108"/>
                  </a:cubicBezTo>
                  <a:cubicBezTo>
                    <a:pt x="79667" y="61944"/>
                    <a:pt x="78315" y="58504"/>
                    <a:pt x="77533" y="54916"/>
                  </a:cubicBezTo>
                  <a:cubicBezTo>
                    <a:pt x="74028" y="45886"/>
                    <a:pt x="67218" y="38529"/>
                    <a:pt x="58483" y="34342"/>
                  </a:cubicBezTo>
                  <a:cubicBezTo>
                    <a:pt x="39653" y="26020"/>
                    <a:pt x="18002" y="27007"/>
                    <a:pt x="0" y="37009"/>
                  </a:cubicBezTo>
                  <a:cubicBezTo>
                    <a:pt x="12706" y="9565"/>
                    <a:pt x="42939" y="-5191"/>
                    <a:pt x="72390" y="1671"/>
                  </a:cubicBezTo>
                  <a:close/>
                </a:path>
              </a:pathLst>
            </a:custGeom>
            <a:solidFill>
              <a:srgbClr val="2B2A30"/>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61" name="Google Shape;2923;p47">
              <a:extLst>
                <a:ext uri="{FF2B5EF4-FFF2-40B4-BE49-F238E27FC236}">
                  <a16:creationId xmlns:a16="http://schemas.microsoft.com/office/drawing/2014/main" id="{4654FFB1-0DCC-CBD0-4319-526C5FF4E33E}"/>
                </a:ext>
              </a:extLst>
            </p:cNvPr>
            <p:cNvSpPr/>
            <p:nvPr/>
          </p:nvSpPr>
          <p:spPr>
            <a:xfrm>
              <a:off x="3930273" y="858890"/>
              <a:ext cx="102549" cy="78223"/>
            </a:xfrm>
            <a:custGeom>
              <a:avLst/>
              <a:gdLst/>
              <a:ahLst/>
              <a:cxnLst/>
              <a:rect l="l" t="t" r="r" b="b"/>
              <a:pathLst>
                <a:path w="102549" h="78223" extrusionOk="0">
                  <a:moveTo>
                    <a:pt x="95132" y="3"/>
                  </a:moveTo>
                  <a:cubicBezTo>
                    <a:pt x="82845" y="9528"/>
                    <a:pt x="63699" y="3051"/>
                    <a:pt x="62747" y="4003"/>
                  </a:cubicBezTo>
                  <a:cubicBezTo>
                    <a:pt x="48374" y="16282"/>
                    <a:pt x="33334" y="27761"/>
                    <a:pt x="17694" y="38388"/>
                  </a:cubicBezTo>
                  <a:cubicBezTo>
                    <a:pt x="10074" y="44389"/>
                    <a:pt x="-1928" y="52485"/>
                    <a:pt x="263" y="64106"/>
                  </a:cubicBezTo>
                  <a:cubicBezTo>
                    <a:pt x="4168" y="84775"/>
                    <a:pt x="37315" y="78393"/>
                    <a:pt x="49888" y="72107"/>
                  </a:cubicBezTo>
                  <a:cubicBezTo>
                    <a:pt x="62461" y="65820"/>
                    <a:pt x="72558" y="55248"/>
                    <a:pt x="84464" y="47913"/>
                  </a:cubicBezTo>
                  <a:cubicBezTo>
                    <a:pt x="92846" y="42675"/>
                    <a:pt x="101228" y="39912"/>
                    <a:pt x="102466" y="28863"/>
                  </a:cubicBezTo>
                  <a:cubicBezTo>
                    <a:pt x="103323" y="22767"/>
                    <a:pt x="97323" y="-283"/>
                    <a:pt x="95132" y="3"/>
                  </a:cubicBezTo>
                  <a:close/>
                </a:path>
              </a:pathLst>
            </a:custGeom>
            <a:solidFill>
              <a:srgbClr val="2B2A30"/>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62" name="Google Shape;2924;p47">
              <a:extLst>
                <a:ext uri="{FF2B5EF4-FFF2-40B4-BE49-F238E27FC236}">
                  <a16:creationId xmlns:a16="http://schemas.microsoft.com/office/drawing/2014/main" id="{F679CADA-B465-AF2F-0A21-73218B7B3C66}"/>
                </a:ext>
              </a:extLst>
            </p:cNvPr>
            <p:cNvSpPr/>
            <p:nvPr/>
          </p:nvSpPr>
          <p:spPr>
            <a:xfrm>
              <a:off x="3930726" y="883849"/>
              <a:ext cx="102084" cy="53297"/>
            </a:xfrm>
            <a:custGeom>
              <a:avLst/>
              <a:gdLst/>
              <a:ahLst/>
              <a:cxnLst/>
              <a:rect l="l" t="t" r="r" b="b"/>
              <a:pathLst>
                <a:path w="102084" h="53297" extrusionOk="0">
                  <a:moveTo>
                    <a:pt x="101917" y="0"/>
                  </a:moveTo>
                  <a:cubicBezTo>
                    <a:pt x="100298" y="10192"/>
                    <a:pt x="92392" y="13049"/>
                    <a:pt x="83725" y="18193"/>
                  </a:cubicBezTo>
                  <a:cubicBezTo>
                    <a:pt x="71628" y="25717"/>
                    <a:pt x="61055" y="36481"/>
                    <a:pt x="48482" y="42863"/>
                  </a:cubicBezTo>
                  <a:cubicBezTo>
                    <a:pt x="35909" y="49244"/>
                    <a:pt x="8096" y="54483"/>
                    <a:pt x="0" y="39719"/>
                  </a:cubicBezTo>
                  <a:cubicBezTo>
                    <a:pt x="4381" y="59722"/>
                    <a:pt x="36957" y="53435"/>
                    <a:pt x="49435" y="47149"/>
                  </a:cubicBezTo>
                  <a:cubicBezTo>
                    <a:pt x="61913" y="40862"/>
                    <a:pt x="72104" y="30289"/>
                    <a:pt x="84010" y="22955"/>
                  </a:cubicBezTo>
                  <a:cubicBezTo>
                    <a:pt x="92392" y="17716"/>
                    <a:pt x="100775" y="14954"/>
                    <a:pt x="102013" y="3905"/>
                  </a:cubicBezTo>
                  <a:cubicBezTo>
                    <a:pt x="102137" y="2604"/>
                    <a:pt x="102098" y="1293"/>
                    <a:pt x="101917" y="0"/>
                  </a:cubicBezTo>
                  <a:close/>
                </a:path>
              </a:pathLst>
            </a:custGeom>
            <a:solidFill>
              <a:srgbClr val="757B8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63" name="Google Shape;2925;p47">
              <a:extLst>
                <a:ext uri="{FF2B5EF4-FFF2-40B4-BE49-F238E27FC236}">
                  <a16:creationId xmlns:a16="http://schemas.microsoft.com/office/drawing/2014/main" id="{070E1B44-BD60-6E6E-1ADC-BE4311EB8892}"/>
                </a:ext>
              </a:extLst>
            </p:cNvPr>
            <p:cNvSpPr/>
            <p:nvPr/>
          </p:nvSpPr>
          <p:spPr>
            <a:xfrm>
              <a:off x="3878956" y="825175"/>
              <a:ext cx="93870" cy="72719"/>
            </a:xfrm>
            <a:custGeom>
              <a:avLst/>
              <a:gdLst/>
              <a:ahLst/>
              <a:cxnLst/>
              <a:rect l="l" t="t" r="r" b="b"/>
              <a:pathLst>
                <a:path w="93870" h="72719" extrusionOk="0">
                  <a:moveTo>
                    <a:pt x="86537" y="0"/>
                  </a:moveTo>
                  <a:cubicBezTo>
                    <a:pt x="75297" y="9525"/>
                    <a:pt x="57962" y="4000"/>
                    <a:pt x="57390" y="4858"/>
                  </a:cubicBezTo>
                  <a:cubicBezTo>
                    <a:pt x="44255" y="16047"/>
                    <a:pt x="30520" y="26508"/>
                    <a:pt x="16242" y="36195"/>
                  </a:cubicBezTo>
                  <a:cubicBezTo>
                    <a:pt x="9194" y="41719"/>
                    <a:pt x="-1760" y="49149"/>
                    <a:pt x="240" y="59722"/>
                  </a:cubicBezTo>
                  <a:cubicBezTo>
                    <a:pt x="3764" y="78772"/>
                    <a:pt x="34149" y="72866"/>
                    <a:pt x="45674" y="67056"/>
                  </a:cubicBezTo>
                  <a:cubicBezTo>
                    <a:pt x="57200" y="61246"/>
                    <a:pt x="66439" y="51625"/>
                    <a:pt x="77297" y="44958"/>
                  </a:cubicBezTo>
                  <a:cubicBezTo>
                    <a:pt x="85013" y="40100"/>
                    <a:pt x="92633" y="37624"/>
                    <a:pt x="93871" y="27813"/>
                  </a:cubicBezTo>
                  <a:cubicBezTo>
                    <a:pt x="93547" y="18108"/>
                    <a:pt x="91042" y="8600"/>
                    <a:pt x="86537" y="0"/>
                  </a:cubicBezTo>
                  <a:close/>
                </a:path>
              </a:pathLst>
            </a:custGeom>
            <a:solidFill>
              <a:srgbClr val="2B2A30"/>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64" name="Google Shape;2926;p47">
              <a:extLst>
                <a:ext uri="{FF2B5EF4-FFF2-40B4-BE49-F238E27FC236}">
                  <a16:creationId xmlns:a16="http://schemas.microsoft.com/office/drawing/2014/main" id="{349FDDCB-6188-95DE-FDA8-D5C7DAD4574F}"/>
                </a:ext>
              </a:extLst>
            </p:cNvPr>
            <p:cNvSpPr/>
            <p:nvPr/>
          </p:nvSpPr>
          <p:spPr>
            <a:xfrm>
              <a:off x="3879387" y="849177"/>
              <a:ext cx="93498" cy="48808"/>
            </a:xfrm>
            <a:custGeom>
              <a:avLst/>
              <a:gdLst/>
              <a:ahLst/>
              <a:cxnLst/>
              <a:rect l="l" t="t" r="r" b="b"/>
              <a:pathLst>
                <a:path w="93498" h="48808" extrusionOk="0">
                  <a:moveTo>
                    <a:pt x="93345" y="0"/>
                  </a:moveTo>
                  <a:cubicBezTo>
                    <a:pt x="91821" y="9525"/>
                    <a:pt x="84296" y="11906"/>
                    <a:pt x="76581" y="16669"/>
                  </a:cubicBezTo>
                  <a:cubicBezTo>
                    <a:pt x="65913" y="23622"/>
                    <a:pt x="56388" y="33147"/>
                    <a:pt x="44387" y="39243"/>
                  </a:cubicBezTo>
                  <a:cubicBezTo>
                    <a:pt x="32385" y="45339"/>
                    <a:pt x="7429" y="49911"/>
                    <a:pt x="0" y="36385"/>
                  </a:cubicBezTo>
                  <a:cubicBezTo>
                    <a:pt x="4000" y="54674"/>
                    <a:pt x="33814" y="48959"/>
                    <a:pt x="45244" y="43148"/>
                  </a:cubicBezTo>
                  <a:cubicBezTo>
                    <a:pt x="56674" y="37338"/>
                    <a:pt x="66008" y="27718"/>
                    <a:pt x="76867" y="21050"/>
                  </a:cubicBezTo>
                  <a:cubicBezTo>
                    <a:pt x="84582" y="16193"/>
                    <a:pt x="92202" y="13716"/>
                    <a:pt x="93440" y="3905"/>
                  </a:cubicBezTo>
                  <a:cubicBezTo>
                    <a:pt x="93545" y="2604"/>
                    <a:pt x="93507" y="1295"/>
                    <a:pt x="93345" y="0"/>
                  </a:cubicBezTo>
                  <a:close/>
                </a:path>
              </a:pathLst>
            </a:custGeom>
            <a:solidFill>
              <a:srgbClr val="757B8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65" name="Google Shape;2927;p47">
              <a:extLst>
                <a:ext uri="{FF2B5EF4-FFF2-40B4-BE49-F238E27FC236}">
                  <a16:creationId xmlns:a16="http://schemas.microsoft.com/office/drawing/2014/main" id="{181D788F-8821-CF04-E939-52960F57D2D9}"/>
                </a:ext>
              </a:extLst>
            </p:cNvPr>
            <p:cNvSpPr/>
            <p:nvPr/>
          </p:nvSpPr>
          <p:spPr>
            <a:xfrm>
              <a:off x="3913772" y="449985"/>
              <a:ext cx="223526" cy="385528"/>
            </a:xfrm>
            <a:custGeom>
              <a:avLst/>
              <a:gdLst/>
              <a:ahLst/>
              <a:cxnLst/>
              <a:rect l="l" t="t" r="r" b="b"/>
              <a:pathLst>
                <a:path w="223526" h="385528" extrusionOk="0">
                  <a:moveTo>
                    <a:pt x="222028" y="14192"/>
                  </a:moveTo>
                  <a:cubicBezTo>
                    <a:pt x="188671" y="18631"/>
                    <a:pt x="154743" y="13718"/>
                    <a:pt x="124016" y="0"/>
                  </a:cubicBezTo>
                  <a:cubicBezTo>
                    <a:pt x="124587" y="10477"/>
                    <a:pt x="125158" y="19717"/>
                    <a:pt x="125158" y="19717"/>
                  </a:cubicBezTo>
                  <a:cubicBezTo>
                    <a:pt x="85249" y="48292"/>
                    <a:pt x="5239" y="95345"/>
                    <a:pt x="0" y="128111"/>
                  </a:cubicBezTo>
                  <a:cubicBezTo>
                    <a:pt x="5239" y="231553"/>
                    <a:pt x="20955" y="379381"/>
                    <a:pt x="25432" y="381476"/>
                  </a:cubicBezTo>
                  <a:cubicBezTo>
                    <a:pt x="37909" y="387477"/>
                    <a:pt x="46672" y="386525"/>
                    <a:pt x="52578" y="380524"/>
                  </a:cubicBezTo>
                  <a:cubicBezTo>
                    <a:pt x="52578" y="380524"/>
                    <a:pt x="77724" y="292894"/>
                    <a:pt x="70390" y="164306"/>
                  </a:cubicBezTo>
                  <a:cubicBezTo>
                    <a:pt x="70390" y="164306"/>
                    <a:pt x="209931" y="102489"/>
                    <a:pt x="219075" y="69056"/>
                  </a:cubicBezTo>
                  <a:cubicBezTo>
                    <a:pt x="223152" y="55420"/>
                    <a:pt x="224447" y="41103"/>
                    <a:pt x="222885" y="26956"/>
                  </a:cubicBezTo>
                  <a:cubicBezTo>
                    <a:pt x="222790" y="22765"/>
                    <a:pt x="222504" y="18288"/>
                    <a:pt x="222028" y="14192"/>
                  </a:cubicBezTo>
                  <a:close/>
                </a:path>
              </a:pathLst>
            </a:custGeom>
            <a:solidFill>
              <a:srgbClr val="9C6448"/>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66" name="Google Shape;2928;p47">
              <a:extLst>
                <a:ext uri="{FF2B5EF4-FFF2-40B4-BE49-F238E27FC236}">
                  <a16:creationId xmlns:a16="http://schemas.microsoft.com/office/drawing/2014/main" id="{18A8DA01-C025-F8B0-1D61-3A6F9F375C1B}"/>
                </a:ext>
              </a:extLst>
            </p:cNvPr>
            <p:cNvSpPr/>
            <p:nvPr/>
          </p:nvSpPr>
          <p:spPr>
            <a:xfrm>
              <a:off x="3974732" y="450747"/>
              <a:ext cx="222535" cy="417442"/>
            </a:xfrm>
            <a:custGeom>
              <a:avLst/>
              <a:gdLst/>
              <a:ahLst/>
              <a:cxnLst/>
              <a:rect l="l" t="t" r="r" b="b"/>
              <a:pathLst>
                <a:path w="222535" h="417442" extrusionOk="0">
                  <a:moveTo>
                    <a:pt x="207359" y="0"/>
                  </a:moveTo>
                  <a:cubicBezTo>
                    <a:pt x="180927" y="11882"/>
                    <a:pt x="151600" y="15820"/>
                    <a:pt x="122968" y="11335"/>
                  </a:cubicBezTo>
                  <a:cubicBezTo>
                    <a:pt x="122968" y="25146"/>
                    <a:pt x="124968" y="51149"/>
                    <a:pt x="124968" y="51149"/>
                  </a:cubicBezTo>
                  <a:cubicBezTo>
                    <a:pt x="84868" y="79153"/>
                    <a:pt x="5144" y="126778"/>
                    <a:pt x="0" y="159544"/>
                  </a:cubicBezTo>
                  <a:cubicBezTo>
                    <a:pt x="5144" y="263081"/>
                    <a:pt x="14859" y="412909"/>
                    <a:pt x="19050" y="414814"/>
                  </a:cubicBezTo>
                  <a:cubicBezTo>
                    <a:pt x="29994" y="419399"/>
                    <a:pt x="42529" y="417917"/>
                    <a:pt x="52102" y="410909"/>
                  </a:cubicBezTo>
                  <a:cubicBezTo>
                    <a:pt x="52102" y="410909"/>
                    <a:pt x="77343" y="324326"/>
                    <a:pt x="70009" y="195739"/>
                  </a:cubicBezTo>
                  <a:cubicBezTo>
                    <a:pt x="70009" y="193358"/>
                    <a:pt x="189643" y="134398"/>
                    <a:pt x="204788" y="118872"/>
                  </a:cubicBezTo>
                  <a:cubicBezTo>
                    <a:pt x="219932" y="103346"/>
                    <a:pt x="222885" y="80105"/>
                    <a:pt x="222504" y="58103"/>
                  </a:cubicBezTo>
                  <a:cubicBezTo>
                    <a:pt x="221466" y="37907"/>
                    <a:pt x="216313" y="18135"/>
                    <a:pt x="207359" y="0"/>
                  </a:cubicBezTo>
                  <a:close/>
                </a:path>
              </a:pathLst>
            </a:custGeom>
            <a:solidFill>
              <a:srgbClr val="9C6448"/>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67" name="Google Shape;2929;p47">
              <a:extLst>
                <a:ext uri="{FF2B5EF4-FFF2-40B4-BE49-F238E27FC236}">
                  <a16:creationId xmlns:a16="http://schemas.microsoft.com/office/drawing/2014/main" id="{5388C81D-EAC5-AC96-9FF9-5BA09B5FF7A8}"/>
                </a:ext>
              </a:extLst>
            </p:cNvPr>
            <p:cNvSpPr/>
            <p:nvPr/>
          </p:nvSpPr>
          <p:spPr>
            <a:xfrm>
              <a:off x="3891839" y="424458"/>
              <a:ext cx="332782" cy="306321"/>
            </a:xfrm>
            <a:custGeom>
              <a:avLst/>
              <a:gdLst/>
              <a:ahLst/>
              <a:cxnLst/>
              <a:rect l="l" t="t" r="r" b="b"/>
              <a:pathLst>
                <a:path w="332782" h="306321" extrusionOk="0">
                  <a:moveTo>
                    <a:pt x="319589" y="48292"/>
                  </a:moveTo>
                  <a:cubicBezTo>
                    <a:pt x="319589" y="48292"/>
                    <a:pt x="363881" y="126682"/>
                    <a:pt x="290157" y="166973"/>
                  </a:cubicBezTo>
                  <a:cubicBezTo>
                    <a:pt x="212338" y="209455"/>
                    <a:pt x="164999" y="219361"/>
                    <a:pt x="164999" y="219361"/>
                  </a:cubicBezTo>
                  <a:lnTo>
                    <a:pt x="153283" y="222123"/>
                  </a:lnTo>
                  <a:cubicBezTo>
                    <a:pt x="156950" y="249145"/>
                    <a:pt x="156950" y="276539"/>
                    <a:pt x="153283" y="303562"/>
                  </a:cubicBezTo>
                  <a:cubicBezTo>
                    <a:pt x="153283" y="303562"/>
                    <a:pt x="97752" y="322612"/>
                    <a:pt x="26981" y="260604"/>
                  </a:cubicBezTo>
                  <a:lnTo>
                    <a:pt x="3550" y="185071"/>
                  </a:lnTo>
                  <a:lnTo>
                    <a:pt x="788" y="165068"/>
                  </a:lnTo>
                  <a:cubicBezTo>
                    <a:pt x="-1936" y="151189"/>
                    <a:pt x="2502" y="136869"/>
                    <a:pt x="12599" y="126968"/>
                  </a:cubicBezTo>
                  <a:cubicBezTo>
                    <a:pt x="29553" y="111538"/>
                    <a:pt x="83369" y="72104"/>
                    <a:pt x="116802" y="49625"/>
                  </a:cubicBezTo>
                  <a:cubicBezTo>
                    <a:pt x="150235" y="27146"/>
                    <a:pt x="177286" y="5429"/>
                    <a:pt x="177286" y="5429"/>
                  </a:cubicBezTo>
                  <a:lnTo>
                    <a:pt x="183096" y="0"/>
                  </a:lnTo>
                  <a:cubicBezTo>
                    <a:pt x="183096" y="0"/>
                    <a:pt x="222815" y="31623"/>
                    <a:pt x="295301" y="21050"/>
                  </a:cubicBezTo>
                  <a:cubicBezTo>
                    <a:pt x="304826" y="28750"/>
                    <a:pt x="313027" y="37951"/>
                    <a:pt x="319589" y="48292"/>
                  </a:cubicBezTo>
                  <a:close/>
                </a:path>
              </a:pathLst>
            </a:custGeom>
            <a:solidFill>
              <a:srgbClr val="E2616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68" name="Google Shape;2930;p47">
              <a:extLst>
                <a:ext uri="{FF2B5EF4-FFF2-40B4-BE49-F238E27FC236}">
                  <a16:creationId xmlns:a16="http://schemas.microsoft.com/office/drawing/2014/main" id="{F34E956D-45FE-1E30-384B-23CC27F13F93}"/>
                </a:ext>
              </a:extLst>
            </p:cNvPr>
            <p:cNvSpPr/>
            <p:nvPr/>
          </p:nvSpPr>
          <p:spPr>
            <a:xfrm>
              <a:off x="4159410" y="243442"/>
              <a:ext cx="115651" cy="405453"/>
            </a:xfrm>
            <a:custGeom>
              <a:avLst/>
              <a:gdLst/>
              <a:ahLst/>
              <a:cxnLst/>
              <a:rect l="l" t="t" r="r" b="b"/>
              <a:pathLst>
                <a:path w="115651" h="405453" extrusionOk="0">
                  <a:moveTo>
                    <a:pt x="8203" y="345513"/>
                  </a:moveTo>
                  <a:cubicBezTo>
                    <a:pt x="14946" y="339437"/>
                    <a:pt x="22071" y="333806"/>
                    <a:pt x="29539" y="328654"/>
                  </a:cubicBezTo>
                  <a:cubicBezTo>
                    <a:pt x="37482" y="324626"/>
                    <a:pt x="44769" y="319424"/>
                    <a:pt x="51160" y="313223"/>
                  </a:cubicBezTo>
                  <a:cubicBezTo>
                    <a:pt x="57923" y="306460"/>
                    <a:pt x="67924" y="277981"/>
                    <a:pt x="73163" y="250263"/>
                  </a:cubicBezTo>
                  <a:cubicBezTo>
                    <a:pt x="77992" y="219257"/>
                    <a:pt x="77478" y="187654"/>
                    <a:pt x="71639" y="156823"/>
                  </a:cubicBezTo>
                  <a:cubicBezTo>
                    <a:pt x="62447" y="119935"/>
                    <a:pt x="50046" y="83921"/>
                    <a:pt x="34587" y="49190"/>
                  </a:cubicBezTo>
                  <a:cubicBezTo>
                    <a:pt x="25062" y="28426"/>
                    <a:pt x="30301" y="15757"/>
                    <a:pt x="39254" y="6518"/>
                  </a:cubicBezTo>
                  <a:cubicBezTo>
                    <a:pt x="49827" y="-4245"/>
                    <a:pt x="60781" y="-3959"/>
                    <a:pt x="73354" y="24997"/>
                  </a:cubicBezTo>
                  <a:cubicBezTo>
                    <a:pt x="90984" y="65646"/>
                    <a:pt x="104015" y="108137"/>
                    <a:pt x="112216" y="151679"/>
                  </a:cubicBezTo>
                  <a:cubicBezTo>
                    <a:pt x="117207" y="183273"/>
                    <a:pt x="116759" y="215488"/>
                    <a:pt x="110882" y="246929"/>
                  </a:cubicBezTo>
                  <a:cubicBezTo>
                    <a:pt x="105701" y="274524"/>
                    <a:pt x="97195" y="301390"/>
                    <a:pt x="85546" y="326939"/>
                  </a:cubicBezTo>
                  <a:cubicBezTo>
                    <a:pt x="82307" y="334464"/>
                    <a:pt x="81736" y="340750"/>
                    <a:pt x="77259" y="355514"/>
                  </a:cubicBezTo>
                  <a:cubicBezTo>
                    <a:pt x="72992" y="370530"/>
                    <a:pt x="65143" y="384289"/>
                    <a:pt x="54399" y="395614"/>
                  </a:cubicBezTo>
                  <a:cubicBezTo>
                    <a:pt x="44874" y="404568"/>
                    <a:pt x="39921" y="406282"/>
                    <a:pt x="37349" y="405139"/>
                  </a:cubicBezTo>
                  <a:cubicBezTo>
                    <a:pt x="34777" y="403996"/>
                    <a:pt x="34206" y="400186"/>
                    <a:pt x="38111" y="395614"/>
                  </a:cubicBezTo>
                  <a:cubicBezTo>
                    <a:pt x="44836" y="388828"/>
                    <a:pt x="50284" y="380892"/>
                    <a:pt x="54208" y="372183"/>
                  </a:cubicBezTo>
                  <a:cubicBezTo>
                    <a:pt x="54208" y="372183"/>
                    <a:pt x="46112" y="382565"/>
                    <a:pt x="40778" y="388375"/>
                  </a:cubicBezTo>
                  <a:cubicBezTo>
                    <a:pt x="36044" y="393624"/>
                    <a:pt x="30596" y="398178"/>
                    <a:pt x="24586" y="401901"/>
                  </a:cubicBezTo>
                  <a:cubicBezTo>
                    <a:pt x="18775" y="405425"/>
                    <a:pt x="9536" y="401234"/>
                    <a:pt x="13346" y="396567"/>
                  </a:cubicBezTo>
                  <a:cubicBezTo>
                    <a:pt x="17156" y="391900"/>
                    <a:pt x="21442" y="389233"/>
                    <a:pt x="29253" y="380470"/>
                  </a:cubicBezTo>
                  <a:cubicBezTo>
                    <a:pt x="33444" y="375880"/>
                    <a:pt x="37063" y="370793"/>
                    <a:pt x="40016" y="365325"/>
                  </a:cubicBezTo>
                  <a:cubicBezTo>
                    <a:pt x="34473" y="370853"/>
                    <a:pt x="28481" y="375918"/>
                    <a:pt x="22109" y="380470"/>
                  </a:cubicBezTo>
                  <a:cubicBezTo>
                    <a:pt x="17156" y="384430"/>
                    <a:pt x="11174" y="386907"/>
                    <a:pt x="4869" y="387613"/>
                  </a:cubicBezTo>
                  <a:cubicBezTo>
                    <a:pt x="1630" y="387613"/>
                    <a:pt x="-2942" y="383803"/>
                    <a:pt x="2583" y="378565"/>
                  </a:cubicBezTo>
                  <a:cubicBezTo>
                    <a:pt x="10451" y="373116"/>
                    <a:pt x="17613" y="366718"/>
                    <a:pt x="23919" y="359515"/>
                  </a:cubicBezTo>
                  <a:cubicBezTo>
                    <a:pt x="29824" y="351990"/>
                    <a:pt x="32872" y="345799"/>
                    <a:pt x="30967" y="345989"/>
                  </a:cubicBezTo>
                  <a:cubicBezTo>
                    <a:pt x="29062" y="346180"/>
                    <a:pt x="25919" y="350752"/>
                    <a:pt x="18394" y="354276"/>
                  </a:cubicBezTo>
                  <a:cubicBezTo>
                    <a:pt x="10870" y="357800"/>
                    <a:pt x="2011" y="356562"/>
                    <a:pt x="487" y="352371"/>
                  </a:cubicBezTo>
                  <a:cubicBezTo>
                    <a:pt x="-1037" y="348180"/>
                    <a:pt x="1249" y="350085"/>
                    <a:pt x="8203" y="345513"/>
                  </a:cubicBezTo>
                  <a:close/>
                </a:path>
              </a:pathLst>
            </a:custGeom>
            <a:solidFill>
              <a:srgbClr val="9C6448"/>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69" name="Google Shape;2931;p47">
              <a:extLst>
                <a:ext uri="{FF2B5EF4-FFF2-40B4-BE49-F238E27FC236}">
                  <a16:creationId xmlns:a16="http://schemas.microsoft.com/office/drawing/2014/main" id="{9328248B-46BE-88C4-6C4F-19445AEFFF59}"/>
                </a:ext>
              </a:extLst>
            </p:cNvPr>
            <p:cNvSpPr/>
            <p:nvPr/>
          </p:nvSpPr>
          <p:spPr>
            <a:xfrm>
              <a:off x="4182076" y="238331"/>
              <a:ext cx="69928" cy="88934"/>
            </a:xfrm>
            <a:custGeom>
              <a:avLst/>
              <a:gdLst/>
              <a:ahLst/>
              <a:cxnLst/>
              <a:rect l="l" t="t" r="r" b="b"/>
              <a:pathLst>
                <a:path w="69928" h="88934" extrusionOk="0">
                  <a:moveTo>
                    <a:pt x="69928" y="69255"/>
                  </a:moveTo>
                  <a:cubicBezTo>
                    <a:pt x="69928" y="69255"/>
                    <a:pt x="43163" y="93068"/>
                    <a:pt x="13350" y="88305"/>
                  </a:cubicBezTo>
                  <a:lnTo>
                    <a:pt x="1348" y="38299"/>
                  </a:lnTo>
                  <a:cubicBezTo>
                    <a:pt x="1348" y="38299"/>
                    <a:pt x="-6558" y="12105"/>
                    <a:pt x="15921" y="2104"/>
                  </a:cubicBezTo>
                  <a:cubicBezTo>
                    <a:pt x="38400" y="-7897"/>
                    <a:pt x="60212" y="18296"/>
                    <a:pt x="69928" y="69255"/>
                  </a:cubicBezTo>
                  <a:close/>
                </a:path>
              </a:pathLst>
            </a:custGeom>
            <a:solidFill>
              <a:srgbClr val="EDEDE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70" name="Google Shape;2932;p47">
              <a:extLst>
                <a:ext uri="{FF2B5EF4-FFF2-40B4-BE49-F238E27FC236}">
                  <a16:creationId xmlns:a16="http://schemas.microsoft.com/office/drawing/2014/main" id="{3FC1E3CC-2934-9DDB-BE45-1DCC537612E3}"/>
                </a:ext>
              </a:extLst>
            </p:cNvPr>
            <p:cNvSpPr/>
            <p:nvPr/>
          </p:nvSpPr>
          <p:spPr>
            <a:xfrm>
              <a:off x="4044931" y="219924"/>
              <a:ext cx="59816" cy="62802"/>
            </a:xfrm>
            <a:custGeom>
              <a:avLst/>
              <a:gdLst/>
              <a:ahLst/>
              <a:cxnLst/>
              <a:rect l="l" t="t" r="r" b="b"/>
              <a:pathLst>
                <a:path w="59816" h="62802" extrusionOk="0">
                  <a:moveTo>
                    <a:pt x="59817" y="413"/>
                  </a:moveTo>
                  <a:cubicBezTo>
                    <a:pt x="59817" y="413"/>
                    <a:pt x="30766" y="-8445"/>
                    <a:pt x="0" y="55849"/>
                  </a:cubicBezTo>
                  <a:lnTo>
                    <a:pt x="11525" y="62802"/>
                  </a:lnTo>
                  <a:cubicBezTo>
                    <a:pt x="25917" y="40743"/>
                    <a:pt x="42072" y="19879"/>
                    <a:pt x="59817" y="413"/>
                  </a:cubicBezTo>
                  <a:close/>
                </a:path>
              </a:pathLst>
            </a:custGeom>
            <a:solidFill>
              <a:srgbClr val="EDEDE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71" name="Google Shape;2933;p47">
              <a:extLst>
                <a:ext uri="{FF2B5EF4-FFF2-40B4-BE49-F238E27FC236}">
                  <a16:creationId xmlns:a16="http://schemas.microsoft.com/office/drawing/2014/main" id="{0B8DD672-5606-8C43-7FE8-6ED9345ABF48}"/>
                </a:ext>
              </a:extLst>
            </p:cNvPr>
            <p:cNvSpPr/>
            <p:nvPr/>
          </p:nvSpPr>
          <p:spPr>
            <a:xfrm>
              <a:off x="2494198" y="1192008"/>
              <a:ext cx="154251" cy="303342"/>
            </a:xfrm>
            <a:custGeom>
              <a:avLst/>
              <a:gdLst/>
              <a:ahLst/>
              <a:cxnLst/>
              <a:rect l="l" t="t" r="r" b="b"/>
              <a:pathLst>
                <a:path w="154251" h="303342" extrusionOk="0">
                  <a:moveTo>
                    <a:pt x="65595" y="234575"/>
                  </a:moveTo>
                  <a:cubicBezTo>
                    <a:pt x="79310" y="258921"/>
                    <a:pt x="95907" y="281534"/>
                    <a:pt x="115030" y="301917"/>
                  </a:cubicBezTo>
                  <a:cubicBezTo>
                    <a:pt x="120364" y="308108"/>
                    <a:pt x="161512" y="292392"/>
                    <a:pt x="153130" y="288010"/>
                  </a:cubicBezTo>
                  <a:cubicBezTo>
                    <a:pt x="144747" y="283629"/>
                    <a:pt x="117601" y="246005"/>
                    <a:pt x="104171" y="221335"/>
                  </a:cubicBezTo>
                  <a:cubicBezTo>
                    <a:pt x="92896" y="191398"/>
                    <a:pt x="83356" y="160833"/>
                    <a:pt x="75596" y="129800"/>
                  </a:cubicBezTo>
                  <a:cubicBezTo>
                    <a:pt x="67119" y="99225"/>
                    <a:pt x="59880" y="54267"/>
                    <a:pt x="53689" y="33121"/>
                  </a:cubicBezTo>
                  <a:cubicBezTo>
                    <a:pt x="50377" y="17186"/>
                    <a:pt x="38044" y="4670"/>
                    <a:pt x="22161" y="1117"/>
                  </a:cubicBezTo>
                  <a:cubicBezTo>
                    <a:pt x="7397" y="-2312"/>
                    <a:pt x="-2223" y="1689"/>
                    <a:pt x="444" y="19596"/>
                  </a:cubicBezTo>
                  <a:cubicBezTo>
                    <a:pt x="4730" y="50743"/>
                    <a:pt x="29305" y="172853"/>
                    <a:pt x="65595" y="234575"/>
                  </a:cubicBezTo>
                  <a:close/>
                </a:path>
              </a:pathLst>
            </a:custGeom>
            <a:solidFill>
              <a:srgbClr val="DFAE8E"/>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72" name="Google Shape;2934;p47">
              <a:extLst>
                <a:ext uri="{FF2B5EF4-FFF2-40B4-BE49-F238E27FC236}">
                  <a16:creationId xmlns:a16="http://schemas.microsoft.com/office/drawing/2014/main" id="{EEE12AC4-D8FD-E536-8777-D8BBC9415939}"/>
                </a:ext>
              </a:extLst>
            </p:cNvPr>
            <p:cNvSpPr/>
            <p:nvPr/>
          </p:nvSpPr>
          <p:spPr>
            <a:xfrm>
              <a:off x="2527565" y="1904831"/>
              <a:ext cx="106588" cy="82319"/>
            </a:xfrm>
            <a:custGeom>
              <a:avLst/>
              <a:gdLst/>
              <a:ahLst/>
              <a:cxnLst/>
              <a:rect l="l" t="t" r="r" b="b"/>
              <a:pathLst>
                <a:path w="106588" h="82319" extrusionOk="0">
                  <a:moveTo>
                    <a:pt x="8606" y="2"/>
                  </a:moveTo>
                  <a:cubicBezTo>
                    <a:pt x="21369" y="10385"/>
                    <a:pt x="40229" y="860"/>
                    <a:pt x="41181" y="1812"/>
                  </a:cubicBezTo>
                  <a:cubicBezTo>
                    <a:pt x="56119" y="15766"/>
                    <a:pt x="71828" y="28863"/>
                    <a:pt x="88235" y="41055"/>
                  </a:cubicBezTo>
                  <a:cubicBezTo>
                    <a:pt x="96141" y="47246"/>
                    <a:pt x="108523" y="55628"/>
                    <a:pt x="106332" y="67630"/>
                  </a:cubicBezTo>
                  <a:cubicBezTo>
                    <a:pt x="102332" y="89156"/>
                    <a:pt x="68232" y="82489"/>
                    <a:pt x="54897" y="75917"/>
                  </a:cubicBezTo>
                  <a:cubicBezTo>
                    <a:pt x="41562" y="69344"/>
                    <a:pt x="31371" y="58486"/>
                    <a:pt x="19083" y="50866"/>
                  </a:cubicBezTo>
                  <a:cubicBezTo>
                    <a:pt x="10320" y="45437"/>
                    <a:pt x="1653" y="42579"/>
                    <a:pt x="33" y="31816"/>
                  </a:cubicBezTo>
                  <a:cubicBezTo>
                    <a:pt x="-538" y="25244"/>
                    <a:pt x="6415" y="-283"/>
                    <a:pt x="8606" y="2"/>
                  </a:cubicBezTo>
                  <a:close/>
                </a:path>
              </a:pathLst>
            </a:custGeom>
            <a:solidFill>
              <a:srgbClr val="3822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73" name="Google Shape;2935;p47">
              <a:extLst>
                <a:ext uri="{FF2B5EF4-FFF2-40B4-BE49-F238E27FC236}">
                  <a16:creationId xmlns:a16="http://schemas.microsoft.com/office/drawing/2014/main" id="{8CCC9144-C50A-AF8D-3EF4-64F5585F3101}"/>
                </a:ext>
              </a:extLst>
            </p:cNvPr>
            <p:cNvSpPr/>
            <p:nvPr/>
          </p:nvSpPr>
          <p:spPr>
            <a:xfrm>
              <a:off x="2527774" y="1931884"/>
              <a:ext cx="106123" cy="55368"/>
            </a:xfrm>
            <a:custGeom>
              <a:avLst/>
              <a:gdLst/>
              <a:ahLst/>
              <a:cxnLst/>
              <a:rect l="l" t="t" r="r" b="b"/>
              <a:pathLst>
                <a:path w="106123" h="55368" extrusionOk="0">
                  <a:moveTo>
                    <a:pt x="301" y="0"/>
                  </a:moveTo>
                  <a:cubicBezTo>
                    <a:pt x="1920" y="10668"/>
                    <a:pt x="10492" y="13525"/>
                    <a:pt x="19351" y="19050"/>
                  </a:cubicBezTo>
                  <a:cubicBezTo>
                    <a:pt x="31828" y="26765"/>
                    <a:pt x="42782" y="38100"/>
                    <a:pt x="55831" y="44577"/>
                  </a:cubicBezTo>
                  <a:cubicBezTo>
                    <a:pt x="68881" y="51054"/>
                    <a:pt x="97646" y="56674"/>
                    <a:pt x="106123" y="41338"/>
                  </a:cubicBezTo>
                  <a:cubicBezTo>
                    <a:pt x="101551" y="62008"/>
                    <a:pt x="68023" y="55531"/>
                    <a:pt x="54879" y="48958"/>
                  </a:cubicBezTo>
                  <a:cubicBezTo>
                    <a:pt x="41734" y="42386"/>
                    <a:pt x="31352" y="31528"/>
                    <a:pt x="19065" y="23908"/>
                  </a:cubicBezTo>
                  <a:cubicBezTo>
                    <a:pt x="10302" y="18479"/>
                    <a:pt x="1634" y="15621"/>
                    <a:pt x="15" y="4858"/>
                  </a:cubicBezTo>
                  <a:cubicBezTo>
                    <a:pt x="-40" y="3229"/>
                    <a:pt x="56" y="1610"/>
                    <a:pt x="301" y="0"/>
                  </a:cubicBezTo>
                  <a:close/>
                </a:path>
              </a:pathLst>
            </a:custGeom>
            <a:solidFill>
              <a:srgbClr val="757B8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74" name="Google Shape;2936;p47">
              <a:extLst>
                <a:ext uri="{FF2B5EF4-FFF2-40B4-BE49-F238E27FC236}">
                  <a16:creationId xmlns:a16="http://schemas.microsoft.com/office/drawing/2014/main" id="{DEE727B3-0983-7310-B6F5-C38525176B8F}"/>
                </a:ext>
              </a:extLst>
            </p:cNvPr>
            <p:cNvSpPr/>
            <p:nvPr/>
          </p:nvSpPr>
          <p:spPr>
            <a:xfrm>
              <a:off x="2655329" y="1830290"/>
              <a:ext cx="106576" cy="79516"/>
            </a:xfrm>
            <a:custGeom>
              <a:avLst/>
              <a:gdLst/>
              <a:ahLst/>
              <a:cxnLst/>
              <a:rect l="l" t="t" r="r" b="b"/>
              <a:pathLst>
                <a:path w="106576" h="79516" extrusionOk="0">
                  <a:moveTo>
                    <a:pt x="10192" y="58"/>
                  </a:moveTo>
                  <a:cubicBezTo>
                    <a:pt x="22955" y="10440"/>
                    <a:pt x="45244" y="-895"/>
                    <a:pt x="46196" y="58"/>
                  </a:cubicBezTo>
                  <a:cubicBezTo>
                    <a:pt x="59433" y="13574"/>
                    <a:pt x="73460" y="26299"/>
                    <a:pt x="88202" y="38158"/>
                  </a:cubicBezTo>
                  <a:cubicBezTo>
                    <a:pt x="96202" y="44444"/>
                    <a:pt x="108585" y="52826"/>
                    <a:pt x="106299" y="64828"/>
                  </a:cubicBezTo>
                  <a:cubicBezTo>
                    <a:pt x="102298" y="86354"/>
                    <a:pt x="68199" y="79687"/>
                    <a:pt x="54959" y="73114"/>
                  </a:cubicBezTo>
                  <a:cubicBezTo>
                    <a:pt x="41719" y="66542"/>
                    <a:pt x="31337" y="55684"/>
                    <a:pt x="19050" y="48064"/>
                  </a:cubicBezTo>
                  <a:cubicBezTo>
                    <a:pt x="10287" y="42634"/>
                    <a:pt x="1715" y="39777"/>
                    <a:pt x="0" y="29014"/>
                  </a:cubicBezTo>
                  <a:cubicBezTo>
                    <a:pt x="721" y="18622"/>
                    <a:pt x="4243" y="8611"/>
                    <a:pt x="10192" y="58"/>
                  </a:cubicBezTo>
                  <a:close/>
                </a:path>
              </a:pathLst>
            </a:custGeom>
            <a:solidFill>
              <a:srgbClr val="3822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75" name="Google Shape;2937;p47">
              <a:extLst>
                <a:ext uri="{FF2B5EF4-FFF2-40B4-BE49-F238E27FC236}">
                  <a16:creationId xmlns:a16="http://schemas.microsoft.com/office/drawing/2014/main" id="{7B0B634D-26AF-0F45-6B1F-AFEEB3B43FB7}"/>
                </a:ext>
              </a:extLst>
            </p:cNvPr>
            <p:cNvSpPr/>
            <p:nvPr/>
          </p:nvSpPr>
          <p:spPr>
            <a:xfrm>
              <a:off x="2655759" y="1855875"/>
              <a:ext cx="106154" cy="55320"/>
            </a:xfrm>
            <a:custGeom>
              <a:avLst/>
              <a:gdLst/>
              <a:ahLst/>
              <a:cxnLst/>
              <a:rect l="l" t="t" r="r" b="b"/>
              <a:pathLst>
                <a:path w="106154" h="55320" extrusionOk="0">
                  <a:moveTo>
                    <a:pt x="331" y="0"/>
                  </a:moveTo>
                  <a:cubicBezTo>
                    <a:pt x="1951" y="10573"/>
                    <a:pt x="10523" y="13525"/>
                    <a:pt x="19381" y="19050"/>
                  </a:cubicBezTo>
                  <a:cubicBezTo>
                    <a:pt x="31859" y="26765"/>
                    <a:pt x="42813" y="38100"/>
                    <a:pt x="55767" y="44482"/>
                  </a:cubicBezTo>
                  <a:cubicBezTo>
                    <a:pt x="68721" y="50863"/>
                    <a:pt x="97677" y="56578"/>
                    <a:pt x="106154" y="41243"/>
                  </a:cubicBezTo>
                  <a:cubicBezTo>
                    <a:pt x="101582" y="62008"/>
                    <a:pt x="68054" y="55435"/>
                    <a:pt x="54910" y="48958"/>
                  </a:cubicBezTo>
                  <a:cubicBezTo>
                    <a:pt x="41765" y="42481"/>
                    <a:pt x="31383" y="31528"/>
                    <a:pt x="19096" y="23908"/>
                  </a:cubicBezTo>
                  <a:cubicBezTo>
                    <a:pt x="10333" y="18478"/>
                    <a:pt x="1665" y="15621"/>
                    <a:pt x="46" y="4858"/>
                  </a:cubicBezTo>
                  <a:cubicBezTo>
                    <a:pt x="-67" y="3229"/>
                    <a:pt x="28" y="1600"/>
                    <a:pt x="331" y="0"/>
                  </a:cubicBezTo>
                  <a:close/>
                </a:path>
              </a:pathLst>
            </a:custGeom>
            <a:solidFill>
              <a:srgbClr val="757B8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76" name="Google Shape;2938;p47">
              <a:extLst>
                <a:ext uri="{FF2B5EF4-FFF2-40B4-BE49-F238E27FC236}">
                  <a16:creationId xmlns:a16="http://schemas.microsoft.com/office/drawing/2014/main" id="{829034A9-7314-5978-D8C7-E160D997723B}"/>
                </a:ext>
              </a:extLst>
            </p:cNvPr>
            <p:cNvSpPr/>
            <p:nvPr/>
          </p:nvSpPr>
          <p:spPr>
            <a:xfrm>
              <a:off x="2362866" y="1465363"/>
              <a:ext cx="372536" cy="450662"/>
            </a:xfrm>
            <a:custGeom>
              <a:avLst/>
              <a:gdLst/>
              <a:ahLst/>
              <a:cxnLst/>
              <a:rect l="l" t="t" r="r" b="b"/>
              <a:pathLst>
                <a:path w="372536" h="450662" extrusionOk="0">
                  <a:moveTo>
                    <a:pt x="2903" y="30848"/>
                  </a:moveTo>
                  <a:cubicBezTo>
                    <a:pt x="-11194" y="119145"/>
                    <a:pt x="27954" y="152006"/>
                    <a:pt x="79103" y="170865"/>
                  </a:cubicBezTo>
                  <a:cubicBezTo>
                    <a:pt x="115679" y="184296"/>
                    <a:pt x="168162" y="205060"/>
                    <a:pt x="168162" y="205060"/>
                  </a:cubicBezTo>
                  <a:cubicBezTo>
                    <a:pt x="168162" y="205060"/>
                    <a:pt x="167400" y="224110"/>
                    <a:pt x="167019" y="267925"/>
                  </a:cubicBezTo>
                  <a:cubicBezTo>
                    <a:pt x="167019" y="306025"/>
                    <a:pt x="171686" y="445947"/>
                    <a:pt x="171686" y="445947"/>
                  </a:cubicBezTo>
                  <a:cubicBezTo>
                    <a:pt x="183944" y="452234"/>
                    <a:pt x="198481" y="452234"/>
                    <a:pt x="210739" y="445947"/>
                  </a:cubicBezTo>
                  <a:cubicBezTo>
                    <a:pt x="210739" y="445947"/>
                    <a:pt x="231313" y="338886"/>
                    <a:pt x="235694" y="290595"/>
                  </a:cubicBezTo>
                  <a:cubicBezTo>
                    <a:pt x="241600" y="225063"/>
                    <a:pt x="251601" y="182200"/>
                    <a:pt x="248267" y="168103"/>
                  </a:cubicBezTo>
                  <a:cubicBezTo>
                    <a:pt x="245314" y="155721"/>
                    <a:pt x="173782" y="120478"/>
                    <a:pt x="151017" y="101428"/>
                  </a:cubicBezTo>
                  <a:lnTo>
                    <a:pt x="301036" y="151720"/>
                  </a:lnTo>
                  <a:cubicBezTo>
                    <a:pt x="298036" y="167932"/>
                    <a:pt x="296538" y="184381"/>
                    <a:pt x="296559" y="200869"/>
                  </a:cubicBezTo>
                  <a:cubicBezTo>
                    <a:pt x="297892" y="252780"/>
                    <a:pt x="300845" y="365271"/>
                    <a:pt x="300845" y="365271"/>
                  </a:cubicBezTo>
                  <a:cubicBezTo>
                    <a:pt x="300845" y="365271"/>
                    <a:pt x="321419" y="380130"/>
                    <a:pt x="338945" y="365271"/>
                  </a:cubicBezTo>
                  <a:cubicBezTo>
                    <a:pt x="338945" y="365271"/>
                    <a:pt x="377045" y="142576"/>
                    <a:pt x="372092" y="113144"/>
                  </a:cubicBezTo>
                  <a:cubicBezTo>
                    <a:pt x="367711" y="85140"/>
                    <a:pt x="235599" y="27990"/>
                    <a:pt x="212263" y="8369"/>
                  </a:cubicBezTo>
                  <a:cubicBezTo>
                    <a:pt x="204058" y="1673"/>
                    <a:pt x="193384" y="-1204"/>
                    <a:pt x="182926" y="463"/>
                  </a:cubicBezTo>
                  <a:close/>
                </a:path>
              </a:pathLst>
            </a:custGeom>
            <a:solidFill>
              <a:srgbClr val="3822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77" name="Google Shape;2939;p47">
              <a:extLst>
                <a:ext uri="{FF2B5EF4-FFF2-40B4-BE49-F238E27FC236}">
                  <a16:creationId xmlns:a16="http://schemas.microsoft.com/office/drawing/2014/main" id="{FD48153D-DF7E-AEE4-C22B-19AE34517DA1}"/>
                </a:ext>
              </a:extLst>
            </p:cNvPr>
            <p:cNvSpPr/>
            <p:nvPr/>
          </p:nvSpPr>
          <p:spPr>
            <a:xfrm>
              <a:off x="2393925" y="1163883"/>
              <a:ext cx="117160" cy="114020"/>
            </a:xfrm>
            <a:custGeom>
              <a:avLst/>
              <a:gdLst/>
              <a:ahLst/>
              <a:cxnLst/>
              <a:rect l="l" t="t" r="r" b="b"/>
              <a:pathLst>
                <a:path w="117160" h="114020" extrusionOk="0">
                  <a:moveTo>
                    <a:pt x="24041" y="0"/>
                  </a:moveTo>
                  <a:cubicBezTo>
                    <a:pt x="24041" y="0"/>
                    <a:pt x="26232" y="42101"/>
                    <a:pt x="25279" y="45815"/>
                  </a:cubicBezTo>
                  <a:cubicBezTo>
                    <a:pt x="24327" y="49530"/>
                    <a:pt x="6229" y="61817"/>
                    <a:pt x="609" y="66294"/>
                  </a:cubicBezTo>
                  <a:cubicBezTo>
                    <a:pt x="-5010" y="70771"/>
                    <a:pt x="29661" y="104394"/>
                    <a:pt x="46425" y="112300"/>
                  </a:cubicBezTo>
                  <a:cubicBezTo>
                    <a:pt x="63189" y="120205"/>
                    <a:pt x="116148" y="99727"/>
                    <a:pt x="117100" y="74200"/>
                  </a:cubicBezTo>
                  <a:cubicBezTo>
                    <a:pt x="118053" y="48673"/>
                    <a:pt x="107575" y="26575"/>
                    <a:pt x="99860" y="25146"/>
                  </a:cubicBezTo>
                  <a:cubicBezTo>
                    <a:pt x="92145" y="23717"/>
                    <a:pt x="24041" y="0"/>
                    <a:pt x="24041" y="0"/>
                  </a:cubicBezTo>
                  <a:close/>
                </a:path>
              </a:pathLst>
            </a:custGeom>
            <a:solidFill>
              <a:srgbClr val="DFAE8E"/>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78" name="Google Shape;2940;p47">
              <a:extLst>
                <a:ext uri="{FF2B5EF4-FFF2-40B4-BE49-F238E27FC236}">
                  <a16:creationId xmlns:a16="http://schemas.microsoft.com/office/drawing/2014/main" id="{5EF65D04-147D-ABAD-E88D-92F09592FB3E}"/>
                </a:ext>
              </a:extLst>
            </p:cNvPr>
            <p:cNvSpPr/>
            <p:nvPr/>
          </p:nvSpPr>
          <p:spPr>
            <a:xfrm>
              <a:off x="2362970" y="1179922"/>
              <a:ext cx="189574" cy="370837"/>
            </a:xfrm>
            <a:custGeom>
              <a:avLst/>
              <a:gdLst/>
              <a:ahLst/>
              <a:cxnLst/>
              <a:rect l="l" t="t" r="r" b="b"/>
              <a:pathLst>
                <a:path w="189574" h="370837" extrusionOk="0">
                  <a:moveTo>
                    <a:pt x="50329" y="37015"/>
                  </a:moveTo>
                  <a:cubicBezTo>
                    <a:pt x="50329" y="37015"/>
                    <a:pt x="80809" y="82450"/>
                    <a:pt x="123386" y="86736"/>
                  </a:cubicBezTo>
                  <a:cubicBezTo>
                    <a:pt x="136816" y="73496"/>
                    <a:pt x="137959" y="26442"/>
                    <a:pt x="119385" y="11393"/>
                  </a:cubicBezTo>
                  <a:cubicBezTo>
                    <a:pt x="119385" y="11393"/>
                    <a:pt x="136530" y="-2323"/>
                    <a:pt x="147960" y="344"/>
                  </a:cubicBezTo>
                  <a:cubicBezTo>
                    <a:pt x="160529" y="7926"/>
                    <a:pt x="169882" y="19861"/>
                    <a:pt x="174249" y="33872"/>
                  </a:cubicBezTo>
                  <a:cubicBezTo>
                    <a:pt x="185150" y="65076"/>
                    <a:pt x="190313" y="97985"/>
                    <a:pt x="189489" y="131027"/>
                  </a:cubicBezTo>
                  <a:cubicBezTo>
                    <a:pt x="188727" y="175604"/>
                    <a:pt x="189489" y="288380"/>
                    <a:pt x="189489" y="288380"/>
                  </a:cubicBezTo>
                  <a:cubicBezTo>
                    <a:pt x="184440" y="315326"/>
                    <a:pt x="168114" y="338824"/>
                    <a:pt x="144626" y="352960"/>
                  </a:cubicBezTo>
                  <a:cubicBezTo>
                    <a:pt x="113965" y="370266"/>
                    <a:pt x="77860" y="375239"/>
                    <a:pt x="43661" y="366866"/>
                  </a:cubicBezTo>
                  <a:cubicBezTo>
                    <a:pt x="26445" y="363208"/>
                    <a:pt x="12392" y="350816"/>
                    <a:pt x="6609" y="334195"/>
                  </a:cubicBezTo>
                  <a:cubicBezTo>
                    <a:pt x="8609" y="302858"/>
                    <a:pt x="20992" y="238945"/>
                    <a:pt x="16134" y="199226"/>
                  </a:cubicBezTo>
                  <a:cubicBezTo>
                    <a:pt x="11276" y="159507"/>
                    <a:pt x="2609" y="130551"/>
                    <a:pt x="418" y="98832"/>
                  </a:cubicBezTo>
                  <a:cubicBezTo>
                    <a:pt x="-1773" y="67114"/>
                    <a:pt x="4609" y="67686"/>
                    <a:pt x="20611" y="56351"/>
                  </a:cubicBezTo>
                  <a:cubicBezTo>
                    <a:pt x="30053" y="49217"/>
                    <a:pt x="39984" y="42759"/>
                    <a:pt x="50329" y="37015"/>
                  </a:cubicBezTo>
                  <a:close/>
                </a:path>
              </a:pathLst>
            </a:custGeom>
            <a:solidFill>
              <a:srgbClr val="F4F4F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79" name="Google Shape;2941;p47">
              <a:extLst>
                <a:ext uri="{FF2B5EF4-FFF2-40B4-BE49-F238E27FC236}">
                  <a16:creationId xmlns:a16="http://schemas.microsoft.com/office/drawing/2014/main" id="{8AA1FD65-0369-F81A-7809-9629EE54B7EB}"/>
                </a:ext>
              </a:extLst>
            </p:cNvPr>
            <p:cNvSpPr/>
            <p:nvPr/>
          </p:nvSpPr>
          <p:spPr>
            <a:xfrm>
              <a:off x="2389574" y="1045793"/>
              <a:ext cx="126365" cy="153696"/>
            </a:xfrm>
            <a:custGeom>
              <a:avLst/>
              <a:gdLst/>
              <a:ahLst/>
              <a:cxnLst/>
              <a:rect l="l" t="t" r="r" b="b"/>
              <a:pathLst>
                <a:path w="126365" h="153696" extrusionOk="0">
                  <a:moveTo>
                    <a:pt x="123547" y="55607"/>
                  </a:moveTo>
                  <a:lnTo>
                    <a:pt x="123547" y="55607"/>
                  </a:lnTo>
                  <a:cubicBezTo>
                    <a:pt x="118499" y="22936"/>
                    <a:pt x="94972" y="-1543"/>
                    <a:pt x="61349" y="76"/>
                  </a:cubicBezTo>
                  <a:cubicBezTo>
                    <a:pt x="25578" y="2019"/>
                    <a:pt x="-1846" y="32594"/>
                    <a:pt x="97" y="68361"/>
                  </a:cubicBezTo>
                  <a:cubicBezTo>
                    <a:pt x="99" y="68399"/>
                    <a:pt x="101" y="68427"/>
                    <a:pt x="103" y="68465"/>
                  </a:cubicBezTo>
                  <a:cubicBezTo>
                    <a:pt x="1271" y="88611"/>
                    <a:pt x="11858" y="107032"/>
                    <a:pt x="28678" y="118186"/>
                  </a:cubicBezTo>
                  <a:cubicBezTo>
                    <a:pt x="29839" y="123139"/>
                    <a:pt x="31598" y="127940"/>
                    <a:pt x="33917" y="132473"/>
                  </a:cubicBezTo>
                  <a:cubicBezTo>
                    <a:pt x="45728" y="146380"/>
                    <a:pt x="81542" y="155048"/>
                    <a:pt x="92114" y="153524"/>
                  </a:cubicBezTo>
                  <a:cubicBezTo>
                    <a:pt x="104686" y="152400"/>
                    <a:pt x="115295" y="143713"/>
                    <a:pt x="118880" y="131616"/>
                  </a:cubicBezTo>
                  <a:cubicBezTo>
                    <a:pt x="129833" y="105899"/>
                    <a:pt x="126309" y="71609"/>
                    <a:pt x="123547" y="55607"/>
                  </a:cubicBezTo>
                  <a:close/>
                </a:path>
              </a:pathLst>
            </a:custGeom>
            <a:solidFill>
              <a:srgbClr val="DFAE8E"/>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80" name="Google Shape;2942;p47">
              <a:extLst>
                <a:ext uri="{FF2B5EF4-FFF2-40B4-BE49-F238E27FC236}">
                  <a16:creationId xmlns:a16="http://schemas.microsoft.com/office/drawing/2014/main" id="{2AAEC73C-044D-B040-1FCC-DE69F72B61F0}"/>
                </a:ext>
              </a:extLst>
            </p:cNvPr>
            <p:cNvSpPr/>
            <p:nvPr/>
          </p:nvSpPr>
          <p:spPr>
            <a:xfrm>
              <a:off x="2377852" y="1032078"/>
              <a:ext cx="133256" cy="131805"/>
            </a:xfrm>
            <a:custGeom>
              <a:avLst/>
              <a:gdLst/>
              <a:ahLst/>
              <a:cxnLst/>
              <a:rect l="l" t="t" r="r" b="b"/>
              <a:pathLst>
                <a:path w="133256" h="131805" extrusionOk="0">
                  <a:moveTo>
                    <a:pt x="40114" y="131806"/>
                  </a:moveTo>
                  <a:lnTo>
                    <a:pt x="40114" y="131806"/>
                  </a:lnTo>
                  <a:lnTo>
                    <a:pt x="43162" y="103231"/>
                  </a:lnTo>
                  <a:cubicBezTo>
                    <a:pt x="43162" y="103231"/>
                    <a:pt x="19921" y="43033"/>
                    <a:pt x="74880" y="54653"/>
                  </a:cubicBezTo>
                  <a:cubicBezTo>
                    <a:pt x="111170" y="62273"/>
                    <a:pt x="120314" y="65512"/>
                    <a:pt x="131363" y="41223"/>
                  </a:cubicBezTo>
                  <a:cubicBezTo>
                    <a:pt x="142412" y="16934"/>
                    <a:pt x="103455" y="-5068"/>
                    <a:pt x="57164" y="1028"/>
                  </a:cubicBezTo>
                  <a:cubicBezTo>
                    <a:pt x="24162" y="4533"/>
                    <a:pt x="-666" y="32717"/>
                    <a:pt x="14" y="65893"/>
                  </a:cubicBezTo>
                  <a:cubicBezTo>
                    <a:pt x="1252" y="83895"/>
                    <a:pt x="6014" y="120185"/>
                    <a:pt x="40114" y="131806"/>
                  </a:cubicBezTo>
                  <a:close/>
                </a:path>
              </a:pathLst>
            </a:custGeom>
            <a:solidFill>
              <a:srgbClr val="3A2C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81" name="Google Shape;2943;p47">
              <a:extLst>
                <a:ext uri="{FF2B5EF4-FFF2-40B4-BE49-F238E27FC236}">
                  <a16:creationId xmlns:a16="http://schemas.microsoft.com/office/drawing/2014/main" id="{81A47BA0-A058-AAD4-775A-796DEE2D8780}"/>
                </a:ext>
              </a:extLst>
            </p:cNvPr>
            <p:cNvSpPr/>
            <p:nvPr/>
          </p:nvSpPr>
          <p:spPr>
            <a:xfrm>
              <a:off x="2511120" y="1180647"/>
              <a:ext cx="61436" cy="88868"/>
            </a:xfrm>
            <a:custGeom>
              <a:avLst/>
              <a:gdLst/>
              <a:ahLst/>
              <a:cxnLst/>
              <a:rect l="l" t="t" r="r" b="b"/>
              <a:pathLst>
                <a:path w="61436" h="88868" extrusionOk="0">
                  <a:moveTo>
                    <a:pt x="39243" y="88868"/>
                  </a:moveTo>
                  <a:cubicBezTo>
                    <a:pt x="47575" y="88601"/>
                    <a:pt x="55499" y="85192"/>
                    <a:pt x="61436" y="79343"/>
                  </a:cubicBezTo>
                  <a:cubicBezTo>
                    <a:pt x="60198" y="63722"/>
                    <a:pt x="40196" y="4381"/>
                    <a:pt x="0" y="0"/>
                  </a:cubicBezTo>
                  <a:cubicBezTo>
                    <a:pt x="10976" y="7630"/>
                    <a:pt x="19668" y="18098"/>
                    <a:pt x="25146" y="30290"/>
                  </a:cubicBezTo>
                  <a:cubicBezTo>
                    <a:pt x="31347" y="49425"/>
                    <a:pt x="36060" y="69009"/>
                    <a:pt x="39243" y="88868"/>
                  </a:cubicBezTo>
                  <a:close/>
                </a:path>
              </a:pathLst>
            </a:custGeom>
            <a:solidFill>
              <a:srgbClr val="EDEDE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82" name="Google Shape;2944;p47">
              <a:extLst>
                <a:ext uri="{FF2B5EF4-FFF2-40B4-BE49-F238E27FC236}">
                  <a16:creationId xmlns:a16="http://schemas.microsoft.com/office/drawing/2014/main" id="{59EAA3CC-F59C-404F-BA50-1945985FA58E}"/>
                </a:ext>
              </a:extLst>
            </p:cNvPr>
            <p:cNvSpPr/>
            <p:nvPr/>
          </p:nvSpPr>
          <p:spPr>
            <a:xfrm>
              <a:off x="6137574" y="3350157"/>
              <a:ext cx="432244" cy="249555"/>
            </a:xfrm>
            <a:custGeom>
              <a:avLst/>
              <a:gdLst/>
              <a:ahLst/>
              <a:cxnLst/>
              <a:rect l="l" t="t" r="r" b="b"/>
              <a:pathLst>
                <a:path w="432244" h="249555" extrusionOk="0">
                  <a:moveTo>
                    <a:pt x="432245" y="124778"/>
                  </a:moveTo>
                  <a:cubicBezTo>
                    <a:pt x="432245" y="193690"/>
                    <a:pt x="335483" y="249555"/>
                    <a:pt x="216122" y="249555"/>
                  </a:cubicBezTo>
                  <a:cubicBezTo>
                    <a:pt x="96761" y="249555"/>
                    <a:pt x="0" y="193690"/>
                    <a:pt x="0" y="124778"/>
                  </a:cubicBezTo>
                  <a:cubicBezTo>
                    <a:pt x="0" y="55865"/>
                    <a:pt x="96761" y="0"/>
                    <a:pt x="216122" y="0"/>
                  </a:cubicBezTo>
                  <a:cubicBezTo>
                    <a:pt x="335483" y="0"/>
                    <a:pt x="432245" y="55865"/>
                    <a:pt x="432245" y="124778"/>
                  </a:cubicBezTo>
                  <a:close/>
                </a:path>
              </a:pathLst>
            </a:custGeom>
            <a:solidFill>
              <a:srgbClr val="D6D8E5">
                <a:alpha val="400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83" name="Google Shape;2945;p47">
              <a:extLst>
                <a:ext uri="{FF2B5EF4-FFF2-40B4-BE49-F238E27FC236}">
                  <a16:creationId xmlns:a16="http://schemas.microsoft.com/office/drawing/2014/main" id="{E82B7437-C420-5FF5-94BC-5F39ED7EE751}"/>
                </a:ext>
              </a:extLst>
            </p:cNvPr>
            <p:cNvSpPr/>
            <p:nvPr/>
          </p:nvSpPr>
          <p:spPr>
            <a:xfrm>
              <a:off x="6267054" y="2297586"/>
              <a:ext cx="217597" cy="318657"/>
            </a:xfrm>
            <a:custGeom>
              <a:avLst/>
              <a:gdLst/>
              <a:ahLst/>
              <a:cxnLst/>
              <a:rect l="l" t="t" r="r" b="b"/>
              <a:pathLst>
                <a:path w="217597" h="318657" extrusionOk="0">
                  <a:moveTo>
                    <a:pt x="77117" y="10535"/>
                  </a:moveTo>
                  <a:cubicBezTo>
                    <a:pt x="85785" y="-3371"/>
                    <a:pt x="151983" y="-12515"/>
                    <a:pt x="173796" y="43587"/>
                  </a:cubicBezTo>
                  <a:cubicBezTo>
                    <a:pt x="181987" y="64828"/>
                    <a:pt x="180749" y="119216"/>
                    <a:pt x="187702" y="153315"/>
                  </a:cubicBezTo>
                  <a:cubicBezTo>
                    <a:pt x="194655" y="187415"/>
                    <a:pt x="210848" y="206846"/>
                    <a:pt x="216277" y="234563"/>
                  </a:cubicBezTo>
                  <a:cubicBezTo>
                    <a:pt x="221706" y="262281"/>
                    <a:pt x="212658" y="308668"/>
                    <a:pt x="145888" y="316954"/>
                  </a:cubicBezTo>
                  <a:cubicBezTo>
                    <a:pt x="79117" y="325241"/>
                    <a:pt x="27778" y="301715"/>
                    <a:pt x="11966" y="280379"/>
                  </a:cubicBezTo>
                  <a:cubicBezTo>
                    <a:pt x="-3845" y="259043"/>
                    <a:pt x="-4131" y="213704"/>
                    <a:pt x="11966" y="189605"/>
                  </a:cubicBezTo>
                  <a:cubicBezTo>
                    <a:pt x="28063" y="165507"/>
                    <a:pt x="40541" y="145505"/>
                    <a:pt x="40541" y="113405"/>
                  </a:cubicBezTo>
                  <a:close/>
                </a:path>
              </a:pathLst>
            </a:custGeom>
            <a:solidFill>
              <a:srgbClr val="3A2C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84" name="Google Shape;2946;p47">
              <a:extLst>
                <a:ext uri="{FF2B5EF4-FFF2-40B4-BE49-F238E27FC236}">
                  <a16:creationId xmlns:a16="http://schemas.microsoft.com/office/drawing/2014/main" id="{2EE71267-D95C-6941-CBE9-5AEBF57A53C0}"/>
                </a:ext>
              </a:extLst>
            </p:cNvPr>
            <p:cNvSpPr/>
            <p:nvPr/>
          </p:nvSpPr>
          <p:spPr>
            <a:xfrm>
              <a:off x="6260770" y="2526901"/>
              <a:ext cx="40647" cy="235450"/>
            </a:xfrm>
            <a:custGeom>
              <a:avLst/>
              <a:gdLst/>
              <a:ahLst/>
              <a:cxnLst/>
              <a:rect l="l" t="t" r="r" b="b"/>
              <a:pathLst>
                <a:path w="40647" h="235450" extrusionOk="0">
                  <a:moveTo>
                    <a:pt x="4152" y="15917"/>
                  </a:moveTo>
                  <a:cubicBezTo>
                    <a:pt x="4152" y="15917"/>
                    <a:pt x="-11564" y="127074"/>
                    <a:pt x="18154" y="205274"/>
                  </a:cubicBezTo>
                  <a:cubicBezTo>
                    <a:pt x="47872" y="283474"/>
                    <a:pt x="39585" y="184986"/>
                    <a:pt x="39585" y="184986"/>
                  </a:cubicBezTo>
                  <a:lnTo>
                    <a:pt x="32442" y="161554"/>
                  </a:lnTo>
                  <a:cubicBezTo>
                    <a:pt x="32442" y="161554"/>
                    <a:pt x="26536" y="71067"/>
                    <a:pt x="29013" y="48873"/>
                  </a:cubicBezTo>
                  <a:cubicBezTo>
                    <a:pt x="31489" y="26680"/>
                    <a:pt x="30918" y="7630"/>
                    <a:pt x="32442" y="5820"/>
                  </a:cubicBezTo>
                  <a:cubicBezTo>
                    <a:pt x="33966" y="4011"/>
                    <a:pt x="26632" y="486"/>
                    <a:pt x="23488" y="10"/>
                  </a:cubicBezTo>
                  <a:cubicBezTo>
                    <a:pt x="20345" y="-466"/>
                    <a:pt x="4152" y="15917"/>
                    <a:pt x="4152" y="15917"/>
                  </a:cubicBezTo>
                  <a:close/>
                </a:path>
              </a:pathLst>
            </a:custGeom>
            <a:solidFill>
              <a:srgbClr val="DFAE8E"/>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85" name="Google Shape;2947;p47">
              <a:extLst>
                <a:ext uri="{FF2B5EF4-FFF2-40B4-BE49-F238E27FC236}">
                  <a16:creationId xmlns:a16="http://schemas.microsoft.com/office/drawing/2014/main" id="{1BF7F49A-0226-591D-6206-D8FBE09D8DC4}"/>
                </a:ext>
              </a:extLst>
            </p:cNvPr>
            <p:cNvSpPr/>
            <p:nvPr/>
          </p:nvSpPr>
          <p:spPr>
            <a:xfrm>
              <a:off x="6283969" y="2294668"/>
              <a:ext cx="103921" cy="128329"/>
            </a:xfrm>
            <a:custGeom>
              <a:avLst/>
              <a:gdLst/>
              <a:ahLst/>
              <a:cxnLst/>
              <a:rect l="l" t="t" r="r" b="b"/>
              <a:pathLst>
                <a:path w="103921" h="128329" extrusionOk="0">
                  <a:moveTo>
                    <a:pt x="103921" y="3833"/>
                  </a:moveTo>
                  <a:cubicBezTo>
                    <a:pt x="103921" y="3833"/>
                    <a:pt x="54105" y="-10550"/>
                    <a:pt x="23911" y="16406"/>
                  </a:cubicBezTo>
                  <a:cubicBezTo>
                    <a:pt x="3585" y="35104"/>
                    <a:pt x="-4645" y="63564"/>
                    <a:pt x="2575" y="90225"/>
                  </a:cubicBezTo>
                  <a:cubicBezTo>
                    <a:pt x="6576" y="105941"/>
                    <a:pt x="14672" y="127468"/>
                    <a:pt x="27150" y="128325"/>
                  </a:cubicBezTo>
                  <a:cubicBezTo>
                    <a:pt x="39627" y="129182"/>
                    <a:pt x="103921" y="3833"/>
                    <a:pt x="103921" y="3833"/>
                  </a:cubicBezTo>
                  <a:close/>
                </a:path>
              </a:pathLst>
            </a:custGeom>
            <a:solidFill>
              <a:srgbClr val="3A2C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86" name="Google Shape;2948;p47">
              <a:extLst>
                <a:ext uri="{FF2B5EF4-FFF2-40B4-BE49-F238E27FC236}">
                  <a16:creationId xmlns:a16="http://schemas.microsoft.com/office/drawing/2014/main" id="{B168D1F6-CFC3-F95D-5DD6-9170C6593AAF}"/>
                </a:ext>
              </a:extLst>
            </p:cNvPr>
            <p:cNvSpPr/>
            <p:nvPr/>
          </p:nvSpPr>
          <p:spPr>
            <a:xfrm>
              <a:off x="6304395" y="2434900"/>
              <a:ext cx="128622" cy="143860"/>
            </a:xfrm>
            <a:custGeom>
              <a:avLst/>
              <a:gdLst/>
              <a:ahLst/>
              <a:cxnLst/>
              <a:rect l="l" t="t" r="r" b="b"/>
              <a:pathLst>
                <a:path w="128622" h="143860" extrusionOk="0">
                  <a:moveTo>
                    <a:pt x="102545" y="0"/>
                  </a:moveTo>
                  <a:cubicBezTo>
                    <a:pt x="102545" y="0"/>
                    <a:pt x="99307" y="55531"/>
                    <a:pt x="100355" y="59627"/>
                  </a:cubicBezTo>
                  <a:cubicBezTo>
                    <a:pt x="101402" y="63722"/>
                    <a:pt x="122071" y="67628"/>
                    <a:pt x="127977" y="72485"/>
                  </a:cubicBezTo>
                  <a:cubicBezTo>
                    <a:pt x="133883" y="77343"/>
                    <a:pt x="97783" y="133636"/>
                    <a:pt x="79400" y="142018"/>
                  </a:cubicBezTo>
                  <a:cubicBezTo>
                    <a:pt x="61016" y="150400"/>
                    <a:pt x="4343" y="129064"/>
                    <a:pt x="437" y="100774"/>
                  </a:cubicBezTo>
                  <a:cubicBezTo>
                    <a:pt x="-3182" y="74866"/>
                    <a:pt x="16630" y="54673"/>
                    <a:pt x="24345" y="47625"/>
                  </a:cubicBezTo>
                  <a:cubicBezTo>
                    <a:pt x="29546" y="47282"/>
                    <a:pt x="34765" y="47282"/>
                    <a:pt x="39966" y="47625"/>
                  </a:cubicBezTo>
                  <a:lnTo>
                    <a:pt x="41585" y="20764"/>
                  </a:lnTo>
                  <a:cubicBezTo>
                    <a:pt x="66446" y="11906"/>
                    <a:pt x="102545" y="0"/>
                    <a:pt x="102545" y="0"/>
                  </a:cubicBezTo>
                  <a:close/>
                </a:path>
              </a:pathLst>
            </a:custGeom>
            <a:solidFill>
              <a:srgbClr val="DFAE8E"/>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87" name="Google Shape;2949;p47">
              <a:extLst>
                <a:ext uri="{FF2B5EF4-FFF2-40B4-BE49-F238E27FC236}">
                  <a16:creationId xmlns:a16="http://schemas.microsoft.com/office/drawing/2014/main" id="{83F50BC0-AFE9-D583-AB76-376A2402A18E}"/>
                </a:ext>
              </a:extLst>
            </p:cNvPr>
            <p:cNvSpPr/>
            <p:nvPr/>
          </p:nvSpPr>
          <p:spPr>
            <a:xfrm>
              <a:off x="6266985" y="2481191"/>
              <a:ext cx="187397" cy="215209"/>
            </a:xfrm>
            <a:custGeom>
              <a:avLst/>
              <a:gdLst/>
              <a:ahLst/>
              <a:cxnLst/>
              <a:rect l="l" t="t" r="r" b="b"/>
              <a:pathLst>
                <a:path w="187397" h="215209" extrusionOk="0">
                  <a:moveTo>
                    <a:pt x="147575" y="18193"/>
                  </a:moveTo>
                  <a:cubicBezTo>
                    <a:pt x="163196" y="20669"/>
                    <a:pt x="181008" y="28956"/>
                    <a:pt x="183485" y="37243"/>
                  </a:cubicBezTo>
                  <a:cubicBezTo>
                    <a:pt x="189933" y="68008"/>
                    <a:pt x="188390" y="99917"/>
                    <a:pt x="179008" y="129921"/>
                  </a:cubicBezTo>
                  <a:cubicBezTo>
                    <a:pt x="165482" y="165640"/>
                    <a:pt x="156434" y="188405"/>
                    <a:pt x="148623" y="203835"/>
                  </a:cubicBezTo>
                  <a:cubicBezTo>
                    <a:pt x="148623" y="203835"/>
                    <a:pt x="81091" y="232410"/>
                    <a:pt x="26703" y="198977"/>
                  </a:cubicBezTo>
                  <a:cubicBezTo>
                    <a:pt x="26703" y="198977"/>
                    <a:pt x="22893" y="160877"/>
                    <a:pt x="22703" y="140208"/>
                  </a:cubicBezTo>
                  <a:cubicBezTo>
                    <a:pt x="-27589" y="96393"/>
                    <a:pt x="15368" y="42291"/>
                    <a:pt x="57945" y="286"/>
                  </a:cubicBezTo>
                  <a:cubicBezTo>
                    <a:pt x="63050" y="-95"/>
                    <a:pt x="68175" y="-95"/>
                    <a:pt x="73280" y="286"/>
                  </a:cubicBezTo>
                  <a:cubicBezTo>
                    <a:pt x="73280" y="286"/>
                    <a:pt x="35180" y="45244"/>
                    <a:pt x="61755" y="70771"/>
                  </a:cubicBezTo>
                  <a:cubicBezTo>
                    <a:pt x="118238" y="53721"/>
                    <a:pt x="129478" y="28384"/>
                    <a:pt x="147575" y="18193"/>
                  </a:cubicBezTo>
                  <a:close/>
                </a:path>
              </a:pathLst>
            </a:custGeom>
            <a:solidFill>
              <a:srgbClr val="F4F4F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88" name="Google Shape;2950;p47">
              <a:extLst>
                <a:ext uri="{FF2B5EF4-FFF2-40B4-BE49-F238E27FC236}">
                  <a16:creationId xmlns:a16="http://schemas.microsoft.com/office/drawing/2014/main" id="{1E5065C3-4465-F131-774C-D4082621DBD7}"/>
                </a:ext>
              </a:extLst>
            </p:cNvPr>
            <p:cNvSpPr/>
            <p:nvPr/>
          </p:nvSpPr>
          <p:spPr>
            <a:xfrm>
              <a:off x="6300305" y="2304949"/>
              <a:ext cx="138529" cy="170431"/>
            </a:xfrm>
            <a:custGeom>
              <a:avLst/>
              <a:gdLst/>
              <a:ahLst/>
              <a:cxnLst/>
              <a:rect l="l" t="t" r="r" b="b"/>
              <a:pathLst>
                <a:path w="138529" h="170431" extrusionOk="0">
                  <a:moveTo>
                    <a:pt x="2908" y="60608"/>
                  </a:moveTo>
                  <a:lnTo>
                    <a:pt x="2908" y="60608"/>
                  </a:lnTo>
                  <a:cubicBezTo>
                    <a:pt x="8528" y="24890"/>
                    <a:pt x="34245" y="-2066"/>
                    <a:pt x="71107" y="125"/>
                  </a:cubicBezTo>
                  <a:cubicBezTo>
                    <a:pt x="110150" y="1972"/>
                    <a:pt x="140297" y="35129"/>
                    <a:pt x="138449" y="74172"/>
                  </a:cubicBezTo>
                  <a:cubicBezTo>
                    <a:pt x="137372" y="96775"/>
                    <a:pt x="125552" y="117511"/>
                    <a:pt x="106635" y="129950"/>
                  </a:cubicBezTo>
                  <a:cubicBezTo>
                    <a:pt x="105369" y="135322"/>
                    <a:pt x="103483" y="140533"/>
                    <a:pt x="101016" y="145476"/>
                  </a:cubicBezTo>
                  <a:cubicBezTo>
                    <a:pt x="87966" y="160716"/>
                    <a:pt x="53391" y="170336"/>
                    <a:pt x="41865" y="170432"/>
                  </a:cubicBezTo>
                  <a:cubicBezTo>
                    <a:pt x="32340" y="170432"/>
                    <a:pt x="23482" y="161383"/>
                    <a:pt x="14243" y="146048"/>
                  </a:cubicBezTo>
                  <a:cubicBezTo>
                    <a:pt x="-5093" y="113663"/>
                    <a:pt x="-140" y="78230"/>
                    <a:pt x="2908" y="60608"/>
                  </a:cubicBezTo>
                  <a:close/>
                </a:path>
              </a:pathLst>
            </a:custGeom>
            <a:solidFill>
              <a:srgbClr val="DFAE8E"/>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89" name="Google Shape;2951;p47">
              <a:extLst>
                <a:ext uri="{FF2B5EF4-FFF2-40B4-BE49-F238E27FC236}">
                  <a16:creationId xmlns:a16="http://schemas.microsoft.com/office/drawing/2014/main" id="{D506B0C5-48CB-700C-918A-D7D082029FE9}"/>
                </a:ext>
              </a:extLst>
            </p:cNvPr>
            <p:cNvSpPr/>
            <p:nvPr/>
          </p:nvSpPr>
          <p:spPr>
            <a:xfrm>
              <a:off x="6305880" y="2304032"/>
              <a:ext cx="138474" cy="130867"/>
            </a:xfrm>
            <a:custGeom>
              <a:avLst/>
              <a:gdLst/>
              <a:ahLst/>
              <a:cxnLst/>
              <a:rect l="l" t="t" r="r" b="b"/>
              <a:pathLst>
                <a:path w="138474" h="130867" extrusionOk="0">
                  <a:moveTo>
                    <a:pt x="76867" y="1709"/>
                  </a:moveTo>
                  <a:cubicBezTo>
                    <a:pt x="102679" y="6757"/>
                    <a:pt x="123920" y="13996"/>
                    <a:pt x="130969" y="39332"/>
                  </a:cubicBezTo>
                  <a:cubicBezTo>
                    <a:pt x="135731" y="56858"/>
                    <a:pt x="142018" y="90101"/>
                    <a:pt x="136017" y="104102"/>
                  </a:cubicBezTo>
                  <a:lnTo>
                    <a:pt x="132398" y="114294"/>
                  </a:lnTo>
                  <a:lnTo>
                    <a:pt x="101060" y="130868"/>
                  </a:lnTo>
                  <a:cubicBezTo>
                    <a:pt x="101060" y="130868"/>
                    <a:pt x="86487" y="118676"/>
                    <a:pt x="91059" y="83243"/>
                  </a:cubicBezTo>
                  <a:cubicBezTo>
                    <a:pt x="90850" y="78423"/>
                    <a:pt x="89335" y="73746"/>
                    <a:pt x="86678" y="69717"/>
                  </a:cubicBezTo>
                  <a:cubicBezTo>
                    <a:pt x="84687" y="66364"/>
                    <a:pt x="83211" y="62735"/>
                    <a:pt x="82296" y="58954"/>
                  </a:cubicBezTo>
                  <a:cubicBezTo>
                    <a:pt x="78591" y="49353"/>
                    <a:pt x="71371" y="41514"/>
                    <a:pt x="62103" y="37046"/>
                  </a:cubicBezTo>
                  <a:cubicBezTo>
                    <a:pt x="38767" y="23997"/>
                    <a:pt x="4953" y="35237"/>
                    <a:pt x="0" y="39999"/>
                  </a:cubicBezTo>
                  <a:cubicBezTo>
                    <a:pt x="13221" y="10548"/>
                    <a:pt x="45396" y="-5483"/>
                    <a:pt x="76867" y="1709"/>
                  </a:cubicBezTo>
                  <a:close/>
                </a:path>
              </a:pathLst>
            </a:custGeom>
            <a:solidFill>
              <a:srgbClr val="3A2C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90" name="Google Shape;2952;p47">
              <a:extLst>
                <a:ext uri="{FF2B5EF4-FFF2-40B4-BE49-F238E27FC236}">
                  <a16:creationId xmlns:a16="http://schemas.microsoft.com/office/drawing/2014/main" id="{E8461B8F-5352-F02F-651F-3BF43AB5B65C}"/>
                </a:ext>
              </a:extLst>
            </p:cNvPr>
            <p:cNvSpPr/>
            <p:nvPr/>
          </p:nvSpPr>
          <p:spPr>
            <a:xfrm>
              <a:off x="6412912" y="2510225"/>
              <a:ext cx="93089" cy="307779"/>
            </a:xfrm>
            <a:custGeom>
              <a:avLst/>
              <a:gdLst/>
              <a:ahLst/>
              <a:cxnLst/>
              <a:rect l="l" t="t" r="r" b="b"/>
              <a:pathLst>
                <a:path w="93089" h="307779" extrusionOk="0">
                  <a:moveTo>
                    <a:pt x="39367" y="248524"/>
                  </a:moveTo>
                  <a:cubicBezTo>
                    <a:pt x="45177" y="212329"/>
                    <a:pt x="56036" y="188898"/>
                    <a:pt x="50988" y="168990"/>
                  </a:cubicBezTo>
                  <a:cubicBezTo>
                    <a:pt x="39739" y="128738"/>
                    <a:pt x="25013" y="89542"/>
                    <a:pt x="6982" y="51833"/>
                  </a:cubicBezTo>
                  <a:cubicBezTo>
                    <a:pt x="-4448" y="29354"/>
                    <a:pt x="-924" y="13733"/>
                    <a:pt x="10887" y="4779"/>
                  </a:cubicBezTo>
                  <a:cubicBezTo>
                    <a:pt x="24222" y="-4746"/>
                    <a:pt x="36891" y="-840"/>
                    <a:pt x="48987" y="23829"/>
                  </a:cubicBezTo>
                  <a:cubicBezTo>
                    <a:pt x="64132" y="55167"/>
                    <a:pt x="81086" y="87361"/>
                    <a:pt x="89373" y="134034"/>
                  </a:cubicBezTo>
                  <a:cubicBezTo>
                    <a:pt x="94688" y="164228"/>
                    <a:pt x="94298" y="195136"/>
                    <a:pt x="88230" y="225188"/>
                  </a:cubicBezTo>
                  <a:cubicBezTo>
                    <a:pt x="83087" y="257668"/>
                    <a:pt x="72800" y="275956"/>
                    <a:pt x="60513" y="306436"/>
                  </a:cubicBezTo>
                  <a:cubicBezTo>
                    <a:pt x="57084" y="315199"/>
                    <a:pt x="34414" y="279385"/>
                    <a:pt x="39367" y="248524"/>
                  </a:cubicBezTo>
                  <a:close/>
                </a:path>
              </a:pathLst>
            </a:custGeom>
            <a:solidFill>
              <a:srgbClr val="DFAE8E"/>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91" name="Google Shape;2953;p47">
              <a:extLst>
                <a:ext uri="{FF2B5EF4-FFF2-40B4-BE49-F238E27FC236}">
                  <a16:creationId xmlns:a16="http://schemas.microsoft.com/office/drawing/2014/main" id="{985B8EF4-FC46-60E7-D11B-837EBE1079AC}"/>
                </a:ext>
              </a:extLst>
            </p:cNvPr>
            <p:cNvSpPr/>
            <p:nvPr/>
          </p:nvSpPr>
          <p:spPr>
            <a:xfrm>
              <a:off x="6328850" y="3433403"/>
              <a:ext cx="108744" cy="83141"/>
            </a:xfrm>
            <a:custGeom>
              <a:avLst/>
              <a:gdLst/>
              <a:ahLst/>
              <a:cxnLst/>
              <a:rect l="l" t="t" r="r" b="b"/>
              <a:pathLst>
                <a:path w="108744" h="83141" extrusionOk="0">
                  <a:moveTo>
                    <a:pt x="100855" y="2"/>
                  </a:moveTo>
                  <a:cubicBezTo>
                    <a:pt x="87806" y="10575"/>
                    <a:pt x="67423" y="3241"/>
                    <a:pt x="66470" y="4194"/>
                  </a:cubicBezTo>
                  <a:cubicBezTo>
                    <a:pt x="51297" y="17281"/>
                    <a:pt x="35400" y="29492"/>
                    <a:pt x="18845" y="40769"/>
                  </a:cubicBezTo>
                  <a:cubicBezTo>
                    <a:pt x="10654" y="47151"/>
                    <a:pt x="-2014" y="55724"/>
                    <a:pt x="271" y="68106"/>
                  </a:cubicBezTo>
                  <a:cubicBezTo>
                    <a:pt x="4367" y="90109"/>
                    <a:pt x="39610" y="83346"/>
                    <a:pt x="52945" y="76584"/>
                  </a:cubicBezTo>
                  <a:cubicBezTo>
                    <a:pt x="66280" y="69821"/>
                    <a:pt x="77043" y="58677"/>
                    <a:pt x="89616" y="50866"/>
                  </a:cubicBezTo>
                  <a:cubicBezTo>
                    <a:pt x="98665" y="45246"/>
                    <a:pt x="107428" y="42389"/>
                    <a:pt x="108666" y="31054"/>
                  </a:cubicBezTo>
                  <a:cubicBezTo>
                    <a:pt x="109523" y="24196"/>
                    <a:pt x="103142" y="-283"/>
                    <a:pt x="100855" y="2"/>
                  </a:cubicBezTo>
                  <a:close/>
                </a:path>
              </a:pathLst>
            </a:custGeom>
            <a:solidFill>
              <a:srgbClr val="3822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92" name="Google Shape;2954;p47">
              <a:extLst>
                <a:ext uri="{FF2B5EF4-FFF2-40B4-BE49-F238E27FC236}">
                  <a16:creationId xmlns:a16="http://schemas.microsoft.com/office/drawing/2014/main" id="{C1FD3756-5BD4-E263-55C9-F0F0D7287506}"/>
                </a:ext>
              </a:extLst>
            </p:cNvPr>
            <p:cNvSpPr/>
            <p:nvPr/>
          </p:nvSpPr>
          <p:spPr>
            <a:xfrm>
              <a:off x="6329407" y="3459885"/>
              <a:ext cx="108204" cy="56238"/>
            </a:xfrm>
            <a:custGeom>
              <a:avLst/>
              <a:gdLst/>
              <a:ahLst/>
              <a:cxnLst/>
              <a:rect l="l" t="t" r="r" b="b"/>
              <a:pathLst>
                <a:path w="108204" h="56238" extrusionOk="0">
                  <a:moveTo>
                    <a:pt x="107918" y="0"/>
                  </a:moveTo>
                  <a:cubicBezTo>
                    <a:pt x="106204" y="10859"/>
                    <a:pt x="97536" y="13907"/>
                    <a:pt x="88868" y="19050"/>
                  </a:cubicBezTo>
                  <a:cubicBezTo>
                    <a:pt x="76105" y="26956"/>
                    <a:pt x="64865" y="38100"/>
                    <a:pt x="51530" y="45149"/>
                  </a:cubicBezTo>
                  <a:cubicBezTo>
                    <a:pt x="38195" y="52197"/>
                    <a:pt x="8573" y="57531"/>
                    <a:pt x="0" y="41815"/>
                  </a:cubicBezTo>
                  <a:cubicBezTo>
                    <a:pt x="4667" y="63056"/>
                    <a:pt x="39338" y="56388"/>
                    <a:pt x="52483" y="49721"/>
                  </a:cubicBezTo>
                  <a:cubicBezTo>
                    <a:pt x="65627" y="43053"/>
                    <a:pt x="76581" y="31814"/>
                    <a:pt x="89154" y="24003"/>
                  </a:cubicBezTo>
                  <a:cubicBezTo>
                    <a:pt x="98203" y="18383"/>
                    <a:pt x="106966" y="15526"/>
                    <a:pt x="108204" y="4191"/>
                  </a:cubicBezTo>
                  <a:cubicBezTo>
                    <a:pt x="108214" y="2791"/>
                    <a:pt x="108118" y="1391"/>
                    <a:pt x="107918" y="0"/>
                  </a:cubicBezTo>
                  <a:close/>
                </a:path>
              </a:pathLst>
            </a:custGeom>
            <a:solidFill>
              <a:srgbClr val="757B8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93" name="Google Shape;2955;p47">
              <a:extLst>
                <a:ext uri="{FF2B5EF4-FFF2-40B4-BE49-F238E27FC236}">
                  <a16:creationId xmlns:a16="http://schemas.microsoft.com/office/drawing/2014/main" id="{3BA3BFCB-A060-BAE5-CC69-EFD2EFC4B624}"/>
                </a:ext>
              </a:extLst>
            </p:cNvPr>
            <p:cNvSpPr/>
            <p:nvPr/>
          </p:nvSpPr>
          <p:spPr>
            <a:xfrm>
              <a:off x="6246119" y="3415021"/>
              <a:ext cx="99827" cy="77341"/>
            </a:xfrm>
            <a:custGeom>
              <a:avLst/>
              <a:gdLst/>
              <a:ahLst/>
              <a:cxnLst/>
              <a:rect l="l" t="t" r="r" b="b"/>
              <a:pathLst>
                <a:path w="99827" h="77341" extrusionOk="0">
                  <a:moveTo>
                    <a:pt x="91860" y="1"/>
                  </a:moveTo>
                  <a:cubicBezTo>
                    <a:pt x="79954" y="9526"/>
                    <a:pt x="61856" y="4288"/>
                    <a:pt x="60999" y="5240"/>
                  </a:cubicBezTo>
                  <a:cubicBezTo>
                    <a:pt x="47045" y="17146"/>
                    <a:pt x="32453" y="28281"/>
                    <a:pt x="17279" y="38578"/>
                  </a:cubicBezTo>
                  <a:cubicBezTo>
                    <a:pt x="9754" y="44388"/>
                    <a:pt x="-1771" y="52294"/>
                    <a:pt x="229" y="63533"/>
                  </a:cubicBezTo>
                  <a:cubicBezTo>
                    <a:pt x="4040" y="83726"/>
                    <a:pt x="36329" y="77535"/>
                    <a:pt x="48521" y="71344"/>
                  </a:cubicBezTo>
                  <a:cubicBezTo>
                    <a:pt x="60713" y="65152"/>
                    <a:pt x="70619" y="54961"/>
                    <a:pt x="82145" y="47817"/>
                  </a:cubicBezTo>
                  <a:cubicBezTo>
                    <a:pt x="90336" y="42673"/>
                    <a:pt x="98433" y="40006"/>
                    <a:pt x="99766" y="29624"/>
                  </a:cubicBezTo>
                  <a:cubicBezTo>
                    <a:pt x="100528" y="23338"/>
                    <a:pt x="94051" y="-189"/>
                    <a:pt x="91860" y="1"/>
                  </a:cubicBezTo>
                  <a:close/>
                </a:path>
              </a:pathLst>
            </a:custGeom>
            <a:solidFill>
              <a:srgbClr val="3822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94" name="Google Shape;2956;p47">
              <a:extLst>
                <a:ext uri="{FF2B5EF4-FFF2-40B4-BE49-F238E27FC236}">
                  <a16:creationId xmlns:a16="http://schemas.microsoft.com/office/drawing/2014/main" id="{8298DD91-AC49-AF4B-9AED-5B8CC51AEAB5}"/>
                </a:ext>
              </a:extLst>
            </p:cNvPr>
            <p:cNvSpPr/>
            <p:nvPr/>
          </p:nvSpPr>
          <p:spPr>
            <a:xfrm>
              <a:off x="6246063" y="3440454"/>
              <a:ext cx="99536" cy="51729"/>
            </a:xfrm>
            <a:custGeom>
              <a:avLst/>
              <a:gdLst/>
              <a:ahLst/>
              <a:cxnLst/>
              <a:rect l="l" t="t" r="r" b="b"/>
              <a:pathLst>
                <a:path w="99536" h="51729" extrusionOk="0">
                  <a:moveTo>
                    <a:pt x="99536" y="0"/>
                  </a:moveTo>
                  <a:cubicBezTo>
                    <a:pt x="97917" y="10001"/>
                    <a:pt x="90011" y="12668"/>
                    <a:pt x="81820" y="17812"/>
                  </a:cubicBezTo>
                  <a:cubicBezTo>
                    <a:pt x="70104" y="25051"/>
                    <a:pt x="59817" y="35528"/>
                    <a:pt x="47625" y="41720"/>
                  </a:cubicBezTo>
                  <a:cubicBezTo>
                    <a:pt x="35433" y="47911"/>
                    <a:pt x="8287" y="53054"/>
                    <a:pt x="0" y="38671"/>
                  </a:cubicBezTo>
                  <a:cubicBezTo>
                    <a:pt x="4286" y="57721"/>
                    <a:pt x="36004" y="52006"/>
                    <a:pt x="47625" y="45911"/>
                  </a:cubicBezTo>
                  <a:cubicBezTo>
                    <a:pt x="59246" y="39814"/>
                    <a:pt x="69723" y="29528"/>
                    <a:pt x="81248" y="22384"/>
                  </a:cubicBezTo>
                  <a:cubicBezTo>
                    <a:pt x="89440" y="17240"/>
                    <a:pt x="97536" y="14573"/>
                    <a:pt x="98870" y="4191"/>
                  </a:cubicBezTo>
                  <a:cubicBezTo>
                    <a:pt x="99222" y="2819"/>
                    <a:pt x="99441" y="1419"/>
                    <a:pt x="99536" y="0"/>
                  </a:cubicBezTo>
                  <a:close/>
                </a:path>
              </a:pathLst>
            </a:custGeom>
            <a:solidFill>
              <a:srgbClr val="757B8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95" name="Google Shape;2957;p47">
              <a:extLst>
                <a:ext uri="{FF2B5EF4-FFF2-40B4-BE49-F238E27FC236}">
                  <a16:creationId xmlns:a16="http://schemas.microsoft.com/office/drawing/2014/main" id="{7EC12701-2444-6A87-AF16-7491018B12CF}"/>
                </a:ext>
              </a:extLst>
            </p:cNvPr>
            <p:cNvSpPr/>
            <p:nvPr/>
          </p:nvSpPr>
          <p:spPr>
            <a:xfrm>
              <a:off x="6262125" y="2696837"/>
              <a:ext cx="213068" cy="744450"/>
            </a:xfrm>
            <a:custGeom>
              <a:avLst/>
              <a:gdLst/>
              <a:ahLst/>
              <a:cxnLst/>
              <a:rect l="l" t="t" r="r" b="b"/>
              <a:pathLst>
                <a:path w="213068" h="744450" extrusionOk="0">
                  <a:moveTo>
                    <a:pt x="5465" y="110490"/>
                  </a:moveTo>
                  <a:cubicBezTo>
                    <a:pt x="11276" y="65437"/>
                    <a:pt x="27849" y="0"/>
                    <a:pt x="27849" y="0"/>
                  </a:cubicBezTo>
                  <a:cubicBezTo>
                    <a:pt x="43546" y="7372"/>
                    <a:pt x="60529" y="11611"/>
                    <a:pt x="77855" y="12478"/>
                  </a:cubicBezTo>
                  <a:cubicBezTo>
                    <a:pt x="103211" y="12316"/>
                    <a:pt x="128490" y="9830"/>
                    <a:pt x="153388" y="5048"/>
                  </a:cubicBezTo>
                  <a:cubicBezTo>
                    <a:pt x="161532" y="19269"/>
                    <a:pt x="170429" y="33033"/>
                    <a:pt x="180059" y="46291"/>
                  </a:cubicBezTo>
                  <a:cubicBezTo>
                    <a:pt x="193012" y="64294"/>
                    <a:pt x="218159" y="103441"/>
                    <a:pt x="212158" y="172879"/>
                  </a:cubicBezTo>
                  <a:cubicBezTo>
                    <a:pt x="208253" y="217932"/>
                    <a:pt x="182916" y="409480"/>
                    <a:pt x="182916" y="409480"/>
                  </a:cubicBezTo>
                  <a:cubicBezTo>
                    <a:pt x="192755" y="441693"/>
                    <a:pt x="197985" y="475145"/>
                    <a:pt x="198442" y="508826"/>
                  </a:cubicBezTo>
                  <a:cubicBezTo>
                    <a:pt x="196156" y="548821"/>
                    <a:pt x="190869" y="588588"/>
                    <a:pt x="182630" y="627793"/>
                  </a:cubicBezTo>
                  <a:lnTo>
                    <a:pt x="167581" y="736568"/>
                  </a:lnTo>
                  <a:cubicBezTo>
                    <a:pt x="167581" y="736568"/>
                    <a:pt x="147483" y="751046"/>
                    <a:pt x="133195" y="740759"/>
                  </a:cubicBezTo>
                  <a:lnTo>
                    <a:pt x="135005" y="634365"/>
                  </a:lnTo>
                  <a:cubicBezTo>
                    <a:pt x="133291" y="608362"/>
                    <a:pt x="130719" y="569976"/>
                    <a:pt x="129004" y="545402"/>
                  </a:cubicBezTo>
                  <a:cubicBezTo>
                    <a:pt x="126337" y="505492"/>
                    <a:pt x="119479" y="442055"/>
                    <a:pt x="117098" y="426148"/>
                  </a:cubicBezTo>
                  <a:cubicBezTo>
                    <a:pt x="114717" y="410242"/>
                    <a:pt x="109954" y="382619"/>
                    <a:pt x="107573" y="351568"/>
                  </a:cubicBezTo>
                  <a:cubicBezTo>
                    <a:pt x="105192" y="320516"/>
                    <a:pt x="93476" y="162973"/>
                    <a:pt x="93476" y="162973"/>
                  </a:cubicBezTo>
                  <a:lnTo>
                    <a:pt x="91857" y="192500"/>
                  </a:lnTo>
                  <a:cubicBezTo>
                    <a:pt x="91857" y="192500"/>
                    <a:pt x="90238" y="240125"/>
                    <a:pt x="83380" y="299561"/>
                  </a:cubicBezTo>
                  <a:cubicBezTo>
                    <a:pt x="76522" y="358997"/>
                    <a:pt x="73855" y="385286"/>
                    <a:pt x="73855" y="385286"/>
                  </a:cubicBezTo>
                  <a:cubicBezTo>
                    <a:pt x="80370" y="397183"/>
                    <a:pt x="84932" y="410042"/>
                    <a:pt x="87380" y="423386"/>
                  </a:cubicBezTo>
                  <a:cubicBezTo>
                    <a:pt x="88619" y="436150"/>
                    <a:pt x="103192" y="537686"/>
                    <a:pt x="94429" y="588740"/>
                  </a:cubicBezTo>
                  <a:lnTo>
                    <a:pt x="76712" y="719138"/>
                  </a:lnTo>
                  <a:cubicBezTo>
                    <a:pt x="67645" y="725376"/>
                    <a:pt x="56138" y="726900"/>
                    <a:pt x="45756" y="723233"/>
                  </a:cubicBezTo>
                  <a:lnTo>
                    <a:pt x="35183" y="591407"/>
                  </a:lnTo>
                  <a:cubicBezTo>
                    <a:pt x="28135" y="541211"/>
                    <a:pt x="13180" y="434912"/>
                    <a:pt x="10895" y="421100"/>
                  </a:cubicBezTo>
                  <a:cubicBezTo>
                    <a:pt x="5808" y="393268"/>
                    <a:pt x="2817" y="365084"/>
                    <a:pt x="1941" y="336804"/>
                  </a:cubicBezTo>
                  <a:cubicBezTo>
                    <a:pt x="-1583" y="279749"/>
                    <a:pt x="-250" y="155543"/>
                    <a:pt x="5465" y="110490"/>
                  </a:cubicBezTo>
                  <a:close/>
                </a:path>
              </a:pathLst>
            </a:custGeom>
            <a:solidFill>
              <a:srgbClr val="DFAE8E"/>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96" name="Google Shape;2958;p47">
              <a:extLst>
                <a:ext uri="{FF2B5EF4-FFF2-40B4-BE49-F238E27FC236}">
                  <a16:creationId xmlns:a16="http://schemas.microsoft.com/office/drawing/2014/main" id="{93CA994B-B399-16BA-A3CC-D2BB2D15ADC2}"/>
                </a:ext>
              </a:extLst>
            </p:cNvPr>
            <p:cNvSpPr/>
            <p:nvPr/>
          </p:nvSpPr>
          <p:spPr>
            <a:xfrm>
              <a:off x="6253173" y="2679311"/>
              <a:ext cx="226922" cy="495109"/>
            </a:xfrm>
            <a:custGeom>
              <a:avLst/>
              <a:gdLst/>
              <a:ahLst/>
              <a:cxnLst/>
              <a:rect l="l" t="t" r="r" b="b"/>
              <a:pathLst>
                <a:path w="226922" h="495109" extrusionOk="0">
                  <a:moveTo>
                    <a:pt x="162435" y="6001"/>
                  </a:moveTo>
                  <a:lnTo>
                    <a:pt x="201202" y="83915"/>
                  </a:lnTo>
                  <a:cubicBezTo>
                    <a:pt x="201202" y="83915"/>
                    <a:pt x="260447" y="170593"/>
                    <a:pt x="199106" y="393287"/>
                  </a:cubicBezTo>
                  <a:lnTo>
                    <a:pt x="210631" y="461963"/>
                  </a:lnTo>
                  <a:cubicBezTo>
                    <a:pt x="210631" y="461963"/>
                    <a:pt x="94522" y="536543"/>
                    <a:pt x="16798" y="461963"/>
                  </a:cubicBezTo>
                  <a:cubicBezTo>
                    <a:pt x="16798" y="461963"/>
                    <a:pt x="-10158" y="256127"/>
                    <a:pt x="4224" y="161258"/>
                  </a:cubicBezTo>
                  <a:cubicBezTo>
                    <a:pt x="12149" y="106661"/>
                    <a:pt x="24246" y="52749"/>
                    <a:pt x="40420" y="0"/>
                  </a:cubicBezTo>
                  <a:cubicBezTo>
                    <a:pt x="40420" y="0"/>
                    <a:pt x="59470" y="21050"/>
                    <a:pt x="157291" y="7144"/>
                  </a:cubicBezTo>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97" name="Google Shape;2959;p47">
              <a:extLst>
                <a:ext uri="{FF2B5EF4-FFF2-40B4-BE49-F238E27FC236}">
                  <a16:creationId xmlns:a16="http://schemas.microsoft.com/office/drawing/2014/main" id="{619B8845-8B6F-7ED5-3653-C6260E18DC3B}"/>
                </a:ext>
              </a:extLst>
            </p:cNvPr>
            <p:cNvSpPr/>
            <p:nvPr/>
          </p:nvSpPr>
          <p:spPr>
            <a:xfrm>
              <a:off x="6408973" y="2507035"/>
              <a:ext cx="76263" cy="95029"/>
            </a:xfrm>
            <a:custGeom>
              <a:avLst/>
              <a:gdLst/>
              <a:ahLst/>
              <a:cxnLst/>
              <a:rect l="l" t="t" r="r" b="b"/>
              <a:pathLst>
                <a:path w="76263" h="95029" extrusionOk="0">
                  <a:moveTo>
                    <a:pt x="76263" y="71216"/>
                  </a:moveTo>
                  <a:cubicBezTo>
                    <a:pt x="76263" y="71216"/>
                    <a:pt x="49307" y="98076"/>
                    <a:pt x="17303" y="94743"/>
                  </a:cubicBezTo>
                  <a:lnTo>
                    <a:pt x="1968" y="42165"/>
                  </a:lnTo>
                  <a:cubicBezTo>
                    <a:pt x="1968" y="42165"/>
                    <a:pt x="-7557" y="14828"/>
                    <a:pt x="15303" y="2826"/>
                  </a:cubicBezTo>
                  <a:cubicBezTo>
                    <a:pt x="38163" y="-9175"/>
                    <a:pt x="62833" y="17685"/>
                    <a:pt x="76263" y="71216"/>
                  </a:cubicBezTo>
                  <a:close/>
                </a:path>
              </a:pathLst>
            </a:custGeom>
            <a:solidFill>
              <a:srgbClr val="EDEDE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98" name="Google Shape;2960;p47">
              <a:extLst>
                <a:ext uri="{FF2B5EF4-FFF2-40B4-BE49-F238E27FC236}">
                  <a16:creationId xmlns:a16="http://schemas.microsoft.com/office/drawing/2014/main" id="{24EA5F31-EE98-9D0E-B0CE-312CC1BD11BB}"/>
                </a:ext>
              </a:extLst>
            </p:cNvPr>
            <p:cNvSpPr/>
            <p:nvPr/>
          </p:nvSpPr>
          <p:spPr>
            <a:xfrm>
              <a:off x="6261399" y="2481311"/>
              <a:ext cx="63531" cy="66745"/>
            </a:xfrm>
            <a:custGeom>
              <a:avLst/>
              <a:gdLst/>
              <a:ahLst/>
              <a:cxnLst/>
              <a:rect l="l" t="t" r="r" b="b"/>
              <a:pathLst>
                <a:path w="63531" h="66745" extrusionOk="0">
                  <a:moveTo>
                    <a:pt x="63532" y="451"/>
                  </a:moveTo>
                  <a:cubicBezTo>
                    <a:pt x="63532" y="451"/>
                    <a:pt x="32671" y="-9074"/>
                    <a:pt x="0" y="59411"/>
                  </a:cubicBezTo>
                  <a:lnTo>
                    <a:pt x="12192" y="66745"/>
                  </a:lnTo>
                  <a:cubicBezTo>
                    <a:pt x="27499" y="43304"/>
                    <a:pt x="44663" y="21130"/>
                    <a:pt x="63532" y="451"/>
                  </a:cubicBezTo>
                  <a:close/>
                </a:path>
              </a:pathLst>
            </a:custGeom>
            <a:solidFill>
              <a:srgbClr val="EDEDE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99" name="Google Shape;2961;p47">
              <a:extLst>
                <a:ext uri="{FF2B5EF4-FFF2-40B4-BE49-F238E27FC236}">
                  <a16:creationId xmlns:a16="http://schemas.microsoft.com/office/drawing/2014/main" id="{4FC96553-6E42-CBAF-DA79-2324DB564B82}"/>
                </a:ext>
              </a:extLst>
            </p:cNvPr>
            <p:cNvSpPr/>
            <p:nvPr/>
          </p:nvSpPr>
          <p:spPr>
            <a:xfrm>
              <a:off x="2608942" y="4557070"/>
              <a:ext cx="432244" cy="249555"/>
            </a:xfrm>
            <a:custGeom>
              <a:avLst/>
              <a:gdLst/>
              <a:ahLst/>
              <a:cxnLst/>
              <a:rect l="l" t="t" r="r" b="b"/>
              <a:pathLst>
                <a:path w="432244" h="249555" extrusionOk="0">
                  <a:moveTo>
                    <a:pt x="432245" y="124777"/>
                  </a:moveTo>
                  <a:cubicBezTo>
                    <a:pt x="432245" y="193690"/>
                    <a:pt x="335483" y="249555"/>
                    <a:pt x="216122" y="249555"/>
                  </a:cubicBezTo>
                  <a:cubicBezTo>
                    <a:pt x="96761" y="249555"/>
                    <a:pt x="0" y="193690"/>
                    <a:pt x="0" y="124777"/>
                  </a:cubicBezTo>
                  <a:cubicBezTo>
                    <a:pt x="0" y="55865"/>
                    <a:pt x="96761" y="0"/>
                    <a:pt x="216122" y="0"/>
                  </a:cubicBezTo>
                  <a:cubicBezTo>
                    <a:pt x="335483" y="0"/>
                    <a:pt x="432245" y="55865"/>
                    <a:pt x="432245" y="124777"/>
                  </a:cubicBezTo>
                  <a:close/>
                </a:path>
              </a:pathLst>
            </a:custGeom>
            <a:solidFill>
              <a:srgbClr val="D6D8E5">
                <a:alpha val="400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00" name="Google Shape;2962;p47">
              <a:extLst>
                <a:ext uri="{FF2B5EF4-FFF2-40B4-BE49-F238E27FC236}">
                  <a16:creationId xmlns:a16="http://schemas.microsoft.com/office/drawing/2014/main" id="{34267AF4-43B9-68A9-CF81-36050398FA9F}"/>
                </a:ext>
              </a:extLst>
            </p:cNvPr>
            <p:cNvSpPr/>
            <p:nvPr/>
          </p:nvSpPr>
          <p:spPr>
            <a:xfrm>
              <a:off x="2930982" y="3722965"/>
              <a:ext cx="85002" cy="305847"/>
            </a:xfrm>
            <a:custGeom>
              <a:avLst/>
              <a:gdLst/>
              <a:ahLst/>
              <a:cxnLst/>
              <a:rect l="l" t="t" r="r" b="b"/>
              <a:pathLst>
                <a:path w="85002" h="305847" extrusionOk="0">
                  <a:moveTo>
                    <a:pt x="18764" y="0"/>
                  </a:moveTo>
                  <a:cubicBezTo>
                    <a:pt x="37814" y="5429"/>
                    <a:pt x="48482" y="26289"/>
                    <a:pt x="65056" y="70961"/>
                  </a:cubicBezTo>
                  <a:cubicBezTo>
                    <a:pt x="78848" y="111490"/>
                    <a:pt x="85582" y="154076"/>
                    <a:pt x="84963" y="196882"/>
                  </a:cubicBezTo>
                  <a:cubicBezTo>
                    <a:pt x="79629" y="238982"/>
                    <a:pt x="62198" y="271748"/>
                    <a:pt x="20098" y="305848"/>
                  </a:cubicBezTo>
                  <a:lnTo>
                    <a:pt x="0" y="268986"/>
                  </a:lnTo>
                  <a:cubicBezTo>
                    <a:pt x="0" y="268986"/>
                    <a:pt x="41243" y="232600"/>
                    <a:pt x="45434" y="190500"/>
                  </a:cubicBezTo>
                  <a:cubicBezTo>
                    <a:pt x="47815" y="166878"/>
                    <a:pt x="20098" y="87249"/>
                    <a:pt x="20098" y="85058"/>
                  </a:cubicBezTo>
                  <a:cubicBezTo>
                    <a:pt x="20098" y="82867"/>
                    <a:pt x="18764" y="0"/>
                    <a:pt x="18764" y="0"/>
                  </a:cubicBezTo>
                  <a:close/>
                </a:path>
              </a:pathLst>
            </a:custGeom>
            <a:solidFill>
              <a:srgbClr val="FFCEA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01" name="Google Shape;2963;p47">
              <a:extLst>
                <a:ext uri="{FF2B5EF4-FFF2-40B4-BE49-F238E27FC236}">
                  <a16:creationId xmlns:a16="http://schemas.microsoft.com/office/drawing/2014/main" id="{61FEEF1A-6FC0-5ED4-7A46-05CF39384643}"/>
                </a:ext>
              </a:extLst>
            </p:cNvPr>
            <p:cNvSpPr/>
            <p:nvPr/>
          </p:nvSpPr>
          <p:spPr>
            <a:xfrm>
              <a:off x="2667241" y="4676337"/>
              <a:ext cx="123900" cy="70118"/>
            </a:xfrm>
            <a:custGeom>
              <a:avLst/>
              <a:gdLst/>
              <a:ahLst/>
              <a:cxnLst/>
              <a:rect l="l" t="t" r="r" b="b"/>
              <a:pathLst>
                <a:path w="123900" h="70118" extrusionOk="0">
                  <a:moveTo>
                    <a:pt x="117628" y="16845"/>
                  </a:moveTo>
                  <a:cubicBezTo>
                    <a:pt x="104783" y="20750"/>
                    <a:pt x="90877" y="18874"/>
                    <a:pt x="79528" y="11701"/>
                  </a:cubicBezTo>
                  <a:cubicBezTo>
                    <a:pt x="69241" y="11701"/>
                    <a:pt x="8757" y="-12016"/>
                    <a:pt x="1137" y="8082"/>
                  </a:cubicBezTo>
                  <a:cubicBezTo>
                    <a:pt x="-5531" y="25703"/>
                    <a:pt x="18758" y="42086"/>
                    <a:pt x="31617" y="45229"/>
                  </a:cubicBezTo>
                  <a:cubicBezTo>
                    <a:pt x="60192" y="51992"/>
                    <a:pt x="80766" y="66089"/>
                    <a:pt x="92196" y="68470"/>
                  </a:cubicBezTo>
                  <a:cubicBezTo>
                    <a:pt x="100966" y="71585"/>
                    <a:pt x="110703" y="70232"/>
                    <a:pt x="118294" y="64851"/>
                  </a:cubicBezTo>
                  <a:cubicBezTo>
                    <a:pt x="126200" y="56850"/>
                    <a:pt x="125533" y="27322"/>
                    <a:pt x="117628" y="16845"/>
                  </a:cubicBezTo>
                  <a:close/>
                </a:path>
              </a:pathLst>
            </a:custGeom>
            <a:solidFill>
              <a:srgbClr val="3822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02" name="Google Shape;2964;p47">
              <a:extLst>
                <a:ext uri="{FF2B5EF4-FFF2-40B4-BE49-F238E27FC236}">
                  <a16:creationId xmlns:a16="http://schemas.microsoft.com/office/drawing/2014/main" id="{72F2551A-A73D-0404-07E2-4116A09501E5}"/>
                </a:ext>
              </a:extLst>
            </p:cNvPr>
            <p:cNvSpPr/>
            <p:nvPr/>
          </p:nvSpPr>
          <p:spPr>
            <a:xfrm>
              <a:off x="2667120" y="4688038"/>
              <a:ext cx="121939" cy="58416"/>
            </a:xfrm>
            <a:custGeom>
              <a:avLst/>
              <a:gdLst/>
              <a:ahLst/>
              <a:cxnLst/>
              <a:rect l="l" t="t" r="r" b="b"/>
              <a:pathLst>
                <a:path w="121939" h="58416" extrusionOk="0">
                  <a:moveTo>
                    <a:pt x="92127" y="51911"/>
                  </a:moveTo>
                  <a:cubicBezTo>
                    <a:pt x="80697" y="49530"/>
                    <a:pt x="59837" y="35433"/>
                    <a:pt x="31548" y="28575"/>
                  </a:cubicBezTo>
                  <a:cubicBezTo>
                    <a:pt x="20784" y="26003"/>
                    <a:pt x="2020" y="14097"/>
                    <a:pt x="210" y="0"/>
                  </a:cubicBezTo>
                  <a:cubicBezTo>
                    <a:pt x="-2361" y="16193"/>
                    <a:pt x="19260" y="30575"/>
                    <a:pt x="31548" y="33528"/>
                  </a:cubicBezTo>
                  <a:cubicBezTo>
                    <a:pt x="60123" y="40291"/>
                    <a:pt x="80697" y="54388"/>
                    <a:pt x="92127" y="56769"/>
                  </a:cubicBezTo>
                  <a:cubicBezTo>
                    <a:pt x="100896" y="59884"/>
                    <a:pt x="110634" y="58531"/>
                    <a:pt x="118225" y="53150"/>
                  </a:cubicBezTo>
                  <a:cubicBezTo>
                    <a:pt x="119933" y="51188"/>
                    <a:pt x="121200" y="48882"/>
                    <a:pt x="121940" y="46387"/>
                  </a:cubicBezTo>
                  <a:cubicBezTo>
                    <a:pt x="113425" y="52816"/>
                    <a:pt x="102380" y="54864"/>
                    <a:pt x="92127" y="51911"/>
                  </a:cubicBezTo>
                  <a:close/>
                </a:path>
              </a:pathLst>
            </a:custGeom>
            <a:solidFill>
              <a:srgbClr val="757B8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03" name="Google Shape;2965;p47">
              <a:extLst>
                <a:ext uri="{FF2B5EF4-FFF2-40B4-BE49-F238E27FC236}">
                  <a16:creationId xmlns:a16="http://schemas.microsoft.com/office/drawing/2014/main" id="{B6A67D4F-4E83-8F1F-5EC8-3D2B01C9BE61}"/>
                </a:ext>
              </a:extLst>
            </p:cNvPr>
            <p:cNvSpPr/>
            <p:nvPr/>
          </p:nvSpPr>
          <p:spPr>
            <a:xfrm>
              <a:off x="2825027" y="4597173"/>
              <a:ext cx="119416" cy="67472"/>
            </a:xfrm>
            <a:custGeom>
              <a:avLst/>
              <a:gdLst/>
              <a:ahLst/>
              <a:cxnLst/>
              <a:rect l="l" t="t" r="r" b="b"/>
              <a:pathLst>
                <a:path w="119416" h="67472" extrusionOk="0">
                  <a:moveTo>
                    <a:pt x="113384" y="16189"/>
                  </a:moveTo>
                  <a:cubicBezTo>
                    <a:pt x="102146" y="20047"/>
                    <a:pt x="89728" y="18161"/>
                    <a:pt x="80142" y="11141"/>
                  </a:cubicBezTo>
                  <a:cubicBezTo>
                    <a:pt x="70617" y="11141"/>
                    <a:pt x="8419" y="-11529"/>
                    <a:pt x="1085" y="7807"/>
                  </a:cubicBezTo>
                  <a:cubicBezTo>
                    <a:pt x="-5297" y="24762"/>
                    <a:pt x="18039" y="40383"/>
                    <a:pt x="30422" y="43431"/>
                  </a:cubicBezTo>
                  <a:cubicBezTo>
                    <a:pt x="57663" y="50003"/>
                    <a:pt x="78047" y="63624"/>
                    <a:pt x="88715" y="65910"/>
                  </a:cubicBezTo>
                  <a:cubicBezTo>
                    <a:pt x="97172" y="68882"/>
                    <a:pt x="106547" y="67567"/>
                    <a:pt x="113861" y="62385"/>
                  </a:cubicBezTo>
                  <a:cubicBezTo>
                    <a:pt x="121671" y="54670"/>
                    <a:pt x="121004" y="26286"/>
                    <a:pt x="113384" y="16189"/>
                  </a:cubicBezTo>
                  <a:close/>
                </a:path>
              </a:pathLst>
            </a:custGeom>
            <a:solidFill>
              <a:srgbClr val="3822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04" name="Google Shape;2966;p47">
              <a:extLst>
                <a:ext uri="{FF2B5EF4-FFF2-40B4-BE49-F238E27FC236}">
                  <a16:creationId xmlns:a16="http://schemas.microsoft.com/office/drawing/2014/main" id="{78CAFEC1-E5C8-0BA7-A066-2C95AB1FF584}"/>
                </a:ext>
              </a:extLst>
            </p:cNvPr>
            <p:cNvSpPr/>
            <p:nvPr/>
          </p:nvSpPr>
          <p:spPr>
            <a:xfrm>
              <a:off x="2825072" y="4608314"/>
              <a:ext cx="117340" cy="56332"/>
            </a:xfrm>
            <a:custGeom>
              <a:avLst/>
              <a:gdLst/>
              <a:ahLst/>
              <a:cxnLst/>
              <a:rect l="l" t="t" r="r" b="b"/>
              <a:pathLst>
                <a:path w="117340" h="56332" extrusionOk="0">
                  <a:moveTo>
                    <a:pt x="88670" y="50102"/>
                  </a:moveTo>
                  <a:cubicBezTo>
                    <a:pt x="77717" y="47720"/>
                    <a:pt x="57619" y="34195"/>
                    <a:pt x="30377" y="27622"/>
                  </a:cubicBezTo>
                  <a:cubicBezTo>
                    <a:pt x="19995" y="25051"/>
                    <a:pt x="1802" y="13621"/>
                    <a:pt x="183" y="0"/>
                  </a:cubicBezTo>
                  <a:cubicBezTo>
                    <a:pt x="-2198" y="15621"/>
                    <a:pt x="19233" y="29528"/>
                    <a:pt x="30377" y="32290"/>
                  </a:cubicBezTo>
                  <a:cubicBezTo>
                    <a:pt x="57619" y="38862"/>
                    <a:pt x="78002" y="52483"/>
                    <a:pt x="88670" y="54769"/>
                  </a:cubicBezTo>
                  <a:cubicBezTo>
                    <a:pt x="97128" y="57741"/>
                    <a:pt x="106503" y="56426"/>
                    <a:pt x="113816" y="51245"/>
                  </a:cubicBezTo>
                  <a:cubicBezTo>
                    <a:pt x="115496" y="49368"/>
                    <a:pt x="116703" y="47111"/>
                    <a:pt x="117341" y="44672"/>
                  </a:cubicBezTo>
                  <a:cubicBezTo>
                    <a:pt x="109187" y="50930"/>
                    <a:pt x="98547" y="52940"/>
                    <a:pt x="88670" y="50102"/>
                  </a:cubicBezTo>
                  <a:close/>
                </a:path>
              </a:pathLst>
            </a:custGeom>
            <a:solidFill>
              <a:srgbClr val="757B8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05" name="Google Shape;2967;p47">
              <a:extLst>
                <a:ext uri="{FF2B5EF4-FFF2-40B4-BE49-F238E27FC236}">
                  <a16:creationId xmlns:a16="http://schemas.microsoft.com/office/drawing/2014/main" id="{AD37FB71-D290-A1B2-383F-AA6F6814FB13}"/>
                </a:ext>
              </a:extLst>
            </p:cNvPr>
            <p:cNvSpPr/>
            <p:nvPr/>
          </p:nvSpPr>
          <p:spPr>
            <a:xfrm>
              <a:off x="2742284" y="3964900"/>
              <a:ext cx="238054" cy="732926"/>
            </a:xfrm>
            <a:custGeom>
              <a:avLst/>
              <a:gdLst/>
              <a:ahLst/>
              <a:cxnLst/>
              <a:rect l="l" t="t" r="r" b="b"/>
              <a:pathLst>
                <a:path w="238054" h="732926" extrusionOk="0">
                  <a:moveTo>
                    <a:pt x="216416" y="495014"/>
                  </a:moveTo>
                  <a:cubicBezTo>
                    <a:pt x="216443" y="471802"/>
                    <a:pt x="212447" y="448761"/>
                    <a:pt x="204605" y="426911"/>
                  </a:cubicBezTo>
                  <a:cubicBezTo>
                    <a:pt x="204605" y="426911"/>
                    <a:pt x="212415" y="333661"/>
                    <a:pt x="218416" y="272415"/>
                  </a:cubicBezTo>
                  <a:cubicBezTo>
                    <a:pt x="227179" y="182118"/>
                    <a:pt x="241086" y="173164"/>
                    <a:pt x="237466" y="118300"/>
                  </a:cubicBezTo>
                  <a:cubicBezTo>
                    <a:pt x="233847" y="67437"/>
                    <a:pt x="204891" y="34480"/>
                    <a:pt x="197366" y="0"/>
                  </a:cubicBezTo>
                  <a:lnTo>
                    <a:pt x="50014" y="11621"/>
                  </a:lnTo>
                  <a:cubicBezTo>
                    <a:pt x="50014" y="11621"/>
                    <a:pt x="37155" y="53435"/>
                    <a:pt x="20582" y="136684"/>
                  </a:cubicBezTo>
                  <a:cubicBezTo>
                    <a:pt x="4008" y="219932"/>
                    <a:pt x="2865" y="318897"/>
                    <a:pt x="4199" y="449961"/>
                  </a:cubicBezTo>
                  <a:cubicBezTo>
                    <a:pt x="4199" y="483775"/>
                    <a:pt x="-1516" y="513112"/>
                    <a:pt x="389" y="597313"/>
                  </a:cubicBezTo>
                  <a:cubicBezTo>
                    <a:pt x="1722" y="653891"/>
                    <a:pt x="4961" y="723233"/>
                    <a:pt x="4961" y="723233"/>
                  </a:cubicBezTo>
                  <a:cubicBezTo>
                    <a:pt x="26487" y="741712"/>
                    <a:pt x="41442" y="728091"/>
                    <a:pt x="41442" y="728091"/>
                  </a:cubicBezTo>
                  <a:cubicBezTo>
                    <a:pt x="41442" y="728091"/>
                    <a:pt x="79542" y="560451"/>
                    <a:pt x="84780" y="521970"/>
                  </a:cubicBezTo>
                  <a:cubicBezTo>
                    <a:pt x="88780" y="500682"/>
                    <a:pt x="87003" y="478707"/>
                    <a:pt x="79637" y="458343"/>
                  </a:cubicBezTo>
                  <a:cubicBezTo>
                    <a:pt x="79637" y="458343"/>
                    <a:pt x="90686" y="405670"/>
                    <a:pt x="98687" y="364236"/>
                  </a:cubicBezTo>
                  <a:cubicBezTo>
                    <a:pt x="108212" y="313658"/>
                    <a:pt x="133453" y="204502"/>
                    <a:pt x="133453" y="204502"/>
                  </a:cubicBezTo>
                  <a:cubicBezTo>
                    <a:pt x="133453" y="204502"/>
                    <a:pt x="129167" y="372237"/>
                    <a:pt x="136501" y="405289"/>
                  </a:cubicBezTo>
                  <a:cubicBezTo>
                    <a:pt x="143835" y="438340"/>
                    <a:pt x="145074" y="467106"/>
                    <a:pt x="151360" y="512064"/>
                  </a:cubicBezTo>
                  <a:cubicBezTo>
                    <a:pt x="158885" y="566356"/>
                    <a:pt x="162314" y="645890"/>
                    <a:pt x="162314" y="645890"/>
                  </a:cubicBezTo>
                  <a:cubicBezTo>
                    <a:pt x="184793" y="660178"/>
                    <a:pt x="194794" y="649224"/>
                    <a:pt x="194794" y="649224"/>
                  </a:cubicBezTo>
                  <a:cubicBezTo>
                    <a:pt x="194794" y="649224"/>
                    <a:pt x="216416" y="542544"/>
                    <a:pt x="216416" y="495014"/>
                  </a:cubicBezTo>
                  <a:close/>
                </a:path>
              </a:pathLst>
            </a:custGeom>
            <a:solidFill>
              <a:srgbClr val="FFCEA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06" name="Google Shape;2968;p47">
              <a:extLst>
                <a:ext uri="{FF2B5EF4-FFF2-40B4-BE49-F238E27FC236}">
                  <a16:creationId xmlns:a16="http://schemas.microsoft.com/office/drawing/2014/main" id="{FE116638-EA4B-98A6-E004-3DC21632E98C}"/>
                </a:ext>
              </a:extLst>
            </p:cNvPr>
            <p:cNvSpPr/>
            <p:nvPr/>
          </p:nvSpPr>
          <p:spPr>
            <a:xfrm>
              <a:off x="2743301" y="3964900"/>
              <a:ext cx="236925" cy="409866"/>
            </a:xfrm>
            <a:custGeom>
              <a:avLst/>
              <a:gdLst/>
              <a:ahLst/>
              <a:cxnLst/>
              <a:rect l="l" t="t" r="r" b="b"/>
              <a:pathLst>
                <a:path w="236925" h="409866" extrusionOk="0">
                  <a:moveTo>
                    <a:pt x="195968" y="0"/>
                  </a:moveTo>
                  <a:cubicBezTo>
                    <a:pt x="211399" y="15812"/>
                    <a:pt x="236926" y="63913"/>
                    <a:pt x="236926" y="136684"/>
                  </a:cubicBezTo>
                  <a:cubicBezTo>
                    <a:pt x="236926" y="218599"/>
                    <a:pt x="225020" y="202025"/>
                    <a:pt x="219305" y="292227"/>
                  </a:cubicBezTo>
                  <a:lnTo>
                    <a:pt x="213590" y="382429"/>
                  </a:lnTo>
                  <a:cubicBezTo>
                    <a:pt x="213590" y="382429"/>
                    <a:pt x="90431" y="441198"/>
                    <a:pt x="2611" y="386715"/>
                  </a:cubicBezTo>
                  <a:cubicBezTo>
                    <a:pt x="-5200" y="369665"/>
                    <a:pt x="5564" y="179927"/>
                    <a:pt x="20994" y="112490"/>
                  </a:cubicBezTo>
                  <a:cubicBezTo>
                    <a:pt x="36425" y="45053"/>
                    <a:pt x="46997" y="12002"/>
                    <a:pt x="46997" y="12002"/>
                  </a:cubicBezTo>
                  <a:cubicBezTo>
                    <a:pt x="46997" y="12002"/>
                    <a:pt x="160250" y="42577"/>
                    <a:pt x="195968" y="0"/>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07" name="Google Shape;2969;p47">
              <a:extLst>
                <a:ext uri="{FF2B5EF4-FFF2-40B4-BE49-F238E27FC236}">
                  <a16:creationId xmlns:a16="http://schemas.microsoft.com/office/drawing/2014/main" id="{88F5B8A8-AB65-E093-D128-FF077D634463}"/>
                </a:ext>
              </a:extLst>
            </p:cNvPr>
            <p:cNvSpPr/>
            <p:nvPr/>
          </p:nvSpPr>
          <p:spPr>
            <a:xfrm>
              <a:off x="2790577" y="3522142"/>
              <a:ext cx="160521" cy="258577"/>
            </a:xfrm>
            <a:custGeom>
              <a:avLst/>
              <a:gdLst/>
              <a:ahLst/>
              <a:cxnLst/>
              <a:rect l="l" t="t" r="r" b="b"/>
              <a:pathLst>
                <a:path w="160521" h="258577" extrusionOk="0">
                  <a:moveTo>
                    <a:pt x="150502" y="199966"/>
                  </a:moveTo>
                  <a:cubicBezTo>
                    <a:pt x="119070" y="198061"/>
                    <a:pt x="116022" y="203299"/>
                    <a:pt x="113545" y="192155"/>
                  </a:cubicBezTo>
                  <a:cubicBezTo>
                    <a:pt x="112688" y="188155"/>
                    <a:pt x="110878" y="160532"/>
                    <a:pt x="110878" y="160532"/>
                  </a:cubicBezTo>
                  <a:cubicBezTo>
                    <a:pt x="113780" y="156846"/>
                    <a:pt x="116422" y="152960"/>
                    <a:pt x="118784" y="148912"/>
                  </a:cubicBezTo>
                  <a:cubicBezTo>
                    <a:pt x="140167" y="136015"/>
                    <a:pt x="154268" y="113831"/>
                    <a:pt x="156884" y="88999"/>
                  </a:cubicBezTo>
                  <a:cubicBezTo>
                    <a:pt x="161490" y="44708"/>
                    <a:pt x="129348" y="5065"/>
                    <a:pt x="85065" y="417"/>
                  </a:cubicBezTo>
                  <a:cubicBezTo>
                    <a:pt x="43441" y="-3869"/>
                    <a:pt x="12771" y="25373"/>
                    <a:pt x="4579" y="65568"/>
                  </a:cubicBezTo>
                  <a:cubicBezTo>
                    <a:pt x="198" y="85380"/>
                    <a:pt x="-4374" y="125861"/>
                    <a:pt x="8008" y="158341"/>
                  </a:cubicBezTo>
                  <a:cubicBezTo>
                    <a:pt x="14961" y="176725"/>
                    <a:pt x="21438" y="189583"/>
                    <a:pt x="38012" y="188917"/>
                  </a:cubicBezTo>
                  <a:cubicBezTo>
                    <a:pt x="43543" y="188422"/>
                    <a:pt x="49023" y="187469"/>
                    <a:pt x="54395" y="186059"/>
                  </a:cubicBezTo>
                  <a:cubicBezTo>
                    <a:pt x="55283" y="193679"/>
                    <a:pt x="55602" y="201347"/>
                    <a:pt x="55347" y="209015"/>
                  </a:cubicBezTo>
                  <a:cubicBezTo>
                    <a:pt x="55347" y="217111"/>
                    <a:pt x="56300" y="221111"/>
                    <a:pt x="40488" y="230827"/>
                  </a:cubicBezTo>
                  <a:cubicBezTo>
                    <a:pt x="24677" y="240542"/>
                    <a:pt x="64301" y="260354"/>
                    <a:pt x="90114" y="258449"/>
                  </a:cubicBezTo>
                  <a:cubicBezTo>
                    <a:pt x="115927" y="256544"/>
                    <a:pt x="144883" y="240923"/>
                    <a:pt x="152883" y="224255"/>
                  </a:cubicBezTo>
                  <a:cubicBezTo>
                    <a:pt x="161646" y="205586"/>
                    <a:pt x="165266" y="200823"/>
                    <a:pt x="150502" y="199966"/>
                  </a:cubicBezTo>
                  <a:close/>
                </a:path>
              </a:pathLst>
            </a:custGeom>
            <a:solidFill>
              <a:srgbClr val="FFCEA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08" name="Google Shape;2970;p47">
              <a:extLst>
                <a:ext uri="{FF2B5EF4-FFF2-40B4-BE49-F238E27FC236}">
                  <a16:creationId xmlns:a16="http://schemas.microsoft.com/office/drawing/2014/main" id="{BA1D0534-D011-F363-190D-D78DB3EEC627}"/>
                </a:ext>
              </a:extLst>
            </p:cNvPr>
            <p:cNvSpPr/>
            <p:nvPr/>
          </p:nvSpPr>
          <p:spPr>
            <a:xfrm>
              <a:off x="2954700" y="3752463"/>
              <a:ext cx="61341" cy="108805"/>
            </a:xfrm>
            <a:custGeom>
              <a:avLst/>
              <a:gdLst/>
              <a:ahLst/>
              <a:cxnLst/>
              <a:rect l="l" t="t" r="r" b="b"/>
              <a:pathLst>
                <a:path w="61341" h="108805" extrusionOk="0">
                  <a:moveTo>
                    <a:pt x="9525" y="108806"/>
                  </a:moveTo>
                  <a:cubicBezTo>
                    <a:pt x="9525" y="108806"/>
                    <a:pt x="45053" y="100805"/>
                    <a:pt x="61341" y="84993"/>
                  </a:cubicBezTo>
                  <a:cubicBezTo>
                    <a:pt x="61341" y="84993"/>
                    <a:pt x="40196" y="18318"/>
                    <a:pt x="26670" y="1745"/>
                  </a:cubicBezTo>
                  <a:cubicBezTo>
                    <a:pt x="13144" y="-14829"/>
                    <a:pt x="0" y="92137"/>
                    <a:pt x="0" y="92137"/>
                  </a:cubicBezTo>
                  <a:close/>
                </a:path>
              </a:pathLst>
            </a:custGeom>
            <a:solidFill>
              <a:srgbClr val="EDEDE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09" name="Google Shape;2971;p47">
              <a:extLst>
                <a:ext uri="{FF2B5EF4-FFF2-40B4-BE49-F238E27FC236}">
                  <a16:creationId xmlns:a16="http://schemas.microsoft.com/office/drawing/2014/main" id="{FF87CA11-C8DA-3062-79B3-788758FEE5C6}"/>
                </a:ext>
              </a:extLst>
            </p:cNvPr>
            <p:cNvSpPr/>
            <p:nvPr/>
          </p:nvSpPr>
          <p:spPr>
            <a:xfrm>
              <a:off x="2782487" y="3720882"/>
              <a:ext cx="191546" cy="273865"/>
            </a:xfrm>
            <a:custGeom>
              <a:avLst/>
              <a:gdLst/>
              <a:ahLst/>
              <a:cxnLst/>
              <a:rect l="l" t="t" r="r" b="b"/>
              <a:pathLst>
                <a:path w="191546" h="273865" extrusionOk="0">
                  <a:moveTo>
                    <a:pt x="127349" y="560"/>
                  </a:moveTo>
                  <a:cubicBezTo>
                    <a:pt x="133160" y="7799"/>
                    <a:pt x="133826" y="16847"/>
                    <a:pt x="111443" y="22562"/>
                  </a:cubicBezTo>
                  <a:cubicBezTo>
                    <a:pt x="95161" y="27192"/>
                    <a:pt x="77760" y="25839"/>
                    <a:pt x="62389" y="18753"/>
                  </a:cubicBezTo>
                  <a:cubicBezTo>
                    <a:pt x="44747" y="26210"/>
                    <a:pt x="27792" y="35202"/>
                    <a:pt x="11716" y="45613"/>
                  </a:cubicBezTo>
                  <a:cubicBezTo>
                    <a:pt x="-7334" y="108478"/>
                    <a:pt x="8001" y="116574"/>
                    <a:pt x="0" y="161628"/>
                  </a:cubicBezTo>
                  <a:cubicBezTo>
                    <a:pt x="3143" y="184297"/>
                    <a:pt x="6858" y="242780"/>
                    <a:pt x="7810" y="256020"/>
                  </a:cubicBezTo>
                  <a:cubicBezTo>
                    <a:pt x="50578" y="285929"/>
                    <a:pt x="137350" y="275737"/>
                    <a:pt x="156781" y="244019"/>
                  </a:cubicBezTo>
                  <a:cubicBezTo>
                    <a:pt x="157130" y="233455"/>
                    <a:pt x="158116" y="222930"/>
                    <a:pt x="159734" y="212491"/>
                  </a:cubicBezTo>
                  <a:cubicBezTo>
                    <a:pt x="180118" y="136862"/>
                    <a:pt x="196025" y="117241"/>
                    <a:pt x="190405" y="60091"/>
                  </a:cubicBezTo>
                  <a:cubicBezTo>
                    <a:pt x="187166" y="27515"/>
                    <a:pt x="184595" y="11132"/>
                    <a:pt x="167259" y="2369"/>
                  </a:cubicBezTo>
                  <a:cubicBezTo>
                    <a:pt x="154092" y="26"/>
                    <a:pt x="140675" y="-583"/>
                    <a:pt x="127349" y="560"/>
                  </a:cubicBezTo>
                  <a:close/>
                </a:path>
              </a:pathLst>
            </a:custGeom>
            <a:solidFill>
              <a:srgbClr val="F4F4F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10" name="Google Shape;2972;p47">
              <a:extLst>
                <a:ext uri="{FF2B5EF4-FFF2-40B4-BE49-F238E27FC236}">
                  <a16:creationId xmlns:a16="http://schemas.microsoft.com/office/drawing/2014/main" id="{4B6A0B07-C849-A8A0-E0AA-613D869F15F3}"/>
                </a:ext>
              </a:extLst>
            </p:cNvPr>
            <p:cNvSpPr/>
            <p:nvPr/>
          </p:nvSpPr>
          <p:spPr>
            <a:xfrm>
              <a:off x="2469603" y="3777311"/>
              <a:ext cx="368747" cy="265455"/>
            </a:xfrm>
            <a:custGeom>
              <a:avLst/>
              <a:gdLst/>
              <a:ahLst/>
              <a:cxnLst/>
              <a:rect l="l" t="t" r="r" b="b"/>
              <a:pathLst>
                <a:path w="368747" h="265455" extrusionOk="0">
                  <a:moveTo>
                    <a:pt x="47613" y="190066"/>
                  </a:moveTo>
                  <a:cubicBezTo>
                    <a:pt x="57313" y="192152"/>
                    <a:pt x="66860" y="194885"/>
                    <a:pt x="76188" y="198257"/>
                  </a:cubicBezTo>
                  <a:cubicBezTo>
                    <a:pt x="84940" y="202858"/>
                    <a:pt x="94355" y="206077"/>
                    <a:pt x="104097" y="207782"/>
                  </a:cubicBezTo>
                  <a:cubicBezTo>
                    <a:pt x="114574" y="209402"/>
                    <a:pt x="130957" y="203972"/>
                    <a:pt x="159246" y="190637"/>
                  </a:cubicBezTo>
                  <a:cubicBezTo>
                    <a:pt x="190224" y="174759"/>
                    <a:pt x="218251" y="153690"/>
                    <a:pt x="242114" y="128344"/>
                  </a:cubicBezTo>
                  <a:cubicBezTo>
                    <a:pt x="269228" y="96083"/>
                    <a:pt x="293451" y="61507"/>
                    <a:pt x="314504" y="24998"/>
                  </a:cubicBezTo>
                  <a:cubicBezTo>
                    <a:pt x="326791" y="2614"/>
                    <a:pt x="342317" y="-3006"/>
                    <a:pt x="355842" y="1375"/>
                  </a:cubicBezTo>
                  <a:cubicBezTo>
                    <a:pt x="372035" y="6710"/>
                    <a:pt x="374035" y="22807"/>
                    <a:pt x="355842" y="52906"/>
                  </a:cubicBezTo>
                  <a:cubicBezTo>
                    <a:pt x="332617" y="92225"/>
                    <a:pt x="304799" y="128639"/>
                    <a:pt x="272975" y="161396"/>
                  </a:cubicBezTo>
                  <a:cubicBezTo>
                    <a:pt x="247871" y="186503"/>
                    <a:pt x="218651" y="207115"/>
                    <a:pt x="186583" y="222356"/>
                  </a:cubicBezTo>
                  <a:cubicBezTo>
                    <a:pt x="163712" y="234252"/>
                    <a:pt x="139230" y="242758"/>
                    <a:pt x="113907" y="247597"/>
                  </a:cubicBezTo>
                  <a:cubicBezTo>
                    <a:pt x="105049" y="249502"/>
                    <a:pt x="99048" y="253216"/>
                    <a:pt x="82665" y="258932"/>
                  </a:cubicBezTo>
                  <a:cubicBezTo>
                    <a:pt x="66375" y="264856"/>
                    <a:pt x="48897" y="266790"/>
                    <a:pt x="31707" y="264551"/>
                  </a:cubicBezTo>
                  <a:cubicBezTo>
                    <a:pt x="17514" y="261789"/>
                    <a:pt x="12657" y="258550"/>
                    <a:pt x="12085" y="255026"/>
                  </a:cubicBezTo>
                  <a:cubicBezTo>
                    <a:pt x="11514" y="251502"/>
                    <a:pt x="14371" y="249025"/>
                    <a:pt x="21039" y="249502"/>
                  </a:cubicBezTo>
                  <a:cubicBezTo>
                    <a:pt x="31538" y="251169"/>
                    <a:pt x="42255" y="250912"/>
                    <a:pt x="52662" y="248740"/>
                  </a:cubicBezTo>
                  <a:cubicBezTo>
                    <a:pt x="52662" y="248740"/>
                    <a:pt x="37993" y="248264"/>
                    <a:pt x="29325" y="247216"/>
                  </a:cubicBezTo>
                  <a:cubicBezTo>
                    <a:pt x="21541" y="246368"/>
                    <a:pt x="13911" y="244444"/>
                    <a:pt x="6656" y="241501"/>
                  </a:cubicBezTo>
                  <a:cubicBezTo>
                    <a:pt x="-297" y="238548"/>
                    <a:pt x="-2869" y="227594"/>
                    <a:pt x="4179" y="227975"/>
                  </a:cubicBezTo>
                  <a:cubicBezTo>
                    <a:pt x="11228" y="228356"/>
                    <a:pt x="15990" y="230452"/>
                    <a:pt x="28944" y="231785"/>
                  </a:cubicBezTo>
                  <a:cubicBezTo>
                    <a:pt x="35778" y="232614"/>
                    <a:pt x="42685" y="232614"/>
                    <a:pt x="49518" y="231785"/>
                  </a:cubicBezTo>
                  <a:cubicBezTo>
                    <a:pt x="40949" y="230376"/>
                    <a:pt x="32508" y="228271"/>
                    <a:pt x="24277" y="225499"/>
                  </a:cubicBezTo>
                  <a:cubicBezTo>
                    <a:pt x="17463" y="223689"/>
                    <a:pt x="11333" y="219917"/>
                    <a:pt x="6656" y="214640"/>
                  </a:cubicBezTo>
                  <a:cubicBezTo>
                    <a:pt x="4275" y="211878"/>
                    <a:pt x="4941" y="205115"/>
                    <a:pt x="13228" y="206830"/>
                  </a:cubicBezTo>
                  <a:cubicBezTo>
                    <a:pt x="23208" y="210307"/>
                    <a:pt x="33569" y="212583"/>
                    <a:pt x="44089" y="213592"/>
                  </a:cubicBezTo>
                  <a:cubicBezTo>
                    <a:pt x="54662" y="213592"/>
                    <a:pt x="62187" y="212735"/>
                    <a:pt x="60853" y="211116"/>
                  </a:cubicBezTo>
                  <a:cubicBezTo>
                    <a:pt x="59520" y="209497"/>
                    <a:pt x="53233" y="209687"/>
                    <a:pt x="45232" y="205211"/>
                  </a:cubicBezTo>
                  <a:cubicBezTo>
                    <a:pt x="37231" y="200734"/>
                    <a:pt x="32469" y="192066"/>
                    <a:pt x="35707" y="187875"/>
                  </a:cubicBezTo>
                  <a:cubicBezTo>
                    <a:pt x="38946" y="183684"/>
                    <a:pt x="38946" y="186827"/>
                    <a:pt x="47613" y="190066"/>
                  </a:cubicBezTo>
                  <a:close/>
                </a:path>
              </a:pathLst>
            </a:custGeom>
            <a:solidFill>
              <a:srgbClr val="FFCEA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11" name="Google Shape;2973;p47">
              <a:extLst>
                <a:ext uri="{FF2B5EF4-FFF2-40B4-BE49-F238E27FC236}">
                  <a16:creationId xmlns:a16="http://schemas.microsoft.com/office/drawing/2014/main" id="{44CE33B8-81C2-594A-032C-5E7EE937FFE8}"/>
                </a:ext>
              </a:extLst>
            </p:cNvPr>
            <p:cNvSpPr/>
            <p:nvPr/>
          </p:nvSpPr>
          <p:spPr>
            <a:xfrm>
              <a:off x="2743245" y="3761847"/>
              <a:ext cx="100785" cy="104755"/>
            </a:xfrm>
            <a:custGeom>
              <a:avLst/>
              <a:gdLst/>
              <a:ahLst/>
              <a:cxnLst/>
              <a:rect l="l" t="t" r="r" b="b"/>
              <a:pathLst>
                <a:path w="100785" h="104755" extrusionOk="0">
                  <a:moveTo>
                    <a:pt x="65151" y="104756"/>
                  </a:moveTo>
                  <a:cubicBezTo>
                    <a:pt x="40403" y="101165"/>
                    <a:pt x="17516" y="89554"/>
                    <a:pt x="0" y="71704"/>
                  </a:cubicBezTo>
                  <a:lnTo>
                    <a:pt x="39433" y="17030"/>
                  </a:lnTo>
                  <a:cubicBezTo>
                    <a:pt x="39433" y="17030"/>
                    <a:pt x="61627" y="-10973"/>
                    <a:pt x="90964" y="4838"/>
                  </a:cubicBezTo>
                  <a:cubicBezTo>
                    <a:pt x="90964" y="4838"/>
                    <a:pt x="113062" y="7220"/>
                    <a:pt x="90964" y="53511"/>
                  </a:cubicBezTo>
                  <a:cubicBezTo>
                    <a:pt x="83445" y="71113"/>
                    <a:pt x="74824" y="88230"/>
                    <a:pt x="65151" y="104756"/>
                  </a:cubicBezTo>
                  <a:close/>
                </a:path>
              </a:pathLst>
            </a:custGeom>
            <a:solidFill>
              <a:srgbClr val="EDEDE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12" name="Google Shape;2974;p47">
              <a:extLst>
                <a:ext uri="{FF2B5EF4-FFF2-40B4-BE49-F238E27FC236}">
                  <a16:creationId xmlns:a16="http://schemas.microsoft.com/office/drawing/2014/main" id="{EDEC60AE-50FC-8B2C-82C3-8073D647F5EA}"/>
                </a:ext>
              </a:extLst>
            </p:cNvPr>
            <p:cNvSpPr/>
            <p:nvPr/>
          </p:nvSpPr>
          <p:spPr>
            <a:xfrm>
              <a:off x="2783810" y="3522089"/>
              <a:ext cx="201012" cy="328692"/>
            </a:xfrm>
            <a:custGeom>
              <a:avLst/>
              <a:gdLst/>
              <a:ahLst/>
              <a:cxnLst/>
              <a:rect l="l" t="t" r="r" b="b"/>
              <a:pathLst>
                <a:path w="201012" h="328692" extrusionOk="0">
                  <a:moveTo>
                    <a:pt x="3726" y="41904"/>
                  </a:moveTo>
                  <a:cubicBezTo>
                    <a:pt x="6992" y="22359"/>
                    <a:pt x="25260" y="8995"/>
                    <a:pt x="44874" y="11805"/>
                  </a:cubicBezTo>
                  <a:cubicBezTo>
                    <a:pt x="58646" y="2566"/>
                    <a:pt x="75264" y="-1454"/>
                    <a:pt x="91737" y="470"/>
                  </a:cubicBezTo>
                  <a:cubicBezTo>
                    <a:pt x="129170" y="4376"/>
                    <a:pt x="153649" y="29045"/>
                    <a:pt x="164984" y="66193"/>
                  </a:cubicBezTo>
                  <a:cubicBezTo>
                    <a:pt x="170544" y="84833"/>
                    <a:pt x="174245" y="103978"/>
                    <a:pt x="176033" y="123343"/>
                  </a:cubicBezTo>
                  <a:cubicBezTo>
                    <a:pt x="187272" y="206686"/>
                    <a:pt x="217562" y="272790"/>
                    <a:pt x="189273" y="297555"/>
                  </a:cubicBezTo>
                  <a:cubicBezTo>
                    <a:pt x="160983" y="322320"/>
                    <a:pt x="83450" y="338036"/>
                    <a:pt x="51065" y="322510"/>
                  </a:cubicBezTo>
                  <a:cubicBezTo>
                    <a:pt x="18680" y="306985"/>
                    <a:pt x="77735" y="163348"/>
                    <a:pt x="13632" y="83528"/>
                  </a:cubicBezTo>
                  <a:cubicBezTo>
                    <a:pt x="-1418" y="64574"/>
                    <a:pt x="-2847" y="51334"/>
                    <a:pt x="3726" y="41904"/>
                  </a:cubicBezTo>
                  <a:close/>
                </a:path>
              </a:pathLst>
            </a:custGeom>
            <a:solidFill>
              <a:srgbClr val="CC8B0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13" name="Google Shape;2975;p47">
              <a:extLst>
                <a:ext uri="{FF2B5EF4-FFF2-40B4-BE49-F238E27FC236}">
                  <a16:creationId xmlns:a16="http://schemas.microsoft.com/office/drawing/2014/main" id="{6947A095-19DD-9E4C-39E1-F4C1B7063EC1}"/>
                </a:ext>
              </a:extLst>
            </p:cNvPr>
            <p:cNvSpPr/>
            <p:nvPr/>
          </p:nvSpPr>
          <p:spPr>
            <a:xfrm>
              <a:off x="2011725" y="4252365"/>
              <a:ext cx="432244" cy="249555"/>
            </a:xfrm>
            <a:custGeom>
              <a:avLst/>
              <a:gdLst/>
              <a:ahLst/>
              <a:cxnLst/>
              <a:rect l="l" t="t" r="r" b="b"/>
              <a:pathLst>
                <a:path w="432244" h="249555" extrusionOk="0">
                  <a:moveTo>
                    <a:pt x="432245" y="124778"/>
                  </a:moveTo>
                  <a:cubicBezTo>
                    <a:pt x="432245" y="193690"/>
                    <a:pt x="335483" y="249555"/>
                    <a:pt x="216122" y="249555"/>
                  </a:cubicBezTo>
                  <a:cubicBezTo>
                    <a:pt x="96761" y="249555"/>
                    <a:pt x="0" y="193690"/>
                    <a:pt x="0" y="124778"/>
                  </a:cubicBezTo>
                  <a:cubicBezTo>
                    <a:pt x="0" y="55865"/>
                    <a:pt x="96761" y="0"/>
                    <a:pt x="216122" y="0"/>
                  </a:cubicBezTo>
                  <a:cubicBezTo>
                    <a:pt x="335483" y="0"/>
                    <a:pt x="432245" y="55865"/>
                    <a:pt x="432245" y="124778"/>
                  </a:cubicBezTo>
                  <a:close/>
                </a:path>
              </a:pathLst>
            </a:custGeom>
            <a:solidFill>
              <a:srgbClr val="D6D8E5">
                <a:alpha val="400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14" name="Google Shape;2976;p47">
              <a:extLst>
                <a:ext uri="{FF2B5EF4-FFF2-40B4-BE49-F238E27FC236}">
                  <a16:creationId xmlns:a16="http://schemas.microsoft.com/office/drawing/2014/main" id="{0161BE92-348A-976D-68FA-89987A268F4B}"/>
                </a:ext>
              </a:extLst>
            </p:cNvPr>
            <p:cNvSpPr/>
            <p:nvPr/>
          </p:nvSpPr>
          <p:spPr>
            <a:xfrm>
              <a:off x="2116256" y="4345803"/>
              <a:ext cx="122876" cy="95119"/>
            </a:xfrm>
            <a:custGeom>
              <a:avLst/>
              <a:gdLst/>
              <a:ahLst/>
              <a:cxnLst/>
              <a:rect l="l" t="t" r="r" b="b"/>
              <a:pathLst>
                <a:path w="122876" h="95119" extrusionOk="0">
                  <a:moveTo>
                    <a:pt x="9769" y="2"/>
                  </a:moveTo>
                  <a:cubicBezTo>
                    <a:pt x="24533" y="12004"/>
                    <a:pt x="46250" y="1050"/>
                    <a:pt x="47297" y="2193"/>
                  </a:cubicBezTo>
                  <a:cubicBezTo>
                    <a:pt x="64639" y="18195"/>
                    <a:pt x="82792" y="33302"/>
                    <a:pt x="101685" y="47437"/>
                  </a:cubicBezTo>
                  <a:cubicBezTo>
                    <a:pt x="111210" y="54676"/>
                    <a:pt x="125212" y="64296"/>
                    <a:pt x="122545" y="78202"/>
                  </a:cubicBezTo>
                  <a:cubicBezTo>
                    <a:pt x="117973" y="102967"/>
                    <a:pt x="78254" y="95347"/>
                    <a:pt x="63204" y="87727"/>
                  </a:cubicBezTo>
                  <a:cubicBezTo>
                    <a:pt x="48155" y="80107"/>
                    <a:pt x="35963" y="67630"/>
                    <a:pt x="21770" y="59152"/>
                  </a:cubicBezTo>
                  <a:cubicBezTo>
                    <a:pt x="11674" y="52866"/>
                    <a:pt x="1768" y="49627"/>
                    <a:pt x="149" y="36864"/>
                  </a:cubicBezTo>
                  <a:cubicBezTo>
                    <a:pt x="-1185" y="28768"/>
                    <a:pt x="6816" y="-284"/>
                    <a:pt x="9769" y="2"/>
                  </a:cubicBezTo>
                  <a:close/>
                </a:path>
              </a:pathLst>
            </a:custGeom>
            <a:solidFill>
              <a:srgbClr val="2B2A30"/>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15" name="Google Shape;2977;p47">
              <a:extLst>
                <a:ext uri="{FF2B5EF4-FFF2-40B4-BE49-F238E27FC236}">
                  <a16:creationId xmlns:a16="http://schemas.microsoft.com/office/drawing/2014/main" id="{70EA3BAC-F36D-8C1A-D9FA-2888370E5D31}"/>
                </a:ext>
              </a:extLst>
            </p:cNvPr>
            <p:cNvSpPr/>
            <p:nvPr/>
          </p:nvSpPr>
          <p:spPr>
            <a:xfrm>
              <a:off x="2116272" y="4377142"/>
              <a:ext cx="122242" cy="63751"/>
            </a:xfrm>
            <a:custGeom>
              <a:avLst/>
              <a:gdLst/>
              <a:ahLst/>
              <a:cxnLst/>
              <a:rect l="l" t="t" r="r" b="b"/>
              <a:pathLst>
                <a:path w="122242" h="63751" extrusionOk="0">
                  <a:moveTo>
                    <a:pt x="227" y="0"/>
                  </a:moveTo>
                  <a:cubicBezTo>
                    <a:pt x="2228" y="12192"/>
                    <a:pt x="12038" y="15621"/>
                    <a:pt x="22040" y="21812"/>
                  </a:cubicBezTo>
                  <a:cubicBezTo>
                    <a:pt x="36518" y="30766"/>
                    <a:pt x="49186" y="43720"/>
                    <a:pt x="64140" y="51245"/>
                  </a:cubicBezTo>
                  <a:cubicBezTo>
                    <a:pt x="79094" y="58769"/>
                    <a:pt x="112527" y="65246"/>
                    <a:pt x="122243" y="47530"/>
                  </a:cubicBezTo>
                  <a:cubicBezTo>
                    <a:pt x="117004" y="71438"/>
                    <a:pt x="77951" y="63913"/>
                    <a:pt x="63092" y="56388"/>
                  </a:cubicBezTo>
                  <a:cubicBezTo>
                    <a:pt x="48233" y="48863"/>
                    <a:pt x="35851" y="36290"/>
                    <a:pt x="21659" y="27813"/>
                  </a:cubicBezTo>
                  <a:cubicBezTo>
                    <a:pt x="11562" y="21527"/>
                    <a:pt x="1656" y="18288"/>
                    <a:pt x="37" y="5524"/>
                  </a:cubicBezTo>
                  <a:cubicBezTo>
                    <a:pt x="-49" y="3677"/>
                    <a:pt x="15" y="1829"/>
                    <a:pt x="227" y="0"/>
                  </a:cubicBezTo>
                  <a:close/>
                </a:path>
              </a:pathLst>
            </a:custGeom>
            <a:solidFill>
              <a:srgbClr val="757B8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16" name="Google Shape;2978;p47">
              <a:extLst>
                <a:ext uri="{FF2B5EF4-FFF2-40B4-BE49-F238E27FC236}">
                  <a16:creationId xmlns:a16="http://schemas.microsoft.com/office/drawing/2014/main" id="{57D2A49B-03D1-BFE6-9E82-B79D325E7C01}"/>
                </a:ext>
              </a:extLst>
            </p:cNvPr>
            <p:cNvSpPr/>
            <p:nvPr/>
          </p:nvSpPr>
          <p:spPr>
            <a:xfrm>
              <a:off x="2242069" y="4298215"/>
              <a:ext cx="122771" cy="91654"/>
            </a:xfrm>
            <a:custGeom>
              <a:avLst/>
              <a:gdLst/>
              <a:ahLst/>
              <a:cxnLst/>
              <a:rect l="l" t="t" r="r" b="b"/>
              <a:pathLst>
                <a:path w="122771" h="91654" extrusionOk="0">
                  <a:moveTo>
                    <a:pt x="11400" y="61"/>
                  </a:moveTo>
                  <a:cubicBezTo>
                    <a:pt x="26164" y="12062"/>
                    <a:pt x="51881" y="-987"/>
                    <a:pt x="53024" y="61"/>
                  </a:cubicBezTo>
                  <a:cubicBezTo>
                    <a:pt x="68334" y="15615"/>
                    <a:pt x="84521" y="30274"/>
                    <a:pt x="101507" y="43971"/>
                  </a:cubicBezTo>
                  <a:cubicBezTo>
                    <a:pt x="111032" y="51114"/>
                    <a:pt x="125033" y="60830"/>
                    <a:pt x="122462" y="74737"/>
                  </a:cubicBezTo>
                  <a:cubicBezTo>
                    <a:pt x="117794" y="99502"/>
                    <a:pt x="78075" y="91881"/>
                    <a:pt x="63121" y="84262"/>
                  </a:cubicBezTo>
                  <a:cubicBezTo>
                    <a:pt x="48167" y="76642"/>
                    <a:pt x="35879" y="64069"/>
                    <a:pt x="21687" y="55687"/>
                  </a:cubicBezTo>
                  <a:cubicBezTo>
                    <a:pt x="11591" y="49400"/>
                    <a:pt x="1589" y="46162"/>
                    <a:pt x="65" y="33398"/>
                  </a:cubicBezTo>
                  <a:cubicBezTo>
                    <a:pt x="-887" y="25302"/>
                    <a:pt x="8828" y="-225"/>
                    <a:pt x="11400" y="61"/>
                  </a:cubicBezTo>
                  <a:close/>
                </a:path>
              </a:pathLst>
            </a:custGeom>
            <a:solidFill>
              <a:srgbClr val="2B2A30"/>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17" name="Google Shape;2979;p47">
              <a:extLst>
                <a:ext uri="{FF2B5EF4-FFF2-40B4-BE49-F238E27FC236}">
                  <a16:creationId xmlns:a16="http://schemas.microsoft.com/office/drawing/2014/main" id="{9C513DD6-4507-BA2E-CB26-A0F09B02A8C9}"/>
                </a:ext>
              </a:extLst>
            </p:cNvPr>
            <p:cNvSpPr/>
            <p:nvPr/>
          </p:nvSpPr>
          <p:spPr>
            <a:xfrm>
              <a:off x="2242300" y="4327803"/>
              <a:ext cx="122230" cy="63800"/>
            </a:xfrm>
            <a:custGeom>
              <a:avLst/>
              <a:gdLst/>
              <a:ahLst/>
              <a:cxnLst/>
              <a:rect l="l" t="t" r="r" b="b"/>
              <a:pathLst>
                <a:path w="122230" h="63800" extrusionOk="0">
                  <a:moveTo>
                    <a:pt x="216" y="0"/>
                  </a:moveTo>
                  <a:cubicBezTo>
                    <a:pt x="2216" y="12192"/>
                    <a:pt x="12027" y="15621"/>
                    <a:pt x="22028" y="21812"/>
                  </a:cubicBezTo>
                  <a:cubicBezTo>
                    <a:pt x="36506" y="30766"/>
                    <a:pt x="49174" y="43720"/>
                    <a:pt x="64128" y="51340"/>
                  </a:cubicBezTo>
                  <a:cubicBezTo>
                    <a:pt x="79083" y="58960"/>
                    <a:pt x="112515" y="65246"/>
                    <a:pt x="122231" y="47530"/>
                  </a:cubicBezTo>
                  <a:cubicBezTo>
                    <a:pt x="116992" y="71438"/>
                    <a:pt x="77940" y="64008"/>
                    <a:pt x="63081" y="56483"/>
                  </a:cubicBezTo>
                  <a:cubicBezTo>
                    <a:pt x="48222" y="48958"/>
                    <a:pt x="35934" y="36290"/>
                    <a:pt x="21742" y="27432"/>
                  </a:cubicBezTo>
                  <a:cubicBezTo>
                    <a:pt x="11550" y="21146"/>
                    <a:pt x="1644" y="17907"/>
                    <a:pt x="25" y="5143"/>
                  </a:cubicBezTo>
                  <a:cubicBezTo>
                    <a:pt x="-41" y="3429"/>
                    <a:pt x="23" y="1705"/>
                    <a:pt x="216" y="0"/>
                  </a:cubicBezTo>
                  <a:close/>
                </a:path>
              </a:pathLst>
            </a:custGeom>
            <a:solidFill>
              <a:srgbClr val="757B8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18" name="Google Shape;2980;p47">
              <a:extLst>
                <a:ext uri="{FF2B5EF4-FFF2-40B4-BE49-F238E27FC236}">
                  <a16:creationId xmlns:a16="http://schemas.microsoft.com/office/drawing/2014/main" id="{062483A4-99C8-9646-029E-4574F208D743}"/>
                </a:ext>
              </a:extLst>
            </p:cNvPr>
            <p:cNvSpPr/>
            <p:nvPr/>
          </p:nvSpPr>
          <p:spPr>
            <a:xfrm>
              <a:off x="2122246" y="3749635"/>
              <a:ext cx="211613" cy="606004"/>
            </a:xfrm>
            <a:custGeom>
              <a:avLst/>
              <a:gdLst/>
              <a:ahLst/>
              <a:cxnLst/>
              <a:rect l="l" t="t" r="r" b="b"/>
              <a:pathLst>
                <a:path w="211613" h="606004" extrusionOk="0">
                  <a:moveTo>
                    <a:pt x="2540" y="52483"/>
                  </a:moveTo>
                  <a:cubicBezTo>
                    <a:pt x="3302" y="74771"/>
                    <a:pt x="10160" y="171545"/>
                    <a:pt x="13303" y="222695"/>
                  </a:cubicBezTo>
                  <a:cubicBezTo>
                    <a:pt x="16446" y="273844"/>
                    <a:pt x="17113" y="336995"/>
                    <a:pt x="17113" y="336995"/>
                  </a:cubicBezTo>
                  <a:cubicBezTo>
                    <a:pt x="17113" y="336995"/>
                    <a:pt x="8255" y="374237"/>
                    <a:pt x="2540" y="418147"/>
                  </a:cubicBezTo>
                  <a:cubicBezTo>
                    <a:pt x="-3175" y="462058"/>
                    <a:pt x="2540" y="600361"/>
                    <a:pt x="2540" y="600361"/>
                  </a:cubicBezTo>
                  <a:cubicBezTo>
                    <a:pt x="14124" y="607886"/>
                    <a:pt x="29056" y="607886"/>
                    <a:pt x="40640" y="600361"/>
                  </a:cubicBezTo>
                  <a:cubicBezTo>
                    <a:pt x="40640" y="600361"/>
                    <a:pt x="64262" y="489585"/>
                    <a:pt x="75121" y="439674"/>
                  </a:cubicBezTo>
                  <a:cubicBezTo>
                    <a:pt x="85979" y="389763"/>
                    <a:pt x="87979" y="360997"/>
                    <a:pt x="93599" y="330137"/>
                  </a:cubicBezTo>
                  <a:cubicBezTo>
                    <a:pt x="100457" y="292703"/>
                    <a:pt x="115221" y="118110"/>
                    <a:pt x="115221" y="118110"/>
                  </a:cubicBezTo>
                  <a:lnTo>
                    <a:pt x="121126" y="118110"/>
                  </a:lnTo>
                  <a:lnTo>
                    <a:pt x="136938" y="315182"/>
                  </a:lnTo>
                  <a:cubicBezTo>
                    <a:pt x="132057" y="329717"/>
                    <a:pt x="128705" y="344719"/>
                    <a:pt x="126937" y="359950"/>
                  </a:cubicBezTo>
                  <a:cubicBezTo>
                    <a:pt x="122650" y="392049"/>
                    <a:pt x="131509" y="553593"/>
                    <a:pt x="131509" y="553593"/>
                  </a:cubicBezTo>
                  <a:cubicBezTo>
                    <a:pt x="144340" y="560727"/>
                    <a:pt x="160089" y="560070"/>
                    <a:pt x="172276" y="551879"/>
                  </a:cubicBezTo>
                  <a:cubicBezTo>
                    <a:pt x="172276" y="551879"/>
                    <a:pt x="211614" y="337947"/>
                    <a:pt x="211614" y="305467"/>
                  </a:cubicBezTo>
                  <a:cubicBezTo>
                    <a:pt x="211614" y="283845"/>
                    <a:pt x="207994" y="0"/>
                    <a:pt x="207994" y="0"/>
                  </a:cubicBezTo>
                  <a:close/>
                </a:path>
              </a:pathLst>
            </a:custGeom>
            <a:solidFill>
              <a:srgbClr val="E2616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19" name="Google Shape;2981;p47">
              <a:extLst>
                <a:ext uri="{FF2B5EF4-FFF2-40B4-BE49-F238E27FC236}">
                  <a16:creationId xmlns:a16="http://schemas.microsoft.com/office/drawing/2014/main" id="{34478779-30B1-EAB9-79DA-2AC67CA1E8B6}"/>
                </a:ext>
              </a:extLst>
            </p:cNvPr>
            <p:cNvSpPr/>
            <p:nvPr/>
          </p:nvSpPr>
          <p:spPr>
            <a:xfrm>
              <a:off x="2150411" y="3371683"/>
              <a:ext cx="135319" cy="132132"/>
            </a:xfrm>
            <a:custGeom>
              <a:avLst/>
              <a:gdLst/>
              <a:ahLst/>
              <a:cxnLst/>
              <a:rect l="l" t="t" r="r" b="b"/>
              <a:pathLst>
                <a:path w="135319" h="132132" extrusionOk="0">
                  <a:moveTo>
                    <a:pt x="27811" y="0"/>
                  </a:moveTo>
                  <a:cubicBezTo>
                    <a:pt x="27811" y="0"/>
                    <a:pt x="30287" y="48578"/>
                    <a:pt x="29239" y="52864"/>
                  </a:cubicBezTo>
                  <a:cubicBezTo>
                    <a:pt x="28192" y="57150"/>
                    <a:pt x="6951" y="71342"/>
                    <a:pt x="664" y="76486"/>
                  </a:cubicBezTo>
                  <a:cubicBezTo>
                    <a:pt x="-5622" y="81629"/>
                    <a:pt x="34288" y="120491"/>
                    <a:pt x="53623" y="130016"/>
                  </a:cubicBezTo>
                  <a:cubicBezTo>
                    <a:pt x="72959" y="139541"/>
                    <a:pt x="134205" y="115538"/>
                    <a:pt x="135253" y="85439"/>
                  </a:cubicBezTo>
                  <a:cubicBezTo>
                    <a:pt x="136300" y="55340"/>
                    <a:pt x="124775" y="30099"/>
                    <a:pt x="115441" y="28765"/>
                  </a:cubicBezTo>
                  <a:cubicBezTo>
                    <a:pt x="106106" y="27432"/>
                    <a:pt x="27811" y="0"/>
                    <a:pt x="27811" y="0"/>
                  </a:cubicBezTo>
                  <a:close/>
                </a:path>
              </a:pathLst>
            </a:custGeom>
            <a:solidFill>
              <a:srgbClr val="9C6448"/>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20" name="Google Shape;2982;p47">
              <a:extLst>
                <a:ext uri="{FF2B5EF4-FFF2-40B4-BE49-F238E27FC236}">
                  <a16:creationId xmlns:a16="http://schemas.microsoft.com/office/drawing/2014/main" id="{A5F65B52-8D1C-6C21-AF3D-8F7444FF94D4}"/>
                </a:ext>
              </a:extLst>
            </p:cNvPr>
            <p:cNvSpPr/>
            <p:nvPr/>
          </p:nvSpPr>
          <p:spPr>
            <a:xfrm>
              <a:off x="2307535" y="3402925"/>
              <a:ext cx="192267" cy="377666"/>
            </a:xfrm>
            <a:custGeom>
              <a:avLst/>
              <a:gdLst/>
              <a:ahLst/>
              <a:cxnLst/>
              <a:rect l="l" t="t" r="r" b="b"/>
              <a:pathLst>
                <a:path w="192267" h="377666" extrusionOk="0">
                  <a:moveTo>
                    <a:pt x="3655" y="58864"/>
                  </a:moveTo>
                  <a:cubicBezTo>
                    <a:pt x="6513" y="37433"/>
                    <a:pt x="-7584" y="17050"/>
                    <a:pt x="6037" y="0"/>
                  </a:cubicBezTo>
                  <a:cubicBezTo>
                    <a:pt x="53662" y="47054"/>
                    <a:pt x="47947" y="171450"/>
                    <a:pt x="58805" y="250984"/>
                  </a:cubicBezTo>
                  <a:cubicBezTo>
                    <a:pt x="94429" y="288131"/>
                    <a:pt x="165961" y="324803"/>
                    <a:pt x="186059" y="333851"/>
                  </a:cubicBezTo>
                  <a:cubicBezTo>
                    <a:pt x="189679" y="335566"/>
                    <a:pt x="192917" y="337375"/>
                    <a:pt x="192155" y="341281"/>
                  </a:cubicBezTo>
                  <a:cubicBezTo>
                    <a:pt x="189461" y="354530"/>
                    <a:pt x="183757" y="366979"/>
                    <a:pt x="175486" y="377666"/>
                  </a:cubicBezTo>
                  <a:cubicBezTo>
                    <a:pt x="127861" y="357283"/>
                    <a:pt x="94048" y="345567"/>
                    <a:pt x="34897" y="289370"/>
                  </a:cubicBezTo>
                  <a:cubicBezTo>
                    <a:pt x="29295" y="283293"/>
                    <a:pt x="24287" y="276692"/>
                    <a:pt x="19943" y="269653"/>
                  </a:cubicBezTo>
                  <a:cubicBezTo>
                    <a:pt x="3084" y="218980"/>
                    <a:pt x="-1202" y="95821"/>
                    <a:pt x="3655" y="58864"/>
                  </a:cubicBezTo>
                  <a:close/>
                </a:path>
              </a:pathLst>
            </a:custGeom>
            <a:solidFill>
              <a:srgbClr val="9C6448"/>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21" name="Google Shape;2983;p47">
              <a:extLst>
                <a:ext uri="{FF2B5EF4-FFF2-40B4-BE49-F238E27FC236}">
                  <a16:creationId xmlns:a16="http://schemas.microsoft.com/office/drawing/2014/main" id="{3F473FA6-35E4-F9FD-2290-19FAD2429859}"/>
                </a:ext>
              </a:extLst>
            </p:cNvPr>
            <p:cNvSpPr/>
            <p:nvPr/>
          </p:nvSpPr>
          <p:spPr>
            <a:xfrm>
              <a:off x="2114600" y="3389774"/>
              <a:ext cx="219367" cy="442443"/>
            </a:xfrm>
            <a:custGeom>
              <a:avLst/>
              <a:gdLst/>
              <a:ahLst/>
              <a:cxnLst/>
              <a:rect l="l" t="t" r="r" b="b"/>
              <a:pathLst>
                <a:path w="219367" h="442443" extrusionOk="0">
                  <a:moveTo>
                    <a:pt x="58192" y="43155"/>
                  </a:moveTo>
                  <a:cubicBezTo>
                    <a:pt x="58192" y="43155"/>
                    <a:pt x="93434" y="95638"/>
                    <a:pt x="142583" y="100305"/>
                  </a:cubicBezTo>
                  <a:cubicBezTo>
                    <a:pt x="158109" y="85065"/>
                    <a:pt x="159443" y="30678"/>
                    <a:pt x="138011" y="13247"/>
                  </a:cubicBezTo>
                  <a:cubicBezTo>
                    <a:pt x="138011" y="13247"/>
                    <a:pt x="157728" y="-2660"/>
                    <a:pt x="171254" y="388"/>
                  </a:cubicBezTo>
                  <a:cubicBezTo>
                    <a:pt x="185905" y="9218"/>
                    <a:pt x="196816" y="23115"/>
                    <a:pt x="201924" y="39441"/>
                  </a:cubicBezTo>
                  <a:cubicBezTo>
                    <a:pt x="214382" y="75569"/>
                    <a:pt x="220254" y="113631"/>
                    <a:pt x="219260" y="151836"/>
                  </a:cubicBezTo>
                  <a:cubicBezTo>
                    <a:pt x="218402" y="203366"/>
                    <a:pt x="219260" y="360814"/>
                    <a:pt x="219260" y="360814"/>
                  </a:cubicBezTo>
                  <a:cubicBezTo>
                    <a:pt x="219260" y="360814"/>
                    <a:pt x="212402" y="394056"/>
                    <a:pt x="167920" y="418821"/>
                  </a:cubicBezTo>
                  <a:cubicBezTo>
                    <a:pt x="123438" y="443586"/>
                    <a:pt x="90386" y="446063"/>
                    <a:pt x="60192" y="439014"/>
                  </a:cubicBezTo>
                  <a:cubicBezTo>
                    <a:pt x="35332" y="433204"/>
                    <a:pt x="14758" y="424441"/>
                    <a:pt x="6185" y="406439"/>
                  </a:cubicBezTo>
                  <a:cubicBezTo>
                    <a:pt x="8471" y="370244"/>
                    <a:pt x="24569" y="276042"/>
                    <a:pt x="18568" y="230607"/>
                  </a:cubicBezTo>
                  <a:cubicBezTo>
                    <a:pt x="12567" y="185173"/>
                    <a:pt x="2947" y="151359"/>
                    <a:pt x="470" y="114593"/>
                  </a:cubicBezTo>
                  <a:cubicBezTo>
                    <a:pt x="-2006" y="77826"/>
                    <a:pt x="5233" y="78588"/>
                    <a:pt x="23711" y="65539"/>
                  </a:cubicBezTo>
                  <a:cubicBezTo>
                    <a:pt x="34645" y="57252"/>
                    <a:pt x="46169" y="49766"/>
                    <a:pt x="58192" y="43155"/>
                  </a:cubicBezTo>
                  <a:close/>
                </a:path>
              </a:pathLst>
            </a:custGeom>
            <a:solidFill>
              <a:srgbClr val="F4F4F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22" name="Google Shape;2984;p47">
              <a:extLst>
                <a:ext uri="{FF2B5EF4-FFF2-40B4-BE49-F238E27FC236}">
                  <a16:creationId xmlns:a16="http://schemas.microsoft.com/office/drawing/2014/main" id="{031EB651-165F-76B8-725F-8B90C33C0B82}"/>
                </a:ext>
              </a:extLst>
            </p:cNvPr>
            <p:cNvSpPr/>
            <p:nvPr/>
          </p:nvSpPr>
          <p:spPr>
            <a:xfrm>
              <a:off x="2145213" y="3235029"/>
              <a:ext cx="146094" cy="177613"/>
            </a:xfrm>
            <a:custGeom>
              <a:avLst/>
              <a:gdLst/>
              <a:ahLst/>
              <a:cxnLst/>
              <a:rect l="l" t="t" r="r" b="b"/>
              <a:pathLst>
                <a:path w="146094" h="177613" extrusionOk="0">
                  <a:moveTo>
                    <a:pt x="142737" y="64264"/>
                  </a:moveTo>
                  <a:lnTo>
                    <a:pt x="142737" y="64264"/>
                  </a:lnTo>
                  <a:cubicBezTo>
                    <a:pt x="136926" y="26164"/>
                    <a:pt x="109780" y="-2411"/>
                    <a:pt x="70823" y="161"/>
                  </a:cubicBezTo>
                  <a:cubicBezTo>
                    <a:pt x="29585" y="2342"/>
                    <a:pt x="-2076" y="37537"/>
                    <a:pt x="106" y="78780"/>
                  </a:cubicBezTo>
                  <a:cubicBezTo>
                    <a:pt x="1341" y="102107"/>
                    <a:pt x="13407" y="123519"/>
                    <a:pt x="32723" y="136654"/>
                  </a:cubicBezTo>
                  <a:cubicBezTo>
                    <a:pt x="34067" y="142360"/>
                    <a:pt x="36081" y="147894"/>
                    <a:pt x="38724" y="153132"/>
                  </a:cubicBezTo>
                  <a:cubicBezTo>
                    <a:pt x="52440" y="169230"/>
                    <a:pt x="94064" y="179136"/>
                    <a:pt x="105970" y="177421"/>
                  </a:cubicBezTo>
                  <a:cubicBezTo>
                    <a:pt x="120536" y="176269"/>
                    <a:pt x="132921" y="166334"/>
                    <a:pt x="137212" y="152370"/>
                  </a:cubicBezTo>
                  <a:cubicBezTo>
                    <a:pt x="150166" y="122462"/>
                    <a:pt x="146070" y="82838"/>
                    <a:pt x="142737" y="64264"/>
                  </a:cubicBezTo>
                  <a:close/>
                </a:path>
              </a:pathLst>
            </a:custGeom>
            <a:solidFill>
              <a:srgbClr val="9C6448"/>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23" name="Google Shape;2985;p47">
              <a:extLst>
                <a:ext uri="{FF2B5EF4-FFF2-40B4-BE49-F238E27FC236}">
                  <a16:creationId xmlns:a16="http://schemas.microsoft.com/office/drawing/2014/main" id="{9AC21015-7D6A-781A-CF53-8A5B9D11159B}"/>
                </a:ext>
              </a:extLst>
            </p:cNvPr>
            <p:cNvSpPr/>
            <p:nvPr/>
          </p:nvSpPr>
          <p:spPr>
            <a:xfrm>
              <a:off x="2131725" y="3219615"/>
              <a:ext cx="154031" cy="152067"/>
            </a:xfrm>
            <a:custGeom>
              <a:avLst/>
              <a:gdLst/>
              <a:ahLst/>
              <a:cxnLst/>
              <a:rect l="l" t="t" r="r" b="b"/>
              <a:pathLst>
                <a:path w="154031" h="152067" extrusionOk="0">
                  <a:moveTo>
                    <a:pt x="46496" y="152068"/>
                  </a:moveTo>
                  <a:lnTo>
                    <a:pt x="46496" y="152068"/>
                  </a:lnTo>
                  <a:lnTo>
                    <a:pt x="50021" y="119112"/>
                  </a:lnTo>
                  <a:cubicBezTo>
                    <a:pt x="50021" y="119112"/>
                    <a:pt x="22874" y="49579"/>
                    <a:pt x="86692" y="63009"/>
                  </a:cubicBezTo>
                  <a:cubicBezTo>
                    <a:pt x="128602" y="71867"/>
                    <a:pt x="139079" y="75677"/>
                    <a:pt x="151843" y="47579"/>
                  </a:cubicBezTo>
                  <a:cubicBezTo>
                    <a:pt x="164606" y="19480"/>
                    <a:pt x="119648" y="-5857"/>
                    <a:pt x="66118" y="1192"/>
                  </a:cubicBezTo>
                  <a:cubicBezTo>
                    <a:pt x="27984" y="5192"/>
                    <a:pt x="-739" y="37720"/>
                    <a:pt x="14" y="76058"/>
                  </a:cubicBezTo>
                  <a:cubicBezTo>
                    <a:pt x="1538" y="96632"/>
                    <a:pt x="7063" y="138542"/>
                    <a:pt x="46496" y="152068"/>
                  </a:cubicBezTo>
                  <a:close/>
                </a:path>
              </a:pathLst>
            </a:custGeom>
            <a:solidFill>
              <a:srgbClr val="2B2A30"/>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24" name="Google Shape;2986;p47">
              <a:extLst>
                <a:ext uri="{FF2B5EF4-FFF2-40B4-BE49-F238E27FC236}">
                  <a16:creationId xmlns:a16="http://schemas.microsoft.com/office/drawing/2014/main" id="{366D1BAA-624E-8A19-D6FF-D4572B788F40}"/>
                </a:ext>
              </a:extLst>
            </p:cNvPr>
            <p:cNvSpPr/>
            <p:nvPr/>
          </p:nvSpPr>
          <p:spPr>
            <a:xfrm>
              <a:off x="2103052" y="3477411"/>
              <a:ext cx="196972" cy="338613"/>
            </a:xfrm>
            <a:custGeom>
              <a:avLst/>
              <a:gdLst/>
              <a:ahLst/>
              <a:cxnLst/>
              <a:rect l="l" t="t" r="r" b="b"/>
              <a:pathLst>
                <a:path w="196972" h="338613" extrusionOk="0">
                  <a:moveTo>
                    <a:pt x="780" y="5239"/>
                  </a:moveTo>
                  <a:cubicBezTo>
                    <a:pt x="19163" y="0"/>
                    <a:pt x="5161" y="4286"/>
                    <a:pt x="19163" y="0"/>
                  </a:cubicBezTo>
                  <a:cubicBezTo>
                    <a:pt x="66788" y="46958"/>
                    <a:pt x="61168" y="127540"/>
                    <a:pt x="72027" y="207073"/>
                  </a:cubicBezTo>
                  <a:cubicBezTo>
                    <a:pt x="98506" y="250984"/>
                    <a:pt x="196709" y="310039"/>
                    <a:pt x="196709" y="310039"/>
                  </a:cubicBezTo>
                  <a:cubicBezTo>
                    <a:pt x="197947" y="318516"/>
                    <a:pt x="194994" y="320992"/>
                    <a:pt x="184326" y="338614"/>
                  </a:cubicBezTo>
                  <a:cubicBezTo>
                    <a:pt x="129661" y="317649"/>
                    <a:pt x="79941" y="285579"/>
                    <a:pt x="38308" y="244411"/>
                  </a:cubicBezTo>
                  <a:cubicBezTo>
                    <a:pt x="35927" y="242221"/>
                    <a:pt x="32498" y="241554"/>
                    <a:pt x="31545" y="238601"/>
                  </a:cubicBezTo>
                  <a:cubicBezTo>
                    <a:pt x="14686" y="187547"/>
                    <a:pt x="-4078" y="42291"/>
                    <a:pt x="780" y="5239"/>
                  </a:cubicBezTo>
                  <a:close/>
                </a:path>
              </a:pathLst>
            </a:custGeom>
            <a:solidFill>
              <a:srgbClr val="9C6448"/>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25" name="Google Shape;2987;p47">
              <a:extLst>
                <a:ext uri="{FF2B5EF4-FFF2-40B4-BE49-F238E27FC236}">
                  <a16:creationId xmlns:a16="http://schemas.microsoft.com/office/drawing/2014/main" id="{87273893-30C6-C988-ABEE-3A151F6A7408}"/>
                </a:ext>
              </a:extLst>
            </p:cNvPr>
            <p:cNvSpPr/>
            <p:nvPr/>
          </p:nvSpPr>
          <p:spPr>
            <a:xfrm>
              <a:off x="2312810" y="3580852"/>
              <a:ext cx="228028" cy="306609"/>
            </a:xfrm>
            <a:custGeom>
              <a:avLst/>
              <a:gdLst/>
              <a:ahLst/>
              <a:cxnLst/>
              <a:rect l="l" t="t" r="r" b="b"/>
              <a:pathLst>
                <a:path w="228028" h="306609" extrusionOk="0">
                  <a:moveTo>
                    <a:pt x="228028" y="0"/>
                  </a:moveTo>
                  <a:lnTo>
                    <a:pt x="156686" y="244030"/>
                  </a:lnTo>
                  <a:lnTo>
                    <a:pt x="0" y="306610"/>
                  </a:lnTo>
                  <a:lnTo>
                    <a:pt x="57150" y="68866"/>
                  </a:lnTo>
                  <a:lnTo>
                    <a:pt x="228028" y="0"/>
                  </a:lnTo>
                  <a:close/>
                </a:path>
              </a:pathLst>
            </a:custGeom>
            <a:solidFill>
              <a:srgbClr val="F4F4F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26" name="Google Shape;2988;p47">
              <a:extLst>
                <a:ext uri="{FF2B5EF4-FFF2-40B4-BE49-F238E27FC236}">
                  <a16:creationId xmlns:a16="http://schemas.microsoft.com/office/drawing/2014/main" id="{8E6CADA2-D453-DEA1-326D-C836CC40FD47}"/>
                </a:ext>
              </a:extLst>
            </p:cNvPr>
            <p:cNvSpPr/>
            <p:nvPr/>
          </p:nvSpPr>
          <p:spPr>
            <a:xfrm>
              <a:off x="2273486" y="3773067"/>
              <a:ext cx="115992" cy="56976"/>
            </a:xfrm>
            <a:custGeom>
              <a:avLst/>
              <a:gdLst/>
              <a:ahLst/>
              <a:cxnLst/>
              <a:rect l="l" t="t" r="r" b="b"/>
              <a:pathLst>
                <a:path w="115992" h="56976" extrusionOk="0">
                  <a:moveTo>
                    <a:pt x="1604" y="16383"/>
                  </a:moveTo>
                  <a:cubicBezTo>
                    <a:pt x="3890" y="8001"/>
                    <a:pt x="9891" y="10096"/>
                    <a:pt x="16749" y="12192"/>
                  </a:cubicBezTo>
                  <a:cubicBezTo>
                    <a:pt x="24087" y="15173"/>
                    <a:pt x="32154" y="15869"/>
                    <a:pt x="39895" y="14192"/>
                  </a:cubicBezTo>
                  <a:cubicBezTo>
                    <a:pt x="45919" y="11240"/>
                    <a:pt x="51497" y="7458"/>
                    <a:pt x="56468" y="2953"/>
                  </a:cubicBezTo>
                  <a:cubicBezTo>
                    <a:pt x="59631" y="1038"/>
                    <a:pt x="63251" y="19"/>
                    <a:pt x="66946" y="0"/>
                  </a:cubicBezTo>
                  <a:cubicBezTo>
                    <a:pt x="66946" y="2096"/>
                    <a:pt x="63326" y="14478"/>
                    <a:pt x="63326" y="14478"/>
                  </a:cubicBezTo>
                  <a:cubicBezTo>
                    <a:pt x="63326" y="14478"/>
                    <a:pt x="97712" y="14478"/>
                    <a:pt x="101426" y="14478"/>
                  </a:cubicBezTo>
                  <a:cubicBezTo>
                    <a:pt x="104583" y="13907"/>
                    <a:pt x="107609" y="15993"/>
                    <a:pt x="108184" y="19155"/>
                  </a:cubicBezTo>
                  <a:cubicBezTo>
                    <a:pt x="108501" y="20889"/>
                    <a:pt x="108012" y="22670"/>
                    <a:pt x="106856" y="24003"/>
                  </a:cubicBezTo>
                  <a:lnTo>
                    <a:pt x="109237" y="24003"/>
                  </a:lnTo>
                  <a:cubicBezTo>
                    <a:pt x="116190" y="22479"/>
                    <a:pt x="118762" y="33528"/>
                    <a:pt x="112190" y="34862"/>
                  </a:cubicBezTo>
                  <a:lnTo>
                    <a:pt x="106475" y="35719"/>
                  </a:lnTo>
                  <a:cubicBezTo>
                    <a:pt x="111047" y="37529"/>
                    <a:pt x="112190" y="45244"/>
                    <a:pt x="106475" y="46196"/>
                  </a:cubicBezTo>
                  <a:lnTo>
                    <a:pt x="104665" y="46196"/>
                  </a:lnTo>
                  <a:cubicBezTo>
                    <a:pt x="103845" y="46339"/>
                    <a:pt x="103009" y="46339"/>
                    <a:pt x="102188" y="46196"/>
                  </a:cubicBezTo>
                  <a:lnTo>
                    <a:pt x="100188" y="46196"/>
                  </a:lnTo>
                  <a:cubicBezTo>
                    <a:pt x="100896" y="49435"/>
                    <a:pt x="98845" y="52635"/>
                    <a:pt x="95608" y="53340"/>
                  </a:cubicBezTo>
                  <a:cubicBezTo>
                    <a:pt x="95421" y="53378"/>
                    <a:pt x="95233" y="53416"/>
                    <a:pt x="95045" y="53435"/>
                  </a:cubicBezTo>
                  <a:cubicBezTo>
                    <a:pt x="78281" y="55626"/>
                    <a:pt x="53611" y="62294"/>
                    <a:pt x="38466" y="48482"/>
                  </a:cubicBezTo>
                  <a:cubicBezTo>
                    <a:pt x="27950" y="47473"/>
                    <a:pt x="17678" y="44710"/>
                    <a:pt x="8081" y="40291"/>
                  </a:cubicBezTo>
                  <a:cubicBezTo>
                    <a:pt x="-967" y="35719"/>
                    <a:pt x="-1253" y="26289"/>
                    <a:pt x="1604" y="16383"/>
                  </a:cubicBezTo>
                  <a:close/>
                </a:path>
              </a:pathLst>
            </a:custGeom>
            <a:solidFill>
              <a:srgbClr val="9C6448"/>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27" name="Google Shape;2989;p47">
              <a:extLst>
                <a:ext uri="{FF2B5EF4-FFF2-40B4-BE49-F238E27FC236}">
                  <a16:creationId xmlns:a16="http://schemas.microsoft.com/office/drawing/2014/main" id="{81C5F16B-D717-98AC-BA18-2B3A68D4DD8A}"/>
                </a:ext>
              </a:extLst>
            </p:cNvPr>
            <p:cNvSpPr/>
            <p:nvPr/>
          </p:nvSpPr>
          <p:spPr>
            <a:xfrm>
              <a:off x="2440714" y="3737029"/>
              <a:ext cx="71478" cy="59099"/>
            </a:xfrm>
            <a:custGeom>
              <a:avLst/>
              <a:gdLst/>
              <a:ahLst/>
              <a:cxnLst/>
              <a:rect l="l" t="t" r="r" b="b"/>
              <a:pathLst>
                <a:path w="71478" h="59099" extrusionOk="0">
                  <a:moveTo>
                    <a:pt x="5636" y="32418"/>
                  </a:moveTo>
                  <a:lnTo>
                    <a:pt x="8018" y="32418"/>
                  </a:lnTo>
                  <a:cubicBezTo>
                    <a:pt x="5440" y="30599"/>
                    <a:pt x="4827" y="27027"/>
                    <a:pt x="6648" y="24455"/>
                  </a:cubicBezTo>
                  <a:cubicBezTo>
                    <a:pt x="7726" y="22922"/>
                    <a:pt x="9482" y="22026"/>
                    <a:pt x="11351" y="22036"/>
                  </a:cubicBezTo>
                  <a:cubicBezTo>
                    <a:pt x="14876" y="22036"/>
                    <a:pt x="50213" y="14606"/>
                    <a:pt x="50213" y="14606"/>
                  </a:cubicBezTo>
                  <a:lnTo>
                    <a:pt x="54500" y="128"/>
                  </a:lnTo>
                  <a:cubicBezTo>
                    <a:pt x="54500" y="-729"/>
                    <a:pt x="60596" y="2986"/>
                    <a:pt x="60786" y="3176"/>
                  </a:cubicBezTo>
                  <a:cubicBezTo>
                    <a:pt x="66872" y="7091"/>
                    <a:pt x="70809" y="13597"/>
                    <a:pt x="71454" y="20798"/>
                  </a:cubicBezTo>
                  <a:cubicBezTo>
                    <a:pt x="71818" y="30903"/>
                    <a:pt x="68152" y="40733"/>
                    <a:pt x="61262" y="48134"/>
                  </a:cubicBezTo>
                  <a:cubicBezTo>
                    <a:pt x="54984" y="54364"/>
                    <a:pt x="46575" y="57974"/>
                    <a:pt x="37736" y="58231"/>
                  </a:cubicBezTo>
                  <a:cubicBezTo>
                    <a:pt x="33449" y="58231"/>
                    <a:pt x="29354" y="58707"/>
                    <a:pt x="25639" y="59088"/>
                  </a:cubicBezTo>
                  <a:cubicBezTo>
                    <a:pt x="22226" y="59298"/>
                    <a:pt x="19289" y="56707"/>
                    <a:pt x="19078" y="53287"/>
                  </a:cubicBezTo>
                  <a:cubicBezTo>
                    <a:pt x="19071" y="53192"/>
                    <a:pt x="19068" y="53087"/>
                    <a:pt x="19067" y="52992"/>
                  </a:cubicBezTo>
                  <a:lnTo>
                    <a:pt x="17924" y="52992"/>
                  </a:lnTo>
                  <a:cubicBezTo>
                    <a:pt x="17115" y="53221"/>
                    <a:pt x="16256" y="53221"/>
                    <a:pt x="15447" y="52992"/>
                  </a:cubicBezTo>
                  <a:lnTo>
                    <a:pt x="13637" y="52992"/>
                  </a:lnTo>
                  <a:cubicBezTo>
                    <a:pt x="7637" y="52992"/>
                    <a:pt x="7160" y="45562"/>
                    <a:pt x="11256" y="42895"/>
                  </a:cubicBezTo>
                  <a:lnTo>
                    <a:pt x="5446" y="42895"/>
                  </a:lnTo>
                  <a:cubicBezTo>
                    <a:pt x="-2174" y="43562"/>
                    <a:pt x="-1507" y="32323"/>
                    <a:pt x="5636" y="32418"/>
                  </a:cubicBezTo>
                  <a:close/>
                </a:path>
              </a:pathLst>
            </a:custGeom>
            <a:solidFill>
              <a:srgbClr val="9C6448"/>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28" name="Google Shape;2990;p47">
              <a:extLst>
                <a:ext uri="{FF2B5EF4-FFF2-40B4-BE49-F238E27FC236}">
                  <a16:creationId xmlns:a16="http://schemas.microsoft.com/office/drawing/2014/main" id="{34BDFF6B-909A-2E98-246F-31AC81834950}"/>
                </a:ext>
              </a:extLst>
            </p:cNvPr>
            <p:cNvSpPr/>
            <p:nvPr/>
          </p:nvSpPr>
          <p:spPr>
            <a:xfrm>
              <a:off x="2285854" y="3390448"/>
              <a:ext cx="70866" cy="103155"/>
            </a:xfrm>
            <a:custGeom>
              <a:avLst/>
              <a:gdLst/>
              <a:ahLst/>
              <a:cxnLst/>
              <a:rect l="l" t="t" r="r" b="b"/>
              <a:pathLst>
                <a:path w="70866" h="103155" extrusionOk="0">
                  <a:moveTo>
                    <a:pt x="45339" y="103156"/>
                  </a:moveTo>
                  <a:cubicBezTo>
                    <a:pt x="54990" y="102718"/>
                    <a:pt x="64114" y="98631"/>
                    <a:pt x="70866" y="91726"/>
                  </a:cubicBezTo>
                  <a:cubicBezTo>
                    <a:pt x="69533" y="73628"/>
                    <a:pt x="46482" y="5143"/>
                    <a:pt x="0" y="0"/>
                  </a:cubicBezTo>
                  <a:cubicBezTo>
                    <a:pt x="12463" y="8944"/>
                    <a:pt x="22324" y="21041"/>
                    <a:pt x="28575" y="35052"/>
                  </a:cubicBezTo>
                  <a:cubicBezTo>
                    <a:pt x="35880" y="57293"/>
                    <a:pt x="41484" y="80067"/>
                    <a:pt x="45339" y="103156"/>
                  </a:cubicBezTo>
                  <a:close/>
                </a:path>
              </a:pathLst>
            </a:custGeom>
            <a:solidFill>
              <a:srgbClr val="EDEDE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29" name="Google Shape;2991;p47">
              <a:extLst>
                <a:ext uri="{FF2B5EF4-FFF2-40B4-BE49-F238E27FC236}">
                  <a16:creationId xmlns:a16="http://schemas.microsoft.com/office/drawing/2014/main" id="{0576D204-5499-5D7B-3251-EF827349B270}"/>
                </a:ext>
              </a:extLst>
            </p:cNvPr>
            <p:cNvSpPr/>
            <p:nvPr/>
          </p:nvSpPr>
          <p:spPr>
            <a:xfrm>
              <a:off x="2088637" y="3460502"/>
              <a:ext cx="85975" cy="128318"/>
            </a:xfrm>
            <a:custGeom>
              <a:avLst/>
              <a:gdLst/>
              <a:ahLst/>
              <a:cxnLst/>
              <a:rect l="l" t="t" r="r" b="b"/>
              <a:pathLst>
                <a:path w="85975" h="128318" extrusionOk="0">
                  <a:moveTo>
                    <a:pt x="6812" y="123589"/>
                  </a:moveTo>
                  <a:cubicBezTo>
                    <a:pt x="6812" y="123589"/>
                    <a:pt x="53008" y="139590"/>
                    <a:pt x="85584" y="112730"/>
                  </a:cubicBezTo>
                  <a:cubicBezTo>
                    <a:pt x="89203" y="106634"/>
                    <a:pt x="66534" y="27957"/>
                    <a:pt x="66534" y="27957"/>
                  </a:cubicBezTo>
                  <a:cubicBezTo>
                    <a:pt x="66534" y="27957"/>
                    <a:pt x="47484" y="-12238"/>
                    <a:pt x="16813" y="3764"/>
                  </a:cubicBezTo>
                  <a:cubicBezTo>
                    <a:pt x="-13857" y="19766"/>
                    <a:pt x="6812" y="123589"/>
                    <a:pt x="6812" y="123589"/>
                  </a:cubicBezTo>
                  <a:close/>
                </a:path>
              </a:pathLst>
            </a:custGeom>
            <a:solidFill>
              <a:srgbClr val="EDEDE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30" name="Google Shape;2992;p47">
              <a:extLst>
                <a:ext uri="{FF2B5EF4-FFF2-40B4-BE49-F238E27FC236}">
                  <a16:creationId xmlns:a16="http://schemas.microsoft.com/office/drawing/2014/main" id="{2CF22BFD-B0A5-9BDD-E010-179245767485}"/>
                </a:ext>
              </a:extLst>
            </p:cNvPr>
            <p:cNvSpPr/>
            <p:nvPr/>
          </p:nvSpPr>
          <p:spPr>
            <a:xfrm>
              <a:off x="4813163" y="609565"/>
              <a:ext cx="169617" cy="333215"/>
            </a:xfrm>
            <a:custGeom>
              <a:avLst/>
              <a:gdLst/>
              <a:ahLst/>
              <a:cxnLst/>
              <a:rect l="l" t="t" r="r" b="b"/>
              <a:pathLst>
                <a:path w="169617" h="333215" extrusionOk="0">
                  <a:moveTo>
                    <a:pt x="97114" y="257806"/>
                  </a:moveTo>
                  <a:cubicBezTo>
                    <a:pt x="82065" y="284512"/>
                    <a:pt x="63834" y="309299"/>
                    <a:pt x="42822" y="331624"/>
                  </a:cubicBezTo>
                  <a:cubicBezTo>
                    <a:pt x="36916" y="338482"/>
                    <a:pt x="-8137" y="321242"/>
                    <a:pt x="1293" y="316384"/>
                  </a:cubicBezTo>
                  <a:cubicBezTo>
                    <a:pt x="10722" y="311527"/>
                    <a:pt x="40250" y="270283"/>
                    <a:pt x="55109" y="242851"/>
                  </a:cubicBezTo>
                  <a:cubicBezTo>
                    <a:pt x="67549" y="210057"/>
                    <a:pt x="78074" y="176568"/>
                    <a:pt x="86637" y="142553"/>
                  </a:cubicBezTo>
                  <a:cubicBezTo>
                    <a:pt x="96162" y="108930"/>
                    <a:pt x="103972" y="59590"/>
                    <a:pt x="110735" y="36349"/>
                  </a:cubicBezTo>
                  <a:cubicBezTo>
                    <a:pt x="114326" y="18843"/>
                    <a:pt x="127870" y="5080"/>
                    <a:pt x="145311" y="1202"/>
                  </a:cubicBezTo>
                  <a:cubicBezTo>
                    <a:pt x="161503" y="-2513"/>
                    <a:pt x="172076" y="1869"/>
                    <a:pt x="169123" y="21586"/>
                  </a:cubicBezTo>
                  <a:cubicBezTo>
                    <a:pt x="163885" y="56066"/>
                    <a:pt x="136929" y="189988"/>
                    <a:pt x="97114" y="257806"/>
                  </a:cubicBezTo>
                  <a:close/>
                </a:path>
              </a:pathLst>
            </a:custGeom>
            <a:solidFill>
              <a:srgbClr val="FFCEA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31" name="Google Shape;2993;p47">
              <a:extLst>
                <a:ext uri="{FF2B5EF4-FFF2-40B4-BE49-F238E27FC236}">
                  <a16:creationId xmlns:a16="http://schemas.microsoft.com/office/drawing/2014/main" id="{F9C57A87-1D7B-0945-6622-B1D85FC0F4D0}"/>
                </a:ext>
              </a:extLst>
            </p:cNvPr>
            <p:cNvSpPr/>
            <p:nvPr/>
          </p:nvSpPr>
          <p:spPr>
            <a:xfrm>
              <a:off x="4828467" y="1392196"/>
              <a:ext cx="116692" cy="90410"/>
            </a:xfrm>
            <a:custGeom>
              <a:avLst/>
              <a:gdLst/>
              <a:ahLst/>
              <a:cxnLst/>
              <a:rect l="l" t="t" r="r" b="b"/>
              <a:pathLst>
                <a:path w="116692" h="90410" extrusionOk="0">
                  <a:moveTo>
                    <a:pt x="107433" y="2"/>
                  </a:moveTo>
                  <a:cubicBezTo>
                    <a:pt x="93527" y="11337"/>
                    <a:pt x="72857" y="955"/>
                    <a:pt x="71810" y="2003"/>
                  </a:cubicBezTo>
                  <a:cubicBezTo>
                    <a:pt x="55417" y="17271"/>
                    <a:pt x="38177" y="31616"/>
                    <a:pt x="20184" y="44960"/>
                  </a:cubicBezTo>
                  <a:cubicBezTo>
                    <a:pt x="11421" y="51818"/>
                    <a:pt x="-2105" y="61057"/>
                    <a:pt x="277" y="74202"/>
                  </a:cubicBezTo>
                  <a:cubicBezTo>
                    <a:pt x="4753" y="97824"/>
                    <a:pt x="42472" y="90585"/>
                    <a:pt x="56665" y="83727"/>
                  </a:cubicBezTo>
                  <a:cubicBezTo>
                    <a:pt x="70857" y="76869"/>
                    <a:pt x="82573" y="64677"/>
                    <a:pt x="96003" y="56200"/>
                  </a:cubicBezTo>
                  <a:cubicBezTo>
                    <a:pt x="105528" y="50199"/>
                    <a:pt x="115053" y="47151"/>
                    <a:pt x="116577" y="34959"/>
                  </a:cubicBezTo>
                  <a:cubicBezTo>
                    <a:pt x="117720" y="27244"/>
                    <a:pt x="110100" y="-284"/>
                    <a:pt x="107433" y="2"/>
                  </a:cubicBezTo>
                  <a:close/>
                </a:path>
              </a:pathLst>
            </a:custGeom>
            <a:solidFill>
              <a:srgbClr val="3822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32" name="Google Shape;2994;p47">
              <a:extLst>
                <a:ext uri="{FF2B5EF4-FFF2-40B4-BE49-F238E27FC236}">
                  <a16:creationId xmlns:a16="http://schemas.microsoft.com/office/drawing/2014/main" id="{1B0F3EC9-395A-2861-1651-C1E2FC7EF528}"/>
                </a:ext>
              </a:extLst>
            </p:cNvPr>
            <p:cNvSpPr/>
            <p:nvPr/>
          </p:nvSpPr>
          <p:spPr>
            <a:xfrm>
              <a:off x="4829505" y="1421916"/>
              <a:ext cx="116196" cy="60608"/>
            </a:xfrm>
            <a:custGeom>
              <a:avLst/>
              <a:gdLst/>
              <a:ahLst/>
              <a:cxnLst/>
              <a:rect l="l" t="t" r="r" b="b"/>
              <a:pathLst>
                <a:path w="116196" h="60608" extrusionOk="0">
                  <a:moveTo>
                    <a:pt x="115919" y="0"/>
                  </a:moveTo>
                  <a:cubicBezTo>
                    <a:pt x="114110" y="11621"/>
                    <a:pt x="104775" y="14764"/>
                    <a:pt x="95250" y="20765"/>
                  </a:cubicBezTo>
                  <a:cubicBezTo>
                    <a:pt x="81534" y="29242"/>
                    <a:pt x="69437" y="41529"/>
                    <a:pt x="55245" y="48673"/>
                  </a:cubicBezTo>
                  <a:cubicBezTo>
                    <a:pt x="41053" y="55817"/>
                    <a:pt x="9239" y="62008"/>
                    <a:pt x="0" y="45149"/>
                  </a:cubicBezTo>
                  <a:cubicBezTo>
                    <a:pt x="5048" y="67913"/>
                    <a:pt x="42101" y="60770"/>
                    <a:pt x="56198" y="53626"/>
                  </a:cubicBezTo>
                  <a:cubicBezTo>
                    <a:pt x="70295" y="46482"/>
                    <a:pt x="82106" y="34576"/>
                    <a:pt x="95536" y="26099"/>
                  </a:cubicBezTo>
                  <a:cubicBezTo>
                    <a:pt x="105061" y="20098"/>
                    <a:pt x="114586" y="17050"/>
                    <a:pt x="116110" y="4858"/>
                  </a:cubicBezTo>
                  <a:cubicBezTo>
                    <a:pt x="116272" y="3239"/>
                    <a:pt x="116205" y="1600"/>
                    <a:pt x="115919" y="0"/>
                  </a:cubicBezTo>
                  <a:close/>
                </a:path>
              </a:pathLst>
            </a:custGeom>
            <a:solidFill>
              <a:srgbClr val="757B8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33" name="Google Shape;2995;p47">
              <a:extLst>
                <a:ext uri="{FF2B5EF4-FFF2-40B4-BE49-F238E27FC236}">
                  <a16:creationId xmlns:a16="http://schemas.microsoft.com/office/drawing/2014/main" id="{F764C629-2986-E706-F1E6-0E29605DEF9C}"/>
                </a:ext>
              </a:extLst>
            </p:cNvPr>
            <p:cNvSpPr/>
            <p:nvPr/>
          </p:nvSpPr>
          <p:spPr>
            <a:xfrm>
              <a:off x="4688430" y="1310886"/>
              <a:ext cx="116665" cy="87067"/>
            </a:xfrm>
            <a:custGeom>
              <a:avLst/>
              <a:gdLst/>
              <a:ahLst/>
              <a:cxnLst/>
              <a:rect l="l" t="t" r="r" b="b"/>
              <a:pathLst>
                <a:path w="116665" h="87067" extrusionOk="0">
                  <a:moveTo>
                    <a:pt x="105833" y="64"/>
                  </a:moveTo>
                  <a:cubicBezTo>
                    <a:pt x="91831" y="11398"/>
                    <a:pt x="67733" y="-984"/>
                    <a:pt x="66305" y="64"/>
                  </a:cubicBezTo>
                  <a:cubicBezTo>
                    <a:pt x="51722" y="14780"/>
                    <a:pt x="36329" y="28677"/>
                    <a:pt x="20204" y="41688"/>
                  </a:cubicBezTo>
                  <a:cubicBezTo>
                    <a:pt x="11440" y="48546"/>
                    <a:pt x="-2180" y="57690"/>
                    <a:pt x="296" y="70930"/>
                  </a:cubicBezTo>
                  <a:cubicBezTo>
                    <a:pt x="4678" y="94456"/>
                    <a:pt x="42492" y="87217"/>
                    <a:pt x="56684" y="80455"/>
                  </a:cubicBezTo>
                  <a:cubicBezTo>
                    <a:pt x="70876" y="73692"/>
                    <a:pt x="82592" y="61405"/>
                    <a:pt x="96022" y="52927"/>
                  </a:cubicBezTo>
                  <a:cubicBezTo>
                    <a:pt x="105547" y="47022"/>
                    <a:pt x="115072" y="43879"/>
                    <a:pt x="116597" y="31782"/>
                  </a:cubicBezTo>
                  <a:cubicBezTo>
                    <a:pt x="117549" y="23495"/>
                    <a:pt x="108310" y="-698"/>
                    <a:pt x="105833" y="64"/>
                  </a:cubicBezTo>
                  <a:close/>
                </a:path>
              </a:pathLst>
            </a:custGeom>
            <a:solidFill>
              <a:srgbClr val="3822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34" name="Google Shape;2996;p47">
              <a:extLst>
                <a:ext uri="{FF2B5EF4-FFF2-40B4-BE49-F238E27FC236}">
                  <a16:creationId xmlns:a16="http://schemas.microsoft.com/office/drawing/2014/main" id="{C32D44EA-5C5F-E9F0-8BE6-38E254662E4C}"/>
                </a:ext>
              </a:extLst>
            </p:cNvPr>
            <p:cNvSpPr/>
            <p:nvPr/>
          </p:nvSpPr>
          <p:spPr>
            <a:xfrm>
              <a:off x="4688726" y="1338477"/>
              <a:ext cx="116135" cy="60608"/>
            </a:xfrm>
            <a:custGeom>
              <a:avLst/>
              <a:gdLst/>
              <a:ahLst/>
              <a:cxnLst/>
              <a:rect l="l" t="t" r="r" b="b"/>
              <a:pathLst>
                <a:path w="116135" h="60608" extrusionOk="0">
                  <a:moveTo>
                    <a:pt x="115919" y="0"/>
                  </a:moveTo>
                  <a:cubicBezTo>
                    <a:pt x="114014" y="11621"/>
                    <a:pt x="104680" y="14764"/>
                    <a:pt x="95155" y="20765"/>
                  </a:cubicBezTo>
                  <a:cubicBezTo>
                    <a:pt x="81439" y="29242"/>
                    <a:pt x="69437" y="41529"/>
                    <a:pt x="55150" y="48673"/>
                  </a:cubicBezTo>
                  <a:cubicBezTo>
                    <a:pt x="40862" y="55817"/>
                    <a:pt x="9239" y="62008"/>
                    <a:pt x="0" y="45149"/>
                  </a:cubicBezTo>
                  <a:cubicBezTo>
                    <a:pt x="4953" y="67913"/>
                    <a:pt x="42101" y="60770"/>
                    <a:pt x="56198" y="53626"/>
                  </a:cubicBezTo>
                  <a:cubicBezTo>
                    <a:pt x="70295" y="46482"/>
                    <a:pt x="82010" y="34576"/>
                    <a:pt x="95536" y="26099"/>
                  </a:cubicBezTo>
                  <a:cubicBezTo>
                    <a:pt x="105061" y="20098"/>
                    <a:pt x="114586" y="17050"/>
                    <a:pt x="116110" y="4858"/>
                  </a:cubicBezTo>
                  <a:cubicBezTo>
                    <a:pt x="116177" y="3238"/>
                    <a:pt x="116110" y="1610"/>
                    <a:pt x="115919" y="0"/>
                  </a:cubicBezTo>
                  <a:close/>
                </a:path>
              </a:pathLst>
            </a:custGeom>
            <a:solidFill>
              <a:srgbClr val="757B8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35" name="Google Shape;2997;p47">
              <a:extLst>
                <a:ext uri="{FF2B5EF4-FFF2-40B4-BE49-F238E27FC236}">
                  <a16:creationId xmlns:a16="http://schemas.microsoft.com/office/drawing/2014/main" id="{B74FB502-A2D7-5D57-0BF2-33C5B2B3EC41}"/>
                </a:ext>
              </a:extLst>
            </p:cNvPr>
            <p:cNvSpPr/>
            <p:nvPr/>
          </p:nvSpPr>
          <p:spPr>
            <a:xfrm>
              <a:off x="4717732" y="910305"/>
              <a:ext cx="408631" cy="493987"/>
            </a:xfrm>
            <a:custGeom>
              <a:avLst/>
              <a:gdLst/>
              <a:ahLst/>
              <a:cxnLst/>
              <a:rect l="l" t="t" r="r" b="b"/>
              <a:pathLst>
                <a:path w="408631" h="493987" extrusionOk="0">
                  <a:moveTo>
                    <a:pt x="405429" y="33455"/>
                  </a:moveTo>
                  <a:cubicBezTo>
                    <a:pt x="420955" y="130325"/>
                    <a:pt x="377902" y="166805"/>
                    <a:pt x="321990" y="187094"/>
                  </a:cubicBezTo>
                  <a:cubicBezTo>
                    <a:pt x="281890" y="201857"/>
                    <a:pt x="224264" y="224622"/>
                    <a:pt x="224264" y="224622"/>
                  </a:cubicBezTo>
                  <a:cubicBezTo>
                    <a:pt x="224264" y="224622"/>
                    <a:pt x="225121" y="245863"/>
                    <a:pt x="225502" y="293583"/>
                  </a:cubicBezTo>
                  <a:cubicBezTo>
                    <a:pt x="225978" y="335588"/>
                    <a:pt x="220359" y="489036"/>
                    <a:pt x="220359" y="489036"/>
                  </a:cubicBezTo>
                  <a:cubicBezTo>
                    <a:pt x="206862" y="495799"/>
                    <a:pt x="190936" y="495627"/>
                    <a:pt x="177591" y="488560"/>
                  </a:cubicBezTo>
                  <a:cubicBezTo>
                    <a:pt x="177591" y="488560"/>
                    <a:pt x="155017" y="371021"/>
                    <a:pt x="150255" y="318062"/>
                  </a:cubicBezTo>
                  <a:cubicBezTo>
                    <a:pt x="143778" y="246149"/>
                    <a:pt x="132729" y="199095"/>
                    <a:pt x="136348" y="183665"/>
                  </a:cubicBezTo>
                  <a:cubicBezTo>
                    <a:pt x="139587" y="170044"/>
                    <a:pt x="218168" y="131372"/>
                    <a:pt x="243123" y="110703"/>
                  </a:cubicBezTo>
                  <a:lnTo>
                    <a:pt x="78531" y="165853"/>
                  </a:lnTo>
                  <a:cubicBezTo>
                    <a:pt x="81789" y="183703"/>
                    <a:pt x="83380" y="201810"/>
                    <a:pt x="83294" y="219955"/>
                  </a:cubicBezTo>
                  <a:cubicBezTo>
                    <a:pt x="81770" y="277105"/>
                    <a:pt x="78627" y="400453"/>
                    <a:pt x="78627" y="400453"/>
                  </a:cubicBezTo>
                  <a:cubicBezTo>
                    <a:pt x="78627" y="400453"/>
                    <a:pt x="56053" y="416741"/>
                    <a:pt x="36812" y="400453"/>
                  </a:cubicBezTo>
                  <a:cubicBezTo>
                    <a:pt x="36812" y="400453"/>
                    <a:pt x="-4622" y="156137"/>
                    <a:pt x="427" y="124229"/>
                  </a:cubicBezTo>
                  <a:cubicBezTo>
                    <a:pt x="5189" y="93558"/>
                    <a:pt x="150255" y="30788"/>
                    <a:pt x="175782" y="9167"/>
                  </a:cubicBezTo>
                  <a:cubicBezTo>
                    <a:pt x="184802" y="1843"/>
                    <a:pt x="196499" y="-1308"/>
                    <a:pt x="207976" y="499"/>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36" name="Google Shape;2998;p47">
              <a:extLst>
                <a:ext uri="{FF2B5EF4-FFF2-40B4-BE49-F238E27FC236}">
                  <a16:creationId xmlns:a16="http://schemas.microsoft.com/office/drawing/2014/main" id="{5E8B4579-5B96-4242-73AB-F7CEF1A2FE95}"/>
                </a:ext>
              </a:extLst>
            </p:cNvPr>
            <p:cNvSpPr/>
            <p:nvPr/>
          </p:nvSpPr>
          <p:spPr>
            <a:xfrm>
              <a:off x="4963696" y="579048"/>
              <a:ext cx="128556" cy="125075"/>
            </a:xfrm>
            <a:custGeom>
              <a:avLst/>
              <a:gdLst/>
              <a:ahLst/>
              <a:cxnLst/>
              <a:rect l="l" t="t" r="r" b="b"/>
              <a:pathLst>
                <a:path w="128556" h="125075" extrusionOk="0">
                  <a:moveTo>
                    <a:pt x="102220" y="0"/>
                  </a:moveTo>
                  <a:cubicBezTo>
                    <a:pt x="102220" y="0"/>
                    <a:pt x="99838" y="46196"/>
                    <a:pt x="100886" y="50292"/>
                  </a:cubicBezTo>
                  <a:cubicBezTo>
                    <a:pt x="101934" y="54388"/>
                    <a:pt x="122032" y="67913"/>
                    <a:pt x="127937" y="72676"/>
                  </a:cubicBezTo>
                  <a:cubicBezTo>
                    <a:pt x="133843" y="77438"/>
                    <a:pt x="96029" y="114776"/>
                    <a:pt x="77645" y="123253"/>
                  </a:cubicBezTo>
                  <a:cubicBezTo>
                    <a:pt x="59262" y="131731"/>
                    <a:pt x="1445" y="109442"/>
                    <a:pt x="112" y="80867"/>
                  </a:cubicBezTo>
                  <a:cubicBezTo>
                    <a:pt x="-1222" y="52292"/>
                    <a:pt x="9637" y="28289"/>
                    <a:pt x="19162" y="27051"/>
                  </a:cubicBezTo>
                  <a:cubicBezTo>
                    <a:pt x="28687" y="25813"/>
                    <a:pt x="102220" y="0"/>
                    <a:pt x="102220" y="0"/>
                  </a:cubicBezTo>
                  <a:close/>
                </a:path>
              </a:pathLst>
            </a:custGeom>
            <a:solidFill>
              <a:srgbClr val="FFCEA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37" name="Google Shape;2999;p47">
              <a:extLst>
                <a:ext uri="{FF2B5EF4-FFF2-40B4-BE49-F238E27FC236}">
                  <a16:creationId xmlns:a16="http://schemas.microsoft.com/office/drawing/2014/main" id="{60AB5E4D-1BE0-6B25-CBE3-45348A6AE81B}"/>
                </a:ext>
              </a:extLst>
            </p:cNvPr>
            <p:cNvSpPr/>
            <p:nvPr/>
          </p:nvSpPr>
          <p:spPr>
            <a:xfrm>
              <a:off x="4918440" y="596574"/>
              <a:ext cx="208599" cy="407146"/>
            </a:xfrm>
            <a:custGeom>
              <a:avLst/>
              <a:gdLst/>
              <a:ahLst/>
              <a:cxnLst/>
              <a:rect l="l" t="t" r="r" b="b"/>
              <a:pathLst>
                <a:path w="208599" h="407146" extrusionOk="0">
                  <a:moveTo>
                    <a:pt x="152620" y="40673"/>
                  </a:moveTo>
                  <a:cubicBezTo>
                    <a:pt x="152620" y="40673"/>
                    <a:pt x="119187" y="90584"/>
                    <a:pt x="72419" y="95251"/>
                  </a:cubicBezTo>
                  <a:cubicBezTo>
                    <a:pt x="57751" y="80773"/>
                    <a:pt x="56417" y="28576"/>
                    <a:pt x="76801" y="12574"/>
                  </a:cubicBezTo>
                  <a:cubicBezTo>
                    <a:pt x="76801" y="12574"/>
                    <a:pt x="57751" y="-2571"/>
                    <a:pt x="45178" y="382"/>
                  </a:cubicBezTo>
                  <a:cubicBezTo>
                    <a:pt x="31481" y="8783"/>
                    <a:pt x="21327" y="21888"/>
                    <a:pt x="16603" y="37244"/>
                  </a:cubicBezTo>
                  <a:cubicBezTo>
                    <a:pt x="4658" y="71536"/>
                    <a:pt x="-923" y="107721"/>
                    <a:pt x="124" y="144019"/>
                  </a:cubicBezTo>
                  <a:cubicBezTo>
                    <a:pt x="886" y="192977"/>
                    <a:pt x="124" y="316707"/>
                    <a:pt x="124" y="316707"/>
                  </a:cubicBezTo>
                  <a:cubicBezTo>
                    <a:pt x="5620" y="346271"/>
                    <a:pt x="23556" y="372047"/>
                    <a:pt x="49369" y="387478"/>
                  </a:cubicBezTo>
                  <a:cubicBezTo>
                    <a:pt x="83068" y="406490"/>
                    <a:pt x="122740" y="411976"/>
                    <a:pt x="160335" y="402813"/>
                  </a:cubicBezTo>
                  <a:cubicBezTo>
                    <a:pt x="183957" y="397289"/>
                    <a:pt x="192720" y="383763"/>
                    <a:pt x="200911" y="366904"/>
                  </a:cubicBezTo>
                  <a:cubicBezTo>
                    <a:pt x="198816" y="332614"/>
                    <a:pt x="185195" y="262129"/>
                    <a:pt x="190910" y="218790"/>
                  </a:cubicBezTo>
                  <a:cubicBezTo>
                    <a:pt x="196625" y="175451"/>
                    <a:pt x="205769" y="143447"/>
                    <a:pt x="208150" y="108586"/>
                  </a:cubicBezTo>
                  <a:cubicBezTo>
                    <a:pt x="210532" y="73724"/>
                    <a:pt x="203483" y="74391"/>
                    <a:pt x="186052" y="62009"/>
                  </a:cubicBezTo>
                  <a:cubicBezTo>
                    <a:pt x="175442" y="54092"/>
                    <a:pt x="164269" y="46962"/>
                    <a:pt x="152620" y="40673"/>
                  </a:cubicBezTo>
                  <a:close/>
                </a:path>
              </a:pathLst>
            </a:custGeom>
            <a:solidFill>
              <a:srgbClr val="F4F4F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38" name="Google Shape;3000;p47">
              <a:extLst>
                <a:ext uri="{FF2B5EF4-FFF2-40B4-BE49-F238E27FC236}">
                  <a16:creationId xmlns:a16="http://schemas.microsoft.com/office/drawing/2014/main" id="{77C392C5-632F-DBE5-6A90-BBAC444DE1AE}"/>
                </a:ext>
              </a:extLst>
            </p:cNvPr>
            <p:cNvSpPr/>
            <p:nvPr/>
          </p:nvSpPr>
          <p:spPr>
            <a:xfrm>
              <a:off x="4958560" y="449309"/>
              <a:ext cx="138537" cy="168686"/>
            </a:xfrm>
            <a:custGeom>
              <a:avLst/>
              <a:gdLst/>
              <a:ahLst/>
              <a:cxnLst/>
              <a:rect l="l" t="t" r="r" b="b"/>
              <a:pathLst>
                <a:path w="138537" h="168686" extrusionOk="0">
                  <a:moveTo>
                    <a:pt x="2962" y="60969"/>
                  </a:moveTo>
                  <a:lnTo>
                    <a:pt x="2962" y="60969"/>
                  </a:lnTo>
                  <a:cubicBezTo>
                    <a:pt x="8486" y="25155"/>
                    <a:pt x="34204" y="-1896"/>
                    <a:pt x="71161" y="104"/>
                  </a:cubicBezTo>
                  <a:cubicBezTo>
                    <a:pt x="110299" y="2083"/>
                    <a:pt x="140427" y="35416"/>
                    <a:pt x="138445" y="74557"/>
                  </a:cubicBezTo>
                  <a:cubicBezTo>
                    <a:pt x="137321" y="96813"/>
                    <a:pt x="125806" y="117248"/>
                    <a:pt x="107356" y="129739"/>
                  </a:cubicBezTo>
                  <a:cubicBezTo>
                    <a:pt x="106032" y="135172"/>
                    <a:pt x="104117" y="140443"/>
                    <a:pt x="101641" y="145456"/>
                  </a:cubicBezTo>
                  <a:cubicBezTo>
                    <a:pt x="88592" y="160696"/>
                    <a:pt x="49063" y="170125"/>
                    <a:pt x="37728" y="168506"/>
                  </a:cubicBezTo>
                  <a:cubicBezTo>
                    <a:pt x="23907" y="167251"/>
                    <a:pt x="12249" y="157706"/>
                    <a:pt x="8296" y="144408"/>
                  </a:cubicBezTo>
                  <a:cubicBezTo>
                    <a:pt x="-3610" y="116309"/>
                    <a:pt x="-86" y="78685"/>
                    <a:pt x="2962" y="60969"/>
                  </a:cubicBezTo>
                  <a:close/>
                </a:path>
              </a:pathLst>
            </a:custGeom>
            <a:solidFill>
              <a:srgbClr val="FFCEA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39" name="Google Shape;3001;p47">
              <a:extLst>
                <a:ext uri="{FF2B5EF4-FFF2-40B4-BE49-F238E27FC236}">
                  <a16:creationId xmlns:a16="http://schemas.microsoft.com/office/drawing/2014/main" id="{94374C20-88B2-7239-DAFC-A16C490A8C78}"/>
                </a:ext>
              </a:extLst>
            </p:cNvPr>
            <p:cNvSpPr/>
            <p:nvPr/>
          </p:nvSpPr>
          <p:spPr>
            <a:xfrm>
              <a:off x="4963736" y="434568"/>
              <a:ext cx="146199" cy="144480"/>
            </a:xfrm>
            <a:custGeom>
              <a:avLst/>
              <a:gdLst/>
              <a:ahLst/>
              <a:cxnLst/>
              <a:rect l="l" t="t" r="r" b="b"/>
              <a:pathLst>
                <a:path w="146199" h="144480" extrusionOk="0">
                  <a:moveTo>
                    <a:pt x="102179" y="144481"/>
                  </a:moveTo>
                  <a:lnTo>
                    <a:pt x="102179" y="144481"/>
                  </a:lnTo>
                  <a:lnTo>
                    <a:pt x="98750" y="113239"/>
                  </a:lnTo>
                  <a:cubicBezTo>
                    <a:pt x="98750" y="113239"/>
                    <a:pt x="124277" y="47135"/>
                    <a:pt x="63984" y="59899"/>
                  </a:cubicBezTo>
                  <a:cubicBezTo>
                    <a:pt x="24169" y="68281"/>
                    <a:pt x="14168" y="71900"/>
                    <a:pt x="2072" y="45135"/>
                  </a:cubicBezTo>
                  <a:cubicBezTo>
                    <a:pt x="-10025" y="18370"/>
                    <a:pt x="32647" y="-5538"/>
                    <a:pt x="83415" y="1129"/>
                  </a:cubicBezTo>
                  <a:cubicBezTo>
                    <a:pt x="119648" y="4934"/>
                    <a:pt x="146928" y="35857"/>
                    <a:pt x="146185" y="72281"/>
                  </a:cubicBezTo>
                  <a:cubicBezTo>
                    <a:pt x="144851" y="91903"/>
                    <a:pt x="139612" y="131717"/>
                    <a:pt x="102179" y="144481"/>
                  </a:cubicBezTo>
                  <a:close/>
                </a:path>
              </a:pathLst>
            </a:custGeom>
            <a:solidFill>
              <a:srgbClr val="3A2C6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40" name="Google Shape;3002;p47">
              <a:extLst>
                <a:ext uri="{FF2B5EF4-FFF2-40B4-BE49-F238E27FC236}">
                  <a16:creationId xmlns:a16="http://schemas.microsoft.com/office/drawing/2014/main" id="{DA51E1EB-A889-93D8-724C-B0CD615515CC}"/>
                </a:ext>
              </a:extLst>
            </p:cNvPr>
            <p:cNvSpPr/>
            <p:nvPr/>
          </p:nvSpPr>
          <p:spPr>
            <a:xfrm>
              <a:off x="4896275" y="596956"/>
              <a:ext cx="67341" cy="98012"/>
            </a:xfrm>
            <a:custGeom>
              <a:avLst/>
              <a:gdLst/>
              <a:ahLst/>
              <a:cxnLst/>
              <a:rect l="l" t="t" r="r" b="b"/>
              <a:pathLst>
                <a:path w="67341" h="98012" extrusionOk="0">
                  <a:moveTo>
                    <a:pt x="24289" y="98012"/>
                  </a:moveTo>
                  <a:cubicBezTo>
                    <a:pt x="15097" y="97573"/>
                    <a:pt x="6410" y="93657"/>
                    <a:pt x="0" y="87058"/>
                  </a:cubicBezTo>
                  <a:cubicBezTo>
                    <a:pt x="1334" y="70009"/>
                    <a:pt x="23241" y="4858"/>
                    <a:pt x="67342" y="0"/>
                  </a:cubicBezTo>
                  <a:cubicBezTo>
                    <a:pt x="55350" y="8451"/>
                    <a:pt x="45844" y="19962"/>
                    <a:pt x="39814" y="33338"/>
                  </a:cubicBezTo>
                  <a:cubicBezTo>
                    <a:pt x="32994" y="54469"/>
                    <a:pt x="27813" y="76090"/>
                    <a:pt x="24289" y="98012"/>
                  </a:cubicBezTo>
                  <a:close/>
                </a:path>
              </a:pathLst>
            </a:custGeom>
            <a:solidFill>
              <a:srgbClr val="EDEDE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41" name="Google Shape;3003;p47">
              <a:extLst>
                <a:ext uri="{FF2B5EF4-FFF2-40B4-BE49-F238E27FC236}">
                  <a16:creationId xmlns:a16="http://schemas.microsoft.com/office/drawing/2014/main" id="{D4CF82F4-A87C-DEDD-BEE5-B13711D891E9}"/>
                </a:ext>
              </a:extLst>
            </p:cNvPr>
            <p:cNvSpPr/>
            <p:nvPr/>
          </p:nvSpPr>
          <p:spPr>
            <a:xfrm>
              <a:off x="5434686" y="3650290"/>
              <a:ext cx="676058" cy="390429"/>
            </a:xfrm>
            <a:custGeom>
              <a:avLst/>
              <a:gdLst/>
              <a:ahLst/>
              <a:cxnLst/>
              <a:rect l="l" t="t" r="r" b="b"/>
              <a:pathLst>
                <a:path w="676058" h="390429" extrusionOk="0">
                  <a:moveTo>
                    <a:pt x="625735" y="92488"/>
                  </a:moveTo>
                  <a:cubicBezTo>
                    <a:pt x="610904" y="78943"/>
                    <a:pt x="594607" y="67094"/>
                    <a:pt x="577157" y="57150"/>
                  </a:cubicBezTo>
                  <a:cubicBezTo>
                    <a:pt x="445236" y="-19050"/>
                    <a:pt x="230733" y="-19050"/>
                    <a:pt x="98907" y="57150"/>
                  </a:cubicBezTo>
                  <a:cubicBezTo>
                    <a:pt x="78543" y="68666"/>
                    <a:pt x="59826" y="82896"/>
                    <a:pt x="43281" y="99441"/>
                  </a:cubicBezTo>
                  <a:cubicBezTo>
                    <a:pt x="-29204" y="173831"/>
                    <a:pt x="-10630" y="270034"/>
                    <a:pt x="98907" y="333280"/>
                  </a:cubicBezTo>
                  <a:cubicBezTo>
                    <a:pt x="230733" y="409480"/>
                    <a:pt x="445331" y="409480"/>
                    <a:pt x="577157" y="333280"/>
                  </a:cubicBezTo>
                  <a:cubicBezTo>
                    <a:pt x="690124" y="268033"/>
                    <a:pt x="706316" y="167735"/>
                    <a:pt x="625735" y="92488"/>
                  </a:cubicBezTo>
                  <a:close/>
                  <a:moveTo>
                    <a:pt x="535152" y="308610"/>
                  </a:moveTo>
                  <a:cubicBezTo>
                    <a:pt x="426472" y="371380"/>
                    <a:pt x="249402" y="371380"/>
                    <a:pt x="141008" y="308610"/>
                  </a:cubicBezTo>
                  <a:cubicBezTo>
                    <a:pt x="64808" y="264605"/>
                    <a:pt x="41948" y="201168"/>
                    <a:pt x="72713" y="145542"/>
                  </a:cubicBezTo>
                  <a:cubicBezTo>
                    <a:pt x="89277" y="118310"/>
                    <a:pt x="112871" y="96031"/>
                    <a:pt x="141008" y="81058"/>
                  </a:cubicBezTo>
                  <a:cubicBezTo>
                    <a:pt x="249688" y="18383"/>
                    <a:pt x="426758" y="18383"/>
                    <a:pt x="535152" y="81058"/>
                  </a:cubicBezTo>
                  <a:cubicBezTo>
                    <a:pt x="563260" y="96002"/>
                    <a:pt x="586797" y="118291"/>
                    <a:pt x="603256" y="145542"/>
                  </a:cubicBezTo>
                  <a:lnTo>
                    <a:pt x="603256" y="145542"/>
                  </a:lnTo>
                  <a:cubicBezTo>
                    <a:pt x="634117" y="201549"/>
                    <a:pt x="611352" y="264890"/>
                    <a:pt x="535152" y="308610"/>
                  </a:cubicBez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42" name="Google Shape;3004;p47">
              <a:extLst>
                <a:ext uri="{FF2B5EF4-FFF2-40B4-BE49-F238E27FC236}">
                  <a16:creationId xmlns:a16="http://schemas.microsoft.com/office/drawing/2014/main" id="{CC11121A-4C60-E050-394E-5AAC34966AE1}"/>
                </a:ext>
              </a:extLst>
            </p:cNvPr>
            <p:cNvSpPr/>
            <p:nvPr/>
          </p:nvSpPr>
          <p:spPr>
            <a:xfrm>
              <a:off x="5472633" y="3576375"/>
              <a:ext cx="587572" cy="226763"/>
            </a:xfrm>
            <a:custGeom>
              <a:avLst/>
              <a:gdLst/>
              <a:ahLst/>
              <a:cxnLst/>
              <a:rect l="l" t="t" r="r" b="b"/>
              <a:pathLst>
                <a:path w="587572" h="226763" extrusionOk="0">
                  <a:moveTo>
                    <a:pt x="565309" y="219837"/>
                  </a:moveTo>
                  <a:lnTo>
                    <a:pt x="565309" y="219837"/>
                  </a:lnTo>
                  <a:cubicBezTo>
                    <a:pt x="548849" y="192586"/>
                    <a:pt x="525313" y="170297"/>
                    <a:pt x="497205" y="155353"/>
                  </a:cubicBezTo>
                  <a:cubicBezTo>
                    <a:pt x="388525" y="92678"/>
                    <a:pt x="211455" y="92678"/>
                    <a:pt x="103061" y="155353"/>
                  </a:cubicBezTo>
                  <a:cubicBezTo>
                    <a:pt x="74924" y="170326"/>
                    <a:pt x="51330" y="192605"/>
                    <a:pt x="34766" y="219837"/>
                  </a:cubicBezTo>
                  <a:lnTo>
                    <a:pt x="5334" y="172974"/>
                  </a:lnTo>
                  <a:lnTo>
                    <a:pt x="0" y="164497"/>
                  </a:lnTo>
                  <a:lnTo>
                    <a:pt x="38100" y="73533"/>
                  </a:lnTo>
                  <a:lnTo>
                    <a:pt x="170402" y="0"/>
                  </a:lnTo>
                  <a:lnTo>
                    <a:pt x="416719" y="4286"/>
                  </a:lnTo>
                  <a:lnTo>
                    <a:pt x="584073" y="103537"/>
                  </a:lnTo>
                  <a:cubicBezTo>
                    <a:pt x="584073" y="103537"/>
                    <a:pt x="587121" y="134969"/>
                    <a:pt x="587502" y="166021"/>
                  </a:cubicBezTo>
                  <a:cubicBezTo>
                    <a:pt x="588169" y="204883"/>
                    <a:pt x="584359" y="242697"/>
                    <a:pt x="565309" y="219837"/>
                  </a:cubicBezTo>
                  <a:close/>
                </a:path>
              </a:pathLst>
            </a:custGeom>
            <a:solidFill>
              <a:srgbClr val="A1A5B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43" name="Google Shape;3005;p47">
              <a:extLst>
                <a:ext uri="{FF2B5EF4-FFF2-40B4-BE49-F238E27FC236}">
                  <a16:creationId xmlns:a16="http://schemas.microsoft.com/office/drawing/2014/main" id="{ECDFB8E0-3EC5-5A84-C57C-72F31E8D68FA}"/>
                </a:ext>
              </a:extLst>
            </p:cNvPr>
            <p:cNvSpPr/>
            <p:nvPr/>
          </p:nvSpPr>
          <p:spPr>
            <a:xfrm>
              <a:off x="5434724" y="3741253"/>
              <a:ext cx="51339" cy="103346"/>
            </a:xfrm>
            <a:custGeom>
              <a:avLst/>
              <a:gdLst/>
              <a:ahLst/>
              <a:cxnLst/>
              <a:rect l="l" t="t" r="r" b="b"/>
              <a:pathLst>
                <a:path w="51339" h="103346" extrusionOk="0">
                  <a:moveTo>
                    <a:pt x="0" y="103346"/>
                  </a:moveTo>
                  <a:lnTo>
                    <a:pt x="95" y="0"/>
                  </a:lnTo>
                  <a:lnTo>
                    <a:pt x="51340" y="86773"/>
                  </a:lnTo>
                  <a:lnTo>
                    <a:pt x="0" y="103346"/>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44" name="Google Shape;3006;p47">
              <a:extLst>
                <a:ext uri="{FF2B5EF4-FFF2-40B4-BE49-F238E27FC236}">
                  <a16:creationId xmlns:a16="http://schemas.microsoft.com/office/drawing/2014/main" id="{16E0EABD-FBA9-F501-7611-65CE70132F68}"/>
                </a:ext>
              </a:extLst>
            </p:cNvPr>
            <p:cNvSpPr/>
            <p:nvPr/>
          </p:nvSpPr>
          <p:spPr>
            <a:xfrm>
              <a:off x="6065565" y="3741825"/>
              <a:ext cx="45148" cy="102774"/>
            </a:xfrm>
            <a:custGeom>
              <a:avLst/>
              <a:gdLst/>
              <a:ahLst/>
              <a:cxnLst/>
              <a:rect l="l" t="t" r="r" b="b"/>
              <a:pathLst>
                <a:path w="45148" h="102774" extrusionOk="0">
                  <a:moveTo>
                    <a:pt x="45148" y="102775"/>
                  </a:moveTo>
                  <a:lnTo>
                    <a:pt x="45148" y="0"/>
                  </a:lnTo>
                  <a:lnTo>
                    <a:pt x="0" y="51149"/>
                  </a:lnTo>
                  <a:lnTo>
                    <a:pt x="45148" y="102775"/>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45" name="Google Shape;3007;p47">
              <a:extLst>
                <a:ext uri="{FF2B5EF4-FFF2-40B4-BE49-F238E27FC236}">
                  <a16:creationId xmlns:a16="http://schemas.microsoft.com/office/drawing/2014/main" id="{DFDB172E-128E-1DBC-AC08-5F06262703FA}"/>
                </a:ext>
              </a:extLst>
            </p:cNvPr>
            <p:cNvSpPr/>
            <p:nvPr/>
          </p:nvSpPr>
          <p:spPr>
            <a:xfrm>
              <a:off x="5494446" y="3630573"/>
              <a:ext cx="562737" cy="324802"/>
            </a:xfrm>
            <a:custGeom>
              <a:avLst/>
              <a:gdLst/>
              <a:ahLst/>
              <a:cxnLst/>
              <a:rect l="l" t="t" r="r" b="b"/>
              <a:pathLst>
                <a:path w="562737" h="324802" extrusionOk="0">
                  <a:moveTo>
                    <a:pt x="562737" y="162401"/>
                  </a:moveTo>
                  <a:cubicBezTo>
                    <a:pt x="562737" y="252093"/>
                    <a:pt x="436764" y="324802"/>
                    <a:pt x="281368" y="324802"/>
                  </a:cubicBezTo>
                  <a:cubicBezTo>
                    <a:pt x="125973" y="324802"/>
                    <a:pt x="0" y="252093"/>
                    <a:pt x="0" y="162401"/>
                  </a:cubicBezTo>
                  <a:cubicBezTo>
                    <a:pt x="0" y="72710"/>
                    <a:pt x="125973" y="0"/>
                    <a:pt x="281368" y="0"/>
                  </a:cubicBezTo>
                  <a:cubicBezTo>
                    <a:pt x="436764" y="0"/>
                    <a:pt x="562737" y="72710"/>
                    <a:pt x="562737" y="162401"/>
                  </a:cubicBezTo>
                  <a:close/>
                </a:path>
              </a:pathLst>
            </a:custGeom>
            <a:solidFill>
              <a:srgbClr val="3E7EFF">
                <a:alpha val="98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46" name="Google Shape;3008;p47">
              <a:extLst>
                <a:ext uri="{FF2B5EF4-FFF2-40B4-BE49-F238E27FC236}">
                  <a16:creationId xmlns:a16="http://schemas.microsoft.com/office/drawing/2014/main" id="{8B3D6A4C-77C6-FE75-DB13-F82521FCDF6E}"/>
                </a:ext>
              </a:extLst>
            </p:cNvPr>
            <p:cNvSpPr/>
            <p:nvPr/>
          </p:nvSpPr>
          <p:spPr>
            <a:xfrm>
              <a:off x="5460441" y="3803737"/>
              <a:ext cx="614737" cy="220544"/>
            </a:xfrm>
            <a:custGeom>
              <a:avLst/>
              <a:gdLst/>
              <a:ahLst/>
              <a:cxnLst/>
              <a:rect l="l" t="t" r="r" b="b"/>
              <a:pathLst>
                <a:path w="614737" h="220544" extrusionOk="0">
                  <a:moveTo>
                    <a:pt x="0" y="58293"/>
                  </a:moveTo>
                  <a:cubicBezTo>
                    <a:pt x="0" y="58293"/>
                    <a:pt x="43339" y="228981"/>
                    <a:pt x="366522" y="220218"/>
                  </a:cubicBezTo>
                  <a:cubicBezTo>
                    <a:pt x="590836" y="220218"/>
                    <a:pt x="619506" y="27432"/>
                    <a:pt x="614172" y="0"/>
                  </a:cubicBezTo>
                  <a:cubicBezTo>
                    <a:pt x="567595" y="64189"/>
                    <a:pt x="495062" y="104556"/>
                    <a:pt x="415957" y="110300"/>
                  </a:cubicBezTo>
                  <a:cubicBezTo>
                    <a:pt x="279463" y="122206"/>
                    <a:pt x="178689" y="120682"/>
                    <a:pt x="124778" y="94583"/>
                  </a:cubicBezTo>
                  <a:cubicBezTo>
                    <a:pt x="70866" y="68485"/>
                    <a:pt x="95" y="0"/>
                    <a:pt x="95" y="0"/>
                  </a:cubicBez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47" name="Google Shape;3009;p47">
              <a:extLst>
                <a:ext uri="{FF2B5EF4-FFF2-40B4-BE49-F238E27FC236}">
                  <a16:creationId xmlns:a16="http://schemas.microsoft.com/office/drawing/2014/main" id="{2943C545-63EC-D161-F3DE-C6C5573C4C99}"/>
                </a:ext>
              </a:extLst>
            </p:cNvPr>
            <p:cNvSpPr/>
            <p:nvPr/>
          </p:nvSpPr>
          <p:spPr>
            <a:xfrm>
              <a:off x="5434724" y="3551706"/>
              <a:ext cx="675989" cy="390489"/>
            </a:xfrm>
            <a:custGeom>
              <a:avLst/>
              <a:gdLst/>
              <a:ahLst/>
              <a:cxnLst/>
              <a:rect l="l" t="t" r="r" b="b"/>
              <a:pathLst>
                <a:path w="675989" h="390489" extrusionOk="0">
                  <a:moveTo>
                    <a:pt x="98869" y="333375"/>
                  </a:moveTo>
                  <a:cubicBezTo>
                    <a:pt x="-32956" y="257175"/>
                    <a:pt x="-32956" y="133350"/>
                    <a:pt x="98869" y="57150"/>
                  </a:cubicBezTo>
                  <a:cubicBezTo>
                    <a:pt x="230695" y="-19050"/>
                    <a:pt x="445294" y="-19050"/>
                    <a:pt x="577120" y="57150"/>
                  </a:cubicBezTo>
                  <a:cubicBezTo>
                    <a:pt x="708946" y="133350"/>
                    <a:pt x="708946" y="257175"/>
                    <a:pt x="577120" y="333375"/>
                  </a:cubicBezTo>
                  <a:cubicBezTo>
                    <a:pt x="445294" y="409575"/>
                    <a:pt x="230695" y="409480"/>
                    <a:pt x="98869" y="333375"/>
                  </a:cubicBezTo>
                  <a:close/>
                  <a:moveTo>
                    <a:pt x="535019" y="81534"/>
                  </a:moveTo>
                  <a:cubicBezTo>
                    <a:pt x="426339" y="18860"/>
                    <a:pt x="249269" y="18764"/>
                    <a:pt x="140970" y="81534"/>
                  </a:cubicBezTo>
                  <a:cubicBezTo>
                    <a:pt x="32671" y="144304"/>
                    <a:pt x="32290" y="246316"/>
                    <a:pt x="140970" y="309086"/>
                  </a:cubicBezTo>
                  <a:cubicBezTo>
                    <a:pt x="249650" y="371856"/>
                    <a:pt x="426720" y="371856"/>
                    <a:pt x="535019" y="309086"/>
                  </a:cubicBezTo>
                  <a:cubicBezTo>
                    <a:pt x="643319" y="246316"/>
                    <a:pt x="644176" y="144304"/>
                    <a:pt x="535019" y="81534"/>
                  </a:cubicBezTo>
                  <a:close/>
                </a:path>
              </a:pathLst>
            </a:custGeom>
            <a:solidFill>
              <a:srgbClr val="D6D8E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48" name="Google Shape;3010;p47">
              <a:extLst>
                <a:ext uri="{FF2B5EF4-FFF2-40B4-BE49-F238E27FC236}">
                  <a16:creationId xmlns:a16="http://schemas.microsoft.com/office/drawing/2014/main" id="{695ACE24-C76C-3926-CC19-C382946D8C03}"/>
                </a:ext>
              </a:extLst>
            </p:cNvPr>
            <p:cNvSpPr/>
            <p:nvPr/>
          </p:nvSpPr>
          <p:spPr>
            <a:xfrm rot="-1801764">
              <a:off x="5018434" y="4160307"/>
              <a:ext cx="74228" cy="128473"/>
            </a:xfrm>
            <a:custGeom>
              <a:avLst/>
              <a:gdLst/>
              <a:ahLst/>
              <a:cxnLst/>
              <a:rect l="l" t="t" r="r" b="b"/>
              <a:pathLst>
                <a:path w="74294" h="128587" extrusionOk="0">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rgbClr val="000000">
                <a:alpha val="98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49" name="Google Shape;3011;p47">
              <a:extLst>
                <a:ext uri="{FF2B5EF4-FFF2-40B4-BE49-F238E27FC236}">
                  <a16:creationId xmlns:a16="http://schemas.microsoft.com/office/drawing/2014/main" id="{DE073347-FFDB-5456-AFBB-A1CE4387BCE2}"/>
                </a:ext>
              </a:extLst>
            </p:cNvPr>
            <p:cNvSpPr/>
            <p:nvPr/>
          </p:nvSpPr>
          <p:spPr>
            <a:xfrm>
              <a:off x="5382050" y="3902892"/>
              <a:ext cx="186213" cy="107537"/>
            </a:xfrm>
            <a:custGeom>
              <a:avLst/>
              <a:gdLst/>
              <a:ahLst/>
              <a:cxnLst/>
              <a:rect l="l" t="t" r="r" b="b"/>
              <a:pathLst>
                <a:path w="186213" h="107537" extrusionOk="0">
                  <a:moveTo>
                    <a:pt x="186214" y="25337"/>
                  </a:moveTo>
                  <a:lnTo>
                    <a:pt x="43910" y="107537"/>
                  </a:lnTo>
                  <a:lnTo>
                    <a:pt x="0" y="82105"/>
                  </a:lnTo>
                  <a:lnTo>
                    <a:pt x="142304" y="0"/>
                  </a:lnTo>
                  <a:lnTo>
                    <a:pt x="186214" y="25337"/>
                  </a:lnTo>
                  <a:close/>
                </a:path>
              </a:pathLst>
            </a:custGeom>
            <a:solidFill>
              <a:srgbClr val="B1B4C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50" name="Google Shape;3012;p47">
              <a:extLst>
                <a:ext uri="{FF2B5EF4-FFF2-40B4-BE49-F238E27FC236}">
                  <a16:creationId xmlns:a16="http://schemas.microsoft.com/office/drawing/2014/main" id="{0617B266-535F-EF58-F3E9-BC03D887D531}"/>
                </a:ext>
              </a:extLst>
            </p:cNvPr>
            <p:cNvSpPr/>
            <p:nvPr/>
          </p:nvSpPr>
          <p:spPr>
            <a:xfrm>
              <a:off x="5425961" y="3928134"/>
              <a:ext cx="142303" cy="132873"/>
            </a:xfrm>
            <a:custGeom>
              <a:avLst/>
              <a:gdLst/>
              <a:ahLst/>
              <a:cxnLst/>
              <a:rect l="l" t="t" r="r" b="b"/>
              <a:pathLst>
                <a:path w="142303" h="132873" extrusionOk="0">
                  <a:moveTo>
                    <a:pt x="142304" y="50768"/>
                  </a:moveTo>
                  <a:lnTo>
                    <a:pt x="0" y="132874"/>
                  </a:lnTo>
                  <a:lnTo>
                    <a:pt x="0" y="82201"/>
                  </a:lnTo>
                  <a:lnTo>
                    <a:pt x="142304" y="0"/>
                  </a:lnTo>
                  <a:lnTo>
                    <a:pt x="142304" y="50768"/>
                  </a:lnTo>
                  <a:close/>
                </a:path>
              </a:pathLst>
            </a:custGeom>
            <a:solidFill>
              <a:srgbClr val="A1A5B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51" name="Google Shape;3013;p47">
              <a:extLst>
                <a:ext uri="{FF2B5EF4-FFF2-40B4-BE49-F238E27FC236}">
                  <a16:creationId xmlns:a16="http://schemas.microsoft.com/office/drawing/2014/main" id="{87E55891-6B07-32DA-C262-5FB63A41086B}"/>
                </a:ext>
              </a:extLst>
            </p:cNvPr>
            <p:cNvSpPr/>
            <p:nvPr/>
          </p:nvSpPr>
          <p:spPr>
            <a:xfrm>
              <a:off x="5023720" y="3961462"/>
              <a:ext cx="431291" cy="317858"/>
            </a:xfrm>
            <a:custGeom>
              <a:avLst/>
              <a:gdLst/>
              <a:ahLst/>
              <a:cxnLst/>
              <a:rect l="l" t="t" r="r" b="b"/>
              <a:pathLst>
                <a:path w="431291" h="317858" extrusionOk="0">
                  <a:moveTo>
                    <a:pt x="431292" y="84877"/>
                  </a:moveTo>
                  <a:cubicBezTo>
                    <a:pt x="429558" y="52883"/>
                    <a:pt x="412680" y="23631"/>
                    <a:pt x="385858" y="6106"/>
                  </a:cubicBezTo>
                  <a:cubicBezTo>
                    <a:pt x="376637" y="-562"/>
                    <a:pt x="364579" y="-1867"/>
                    <a:pt x="354139" y="2676"/>
                  </a:cubicBezTo>
                  <a:lnTo>
                    <a:pt x="354139" y="2676"/>
                  </a:lnTo>
                  <a:lnTo>
                    <a:pt x="0" y="206988"/>
                  </a:lnTo>
                  <a:lnTo>
                    <a:pt x="64579" y="317859"/>
                  </a:lnTo>
                  <a:lnTo>
                    <a:pt x="414338" y="115929"/>
                  </a:lnTo>
                  <a:cubicBezTo>
                    <a:pt x="424720" y="112214"/>
                    <a:pt x="431292" y="101356"/>
                    <a:pt x="431292" y="84877"/>
                  </a:cubicBezTo>
                  <a:close/>
                </a:path>
              </a:pathLst>
            </a:custGeom>
            <a:solidFill>
              <a:schemeClr val="accent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52" name="Google Shape;3014;p47">
              <a:extLst>
                <a:ext uri="{FF2B5EF4-FFF2-40B4-BE49-F238E27FC236}">
                  <a16:creationId xmlns:a16="http://schemas.microsoft.com/office/drawing/2014/main" id="{5759B6D3-8D7F-4084-1112-31E940195D0E}"/>
                </a:ext>
              </a:extLst>
            </p:cNvPr>
            <p:cNvSpPr/>
            <p:nvPr/>
          </p:nvSpPr>
          <p:spPr>
            <a:xfrm rot="-1801764">
              <a:off x="5018434" y="4160307"/>
              <a:ext cx="74228" cy="128473"/>
            </a:xfrm>
            <a:custGeom>
              <a:avLst/>
              <a:gdLst/>
              <a:ahLst/>
              <a:cxnLst/>
              <a:rect l="l" t="t" r="r" b="b"/>
              <a:pathLst>
                <a:path w="74294" h="128587" extrusionOk="0">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chemeClr val="accent2"/>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53" name="Google Shape;3015;p47">
              <a:extLst>
                <a:ext uri="{FF2B5EF4-FFF2-40B4-BE49-F238E27FC236}">
                  <a16:creationId xmlns:a16="http://schemas.microsoft.com/office/drawing/2014/main" id="{A1F76332-67EA-A044-0114-445647EC5DA2}"/>
                </a:ext>
              </a:extLst>
            </p:cNvPr>
            <p:cNvSpPr/>
            <p:nvPr/>
          </p:nvSpPr>
          <p:spPr>
            <a:xfrm>
              <a:off x="5833536" y="4556308"/>
              <a:ext cx="432244" cy="249555"/>
            </a:xfrm>
            <a:custGeom>
              <a:avLst/>
              <a:gdLst/>
              <a:ahLst/>
              <a:cxnLst/>
              <a:rect l="l" t="t" r="r" b="b"/>
              <a:pathLst>
                <a:path w="432244" h="249555" extrusionOk="0">
                  <a:moveTo>
                    <a:pt x="432244" y="124778"/>
                  </a:moveTo>
                  <a:cubicBezTo>
                    <a:pt x="432244" y="193690"/>
                    <a:pt x="335483" y="249555"/>
                    <a:pt x="216122" y="249555"/>
                  </a:cubicBezTo>
                  <a:cubicBezTo>
                    <a:pt x="96761" y="249555"/>
                    <a:pt x="0" y="193690"/>
                    <a:pt x="0" y="124778"/>
                  </a:cubicBezTo>
                  <a:cubicBezTo>
                    <a:pt x="0" y="55865"/>
                    <a:pt x="96761" y="0"/>
                    <a:pt x="216122" y="0"/>
                  </a:cubicBezTo>
                  <a:cubicBezTo>
                    <a:pt x="335483" y="0"/>
                    <a:pt x="432244" y="55865"/>
                    <a:pt x="432244" y="124778"/>
                  </a:cubicBezTo>
                  <a:close/>
                </a:path>
              </a:pathLst>
            </a:custGeom>
            <a:solidFill>
              <a:srgbClr val="D6D8E5">
                <a:alpha val="400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54" name="Google Shape;3016;p47">
              <a:extLst>
                <a:ext uri="{FF2B5EF4-FFF2-40B4-BE49-F238E27FC236}">
                  <a16:creationId xmlns:a16="http://schemas.microsoft.com/office/drawing/2014/main" id="{3C5014E0-FB81-B6F9-9746-0857507855B7}"/>
                </a:ext>
              </a:extLst>
            </p:cNvPr>
            <p:cNvSpPr/>
            <p:nvPr/>
          </p:nvSpPr>
          <p:spPr>
            <a:xfrm>
              <a:off x="6124048" y="3784878"/>
              <a:ext cx="99113" cy="215741"/>
            </a:xfrm>
            <a:custGeom>
              <a:avLst/>
              <a:gdLst/>
              <a:ahLst/>
              <a:cxnLst/>
              <a:rect l="l" t="t" r="r" b="b"/>
              <a:pathLst>
                <a:path w="99113" h="215741" extrusionOk="0">
                  <a:moveTo>
                    <a:pt x="77248" y="0"/>
                  </a:moveTo>
                  <a:cubicBezTo>
                    <a:pt x="79534" y="20098"/>
                    <a:pt x="103537" y="106775"/>
                    <a:pt x="98393" y="136398"/>
                  </a:cubicBezTo>
                  <a:cubicBezTo>
                    <a:pt x="93250" y="166021"/>
                    <a:pt x="11335" y="215741"/>
                    <a:pt x="11335" y="215741"/>
                  </a:cubicBezTo>
                  <a:lnTo>
                    <a:pt x="0" y="164973"/>
                  </a:lnTo>
                  <a:lnTo>
                    <a:pt x="45339" y="120491"/>
                  </a:lnTo>
                  <a:lnTo>
                    <a:pt x="33052" y="36385"/>
                  </a:lnTo>
                  <a:close/>
                </a:path>
              </a:pathLst>
            </a:custGeom>
            <a:solidFill>
              <a:srgbClr val="FFCEA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55" name="Google Shape;3017;p47">
              <a:extLst>
                <a:ext uri="{FF2B5EF4-FFF2-40B4-BE49-F238E27FC236}">
                  <a16:creationId xmlns:a16="http://schemas.microsoft.com/office/drawing/2014/main" id="{3DC4D109-CD55-DF81-3F07-A68EFEDDE2EA}"/>
                </a:ext>
              </a:extLst>
            </p:cNvPr>
            <p:cNvSpPr/>
            <p:nvPr/>
          </p:nvSpPr>
          <p:spPr>
            <a:xfrm>
              <a:off x="6137955" y="3696137"/>
              <a:ext cx="71246" cy="137090"/>
            </a:xfrm>
            <a:custGeom>
              <a:avLst/>
              <a:gdLst/>
              <a:ahLst/>
              <a:cxnLst/>
              <a:rect l="l" t="t" r="r" b="b"/>
              <a:pathLst>
                <a:path w="71246" h="137090" extrusionOk="0">
                  <a:moveTo>
                    <a:pt x="0" y="3302"/>
                  </a:moveTo>
                  <a:cubicBezTo>
                    <a:pt x="16516" y="-4309"/>
                    <a:pt x="36109" y="1625"/>
                    <a:pt x="45625" y="17113"/>
                  </a:cubicBezTo>
                  <a:cubicBezTo>
                    <a:pt x="57626" y="37020"/>
                    <a:pt x="70104" y="105505"/>
                    <a:pt x="71247" y="117125"/>
                  </a:cubicBezTo>
                  <a:cubicBezTo>
                    <a:pt x="71247" y="117125"/>
                    <a:pt x="54388" y="140557"/>
                    <a:pt x="29051" y="136652"/>
                  </a:cubicBezTo>
                  <a:close/>
                </a:path>
              </a:pathLst>
            </a:custGeom>
            <a:solidFill>
              <a:srgbClr val="EDEDE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56" name="Google Shape;3018;p47">
              <a:extLst>
                <a:ext uri="{FF2B5EF4-FFF2-40B4-BE49-F238E27FC236}">
                  <a16:creationId xmlns:a16="http://schemas.microsoft.com/office/drawing/2014/main" id="{AEA4BDC6-30BF-5685-E009-51DAFDE8BE37}"/>
                </a:ext>
              </a:extLst>
            </p:cNvPr>
            <p:cNvSpPr/>
            <p:nvPr/>
          </p:nvSpPr>
          <p:spPr>
            <a:xfrm>
              <a:off x="5898535" y="4644969"/>
              <a:ext cx="153698" cy="86203"/>
            </a:xfrm>
            <a:custGeom>
              <a:avLst/>
              <a:gdLst/>
              <a:ahLst/>
              <a:cxnLst/>
              <a:rect l="l" t="t" r="r" b="b"/>
              <a:pathLst>
                <a:path w="153698" h="86203" extrusionOk="0">
                  <a:moveTo>
                    <a:pt x="145884" y="20876"/>
                  </a:moveTo>
                  <a:cubicBezTo>
                    <a:pt x="128063" y="25743"/>
                    <a:pt x="109051" y="23409"/>
                    <a:pt x="92925" y="14399"/>
                  </a:cubicBezTo>
                  <a:cubicBezTo>
                    <a:pt x="80162" y="14399"/>
                    <a:pt x="10820" y="-14843"/>
                    <a:pt x="1390" y="10017"/>
                  </a:cubicBezTo>
                  <a:cubicBezTo>
                    <a:pt x="-6802" y="31925"/>
                    <a:pt x="23202" y="52118"/>
                    <a:pt x="39490" y="55928"/>
                  </a:cubicBezTo>
                  <a:cubicBezTo>
                    <a:pt x="74542" y="64405"/>
                    <a:pt x="100355" y="81931"/>
                    <a:pt x="114451" y="84503"/>
                  </a:cubicBezTo>
                  <a:cubicBezTo>
                    <a:pt x="124929" y="86694"/>
                    <a:pt x="138455" y="88122"/>
                    <a:pt x="146837" y="79931"/>
                  </a:cubicBezTo>
                  <a:cubicBezTo>
                    <a:pt x="156552" y="70406"/>
                    <a:pt x="155695" y="33830"/>
                    <a:pt x="145884" y="20876"/>
                  </a:cubicBezTo>
                  <a:close/>
                </a:path>
              </a:pathLst>
            </a:custGeom>
            <a:solidFill>
              <a:srgbClr val="2B2A30"/>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57" name="Google Shape;3019;p47">
              <a:extLst>
                <a:ext uri="{FF2B5EF4-FFF2-40B4-BE49-F238E27FC236}">
                  <a16:creationId xmlns:a16="http://schemas.microsoft.com/office/drawing/2014/main" id="{1D35371C-A889-EF94-F01A-B97E1A8B2DB9}"/>
                </a:ext>
              </a:extLst>
            </p:cNvPr>
            <p:cNvSpPr/>
            <p:nvPr/>
          </p:nvSpPr>
          <p:spPr>
            <a:xfrm>
              <a:off x="5898544" y="4659654"/>
              <a:ext cx="151113" cy="71804"/>
            </a:xfrm>
            <a:custGeom>
              <a:avLst/>
              <a:gdLst/>
              <a:ahLst/>
              <a:cxnLst/>
              <a:rect l="l" t="t" r="r" b="b"/>
              <a:pathLst>
                <a:path w="151113" h="71804" extrusionOk="0">
                  <a:moveTo>
                    <a:pt x="114156" y="64103"/>
                  </a:moveTo>
                  <a:cubicBezTo>
                    <a:pt x="100059" y="61150"/>
                    <a:pt x="74246" y="43720"/>
                    <a:pt x="39195" y="35528"/>
                  </a:cubicBezTo>
                  <a:cubicBezTo>
                    <a:pt x="25764" y="32290"/>
                    <a:pt x="2619" y="17526"/>
                    <a:pt x="237" y="0"/>
                  </a:cubicBezTo>
                  <a:cubicBezTo>
                    <a:pt x="-2811" y="20098"/>
                    <a:pt x="24240" y="38100"/>
                    <a:pt x="39195" y="41529"/>
                  </a:cubicBezTo>
                  <a:cubicBezTo>
                    <a:pt x="74246" y="50006"/>
                    <a:pt x="100059" y="67532"/>
                    <a:pt x="114156" y="70104"/>
                  </a:cubicBezTo>
                  <a:cubicBezTo>
                    <a:pt x="124634" y="72295"/>
                    <a:pt x="138159" y="73723"/>
                    <a:pt x="146541" y="65532"/>
                  </a:cubicBezTo>
                  <a:cubicBezTo>
                    <a:pt x="148684" y="63122"/>
                    <a:pt x="150246" y="60255"/>
                    <a:pt x="151113" y="57150"/>
                  </a:cubicBezTo>
                  <a:cubicBezTo>
                    <a:pt x="140579" y="65161"/>
                    <a:pt x="126882" y="67742"/>
                    <a:pt x="114156" y="64103"/>
                  </a:cubicBezTo>
                  <a:close/>
                </a:path>
              </a:pathLst>
            </a:custGeom>
            <a:solidFill>
              <a:srgbClr val="757B8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58" name="Google Shape;3020;p47">
              <a:extLst>
                <a:ext uri="{FF2B5EF4-FFF2-40B4-BE49-F238E27FC236}">
                  <a16:creationId xmlns:a16="http://schemas.microsoft.com/office/drawing/2014/main" id="{659DB167-44AE-512F-445B-FE42B6BFA5C0}"/>
                </a:ext>
              </a:extLst>
            </p:cNvPr>
            <p:cNvSpPr/>
            <p:nvPr/>
          </p:nvSpPr>
          <p:spPr>
            <a:xfrm>
              <a:off x="6010930" y="4594540"/>
              <a:ext cx="153698" cy="86245"/>
            </a:xfrm>
            <a:custGeom>
              <a:avLst/>
              <a:gdLst/>
              <a:ahLst/>
              <a:cxnLst/>
              <a:rect l="l" t="t" r="r" b="b"/>
              <a:pathLst>
                <a:path w="153698" h="86245" extrusionOk="0">
                  <a:moveTo>
                    <a:pt x="145884" y="20822"/>
                  </a:moveTo>
                  <a:cubicBezTo>
                    <a:pt x="128082" y="25766"/>
                    <a:pt x="109041" y="23470"/>
                    <a:pt x="92925" y="14441"/>
                  </a:cubicBezTo>
                  <a:cubicBezTo>
                    <a:pt x="80162" y="14441"/>
                    <a:pt x="10820" y="-14896"/>
                    <a:pt x="1390" y="10059"/>
                  </a:cubicBezTo>
                  <a:cubicBezTo>
                    <a:pt x="-6802" y="31871"/>
                    <a:pt x="23202" y="52064"/>
                    <a:pt x="39490" y="55969"/>
                  </a:cubicBezTo>
                  <a:cubicBezTo>
                    <a:pt x="74446" y="64447"/>
                    <a:pt x="100354" y="81877"/>
                    <a:pt x="114452" y="84544"/>
                  </a:cubicBezTo>
                  <a:cubicBezTo>
                    <a:pt x="124929" y="86735"/>
                    <a:pt x="138454" y="88164"/>
                    <a:pt x="146837" y="79973"/>
                  </a:cubicBezTo>
                  <a:cubicBezTo>
                    <a:pt x="156552" y="70352"/>
                    <a:pt x="155695" y="33776"/>
                    <a:pt x="145884" y="20822"/>
                  </a:cubicBezTo>
                  <a:close/>
                </a:path>
              </a:pathLst>
            </a:custGeom>
            <a:solidFill>
              <a:srgbClr val="2B2A30"/>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59" name="Google Shape;3021;p47">
              <a:extLst>
                <a:ext uri="{FF2B5EF4-FFF2-40B4-BE49-F238E27FC236}">
                  <a16:creationId xmlns:a16="http://schemas.microsoft.com/office/drawing/2014/main" id="{67E01349-E10E-A885-3F20-5CD1AB774707}"/>
                </a:ext>
              </a:extLst>
            </p:cNvPr>
            <p:cNvSpPr/>
            <p:nvPr/>
          </p:nvSpPr>
          <p:spPr>
            <a:xfrm>
              <a:off x="6010940" y="4609266"/>
              <a:ext cx="151113" cy="71804"/>
            </a:xfrm>
            <a:custGeom>
              <a:avLst/>
              <a:gdLst/>
              <a:ahLst/>
              <a:cxnLst/>
              <a:rect l="l" t="t" r="r" b="b"/>
              <a:pathLst>
                <a:path w="151113" h="71804" extrusionOk="0">
                  <a:moveTo>
                    <a:pt x="114156" y="64008"/>
                  </a:moveTo>
                  <a:cubicBezTo>
                    <a:pt x="100059" y="61055"/>
                    <a:pt x="74151" y="43624"/>
                    <a:pt x="39195" y="35433"/>
                  </a:cubicBezTo>
                  <a:cubicBezTo>
                    <a:pt x="25764" y="32195"/>
                    <a:pt x="2619" y="17526"/>
                    <a:pt x="237" y="0"/>
                  </a:cubicBezTo>
                  <a:cubicBezTo>
                    <a:pt x="-2811" y="20098"/>
                    <a:pt x="24240" y="38100"/>
                    <a:pt x="39195" y="41529"/>
                  </a:cubicBezTo>
                  <a:cubicBezTo>
                    <a:pt x="74151" y="50006"/>
                    <a:pt x="100059" y="67437"/>
                    <a:pt x="114156" y="70104"/>
                  </a:cubicBezTo>
                  <a:cubicBezTo>
                    <a:pt x="124634" y="72295"/>
                    <a:pt x="138159" y="73723"/>
                    <a:pt x="146541" y="65532"/>
                  </a:cubicBezTo>
                  <a:cubicBezTo>
                    <a:pt x="148684" y="63122"/>
                    <a:pt x="150246" y="60255"/>
                    <a:pt x="151113" y="57150"/>
                  </a:cubicBezTo>
                  <a:cubicBezTo>
                    <a:pt x="140578" y="65170"/>
                    <a:pt x="126862" y="67713"/>
                    <a:pt x="114156" y="64008"/>
                  </a:cubicBezTo>
                  <a:close/>
                </a:path>
              </a:pathLst>
            </a:custGeom>
            <a:solidFill>
              <a:srgbClr val="757B8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60" name="Google Shape;3022;p47">
              <a:extLst>
                <a:ext uri="{FF2B5EF4-FFF2-40B4-BE49-F238E27FC236}">
                  <a16:creationId xmlns:a16="http://schemas.microsoft.com/office/drawing/2014/main" id="{1F71D672-654F-AEFC-3968-CBD078D0B825}"/>
                </a:ext>
              </a:extLst>
            </p:cNvPr>
            <p:cNvSpPr/>
            <p:nvPr/>
          </p:nvSpPr>
          <p:spPr>
            <a:xfrm>
              <a:off x="5939834" y="4034528"/>
              <a:ext cx="224738" cy="634412"/>
            </a:xfrm>
            <a:custGeom>
              <a:avLst/>
              <a:gdLst/>
              <a:ahLst/>
              <a:cxnLst/>
              <a:rect l="l" t="t" r="r" b="b"/>
              <a:pathLst>
                <a:path w="224738" h="634412" extrusionOk="0">
                  <a:moveTo>
                    <a:pt x="218313" y="392525"/>
                  </a:moveTo>
                  <a:cubicBezTo>
                    <a:pt x="215360" y="366693"/>
                    <a:pt x="210036" y="341186"/>
                    <a:pt x="202406" y="316325"/>
                  </a:cubicBezTo>
                  <a:cubicBezTo>
                    <a:pt x="202406" y="316325"/>
                    <a:pt x="207169" y="250793"/>
                    <a:pt x="209550" y="188690"/>
                  </a:cubicBezTo>
                  <a:cubicBezTo>
                    <a:pt x="212217" y="118205"/>
                    <a:pt x="236696" y="56197"/>
                    <a:pt x="217361" y="0"/>
                  </a:cubicBezTo>
                  <a:lnTo>
                    <a:pt x="0" y="48292"/>
                  </a:lnTo>
                  <a:cubicBezTo>
                    <a:pt x="0" y="48292"/>
                    <a:pt x="13145" y="329279"/>
                    <a:pt x="16002" y="363283"/>
                  </a:cubicBezTo>
                  <a:cubicBezTo>
                    <a:pt x="17536" y="389744"/>
                    <a:pt x="20717" y="416080"/>
                    <a:pt x="25527" y="442150"/>
                  </a:cubicBezTo>
                  <a:cubicBezTo>
                    <a:pt x="35052" y="496729"/>
                    <a:pt x="51530" y="626459"/>
                    <a:pt x="51530" y="626459"/>
                  </a:cubicBezTo>
                  <a:cubicBezTo>
                    <a:pt x="68075" y="634374"/>
                    <a:pt x="86801" y="636461"/>
                    <a:pt x="104680" y="632365"/>
                  </a:cubicBezTo>
                  <a:cubicBezTo>
                    <a:pt x="104680" y="632365"/>
                    <a:pt x="103061" y="468344"/>
                    <a:pt x="101537" y="429006"/>
                  </a:cubicBezTo>
                  <a:cubicBezTo>
                    <a:pt x="99727" y="381381"/>
                    <a:pt x="98298" y="384715"/>
                    <a:pt x="98298" y="384715"/>
                  </a:cubicBezTo>
                  <a:lnTo>
                    <a:pt x="105537" y="265176"/>
                  </a:lnTo>
                  <a:lnTo>
                    <a:pt x="110204" y="205740"/>
                  </a:lnTo>
                  <a:cubicBezTo>
                    <a:pt x="110204" y="205740"/>
                    <a:pt x="116205" y="249364"/>
                    <a:pt x="119729" y="288322"/>
                  </a:cubicBezTo>
                  <a:cubicBezTo>
                    <a:pt x="123158" y="322326"/>
                    <a:pt x="131350" y="353092"/>
                    <a:pt x="140494" y="416338"/>
                  </a:cubicBezTo>
                  <a:cubicBezTo>
                    <a:pt x="148495" y="471202"/>
                    <a:pt x="161354" y="581501"/>
                    <a:pt x="161354" y="581501"/>
                  </a:cubicBezTo>
                  <a:cubicBezTo>
                    <a:pt x="184404" y="594836"/>
                    <a:pt x="215551" y="583787"/>
                    <a:pt x="215551" y="583787"/>
                  </a:cubicBezTo>
                  <a:cubicBezTo>
                    <a:pt x="215551" y="583787"/>
                    <a:pt x="224790" y="440150"/>
                    <a:pt x="218313" y="392525"/>
                  </a:cubicBezTo>
                  <a:close/>
                </a:path>
              </a:pathLst>
            </a:custGeom>
            <a:solidFill>
              <a:srgbClr val="E26161"/>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61" name="Google Shape;3023;p47">
              <a:extLst>
                <a:ext uri="{FF2B5EF4-FFF2-40B4-BE49-F238E27FC236}">
                  <a16:creationId xmlns:a16="http://schemas.microsoft.com/office/drawing/2014/main" id="{278FB779-226B-DC3D-B913-23C2ED703F4E}"/>
                </a:ext>
              </a:extLst>
            </p:cNvPr>
            <p:cNvSpPr/>
            <p:nvPr/>
          </p:nvSpPr>
          <p:spPr>
            <a:xfrm>
              <a:off x="5972635" y="3514319"/>
              <a:ext cx="163123" cy="261076"/>
            </a:xfrm>
            <a:custGeom>
              <a:avLst/>
              <a:gdLst/>
              <a:ahLst/>
              <a:cxnLst/>
              <a:rect l="l" t="t" r="r" b="b"/>
              <a:pathLst>
                <a:path w="163123" h="261076" extrusionOk="0">
                  <a:moveTo>
                    <a:pt x="153890" y="186263"/>
                  </a:moveTo>
                  <a:cubicBezTo>
                    <a:pt x="137316" y="187120"/>
                    <a:pt x="125315" y="191406"/>
                    <a:pt x="122934" y="186263"/>
                  </a:cubicBezTo>
                  <a:cubicBezTo>
                    <a:pt x="121190" y="177738"/>
                    <a:pt x="119914" y="169117"/>
                    <a:pt x="119124" y="160450"/>
                  </a:cubicBezTo>
                  <a:cubicBezTo>
                    <a:pt x="121028" y="155592"/>
                    <a:pt x="122743" y="150449"/>
                    <a:pt x="122743" y="150449"/>
                  </a:cubicBezTo>
                  <a:cubicBezTo>
                    <a:pt x="143508" y="137685"/>
                    <a:pt x="150080" y="115206"/>
                    <a:pt x="152842" y="89012"/>
                  </a:cubicBezTo>
                  <a:cubicBezTo>
                    <a:pt x="157509" y="44245"/>
                    <a:pt x="133316" y="5097"/>
                    <a:pt x="88548" y="430"/>
                  </a:cubicBezTo>
                  <a:cubicBezTo>
                    <a:pt x="46543" y="-3952"/>
                    <a:pt x="15587" y="25671"/>
                    <a:pt x="7300" y="66248"/>
                  </a:cubicBezTo>
                  <a:cubicBezTo>
                    <a:pt x="2918" y="86250"/>
                    <a:pt x="-5940" y="124064"/>
                    <a:pt x="5967" y="157021"/>
                  </a:cubicBezTo>
                  <a:cubicBezTo>
                    <a:pt x="12729" y="175499"/>
                    <a:pt x="21302" y="190073"/>
                    <a:pt x="29969" y="192930"/>
                  </a:cubicBezTo>
                  <a:cubicBezTo>
                    <a:pt x="38294" y="192740"/>
                    <a:pt x="46600" y="192006"/>
                    <a:pt x="54830" y="190739"/>
                  </a:cubicBezTo>
                  <a:lnTo>
                    <a:pt x="54830" y="190739"/>
                  </a:lnTo>
                  <a:cubicBezTo>
                    <a:pt x="54830" y="190739"/>
                    <a:pt x="57020" y="203122"/>
                    <a:pt x="58544" y="211123"/>
                  </a:cubicBezTo>
                  <a:cubicBezTo>
                    <a:pt x="60068" y="219124"/>
                    <a:pt x="59497" y="223315"/>
                    <a:pt x="43590" y="233030"/>
                  </a:cubicBezTo>
                  <a:cubicBezTo>
                    <a:pt x="27684" y="242746"/>
                    <a:pt x="67593" y="262939"/>
                    <a:pt x="93692" y="260939"/>
                  </a:cubicBezTo>
                  <a:cubicBezTo>
                    <a:pt x="119790" y="258938"/>
                    <a:pt x="149032" y="243222"/>
                    <a:pt x="157128" y="226458"/>
                  </a:cubicBezTo>
                  <a:cubicBezTo>
                    <a:pt x="165986" y="207884"/>
                    <a:pt x="165129" y="185786"/>
                    <a:pt x="153890" y="186263"/>
                  </a:cubicBezTo>
                  <a:close/>
                </a:path>
              </a:pathLst>
            </a:custGeom>
            <a:solidFill>
              <a:srgbClr val="FFCEA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62" name="Google Shape;3024;p47">
              <a:extLst>
                <a:ext uri="{FF2B5EF4-FFF2-40B4-BE49-F238E27FC236}">
                  <a16:creationId xmlns:a16="http://schemas.microsoft.com/office/drawing/2014/main" id="{CF374D8F-E60D-9153-0A5F-F91948AA3EEA}"/>
                </a:ext>
              </a:extLst>
            </p:cNvPr>
            <p:cNvSpPr/>
            <p:nvPr/>
          </p:nvSpPr>
          <p:spPr>
            <a:xfrm>
              <a:off x="5938247" y="3698937"/>
              <a:ext cx="250857" cy="415389"/>
            </a:xfrm>
            <a:custGeom>
              <a:avLst/>
              <a:gdLst/>
              <a:ahLst/>
              <a:cxnLst/>
              <a:rect l="l" t="t" r="r" b="b"/>
              <a:pathLst>
                <a:path w="250857" h="415389" extrusionOk="0">
                  <a:moveTo>
                    <a:pt x="164275" y="4121"/>
                  </a:moveTo>
                  <a:cubicBezTo>
                    <a:pt x="168847" y="15551"/>
                    <a:pt x="157131" y="29553"/>
                    <a:pt x="126175" y="39364"/>
                  </a:cubicBezTo>
                  <a:cubicBezTo>
                    <a:pt x="95218" y="49174"/>
                    <a:pt x="92266" y="36506"/>
                    <a:pt x="92266" y="36506"/>
                  </a:cubicBezTo>
                  <a:cubicBezTo>
                    <a:pt x="71558" y="45793"/>
                    <a:pt x="51375" y="56194"/>
                    <a:pt x="31782" y="67653"/>
                  </a:cubicBezTo>
                  <a:cubicBezTo>
                    <a:pt x="12732" y="80702"/>
                    <a:pt x="4921" y="118516"/>
                    <a:pt x="2350" y="181953"/>
                  </a:cubicBezTo>
                  <a:cubicBezTo>
                    <a:pt x="-508" y="255676"/>
                    <a:pt x="-794" y="365119"/>
                    <a:pt x="1683" y="383978"/>
                  </a:cubicBezTo>
                  <a:cubicBezTo>
                    <a:pt x="1683" y="383978"/>
                    <a:pt x="36544" y="418745"/>
                    <a:pt x="81217" y="415125"/>
                  </a:cubicBezTo>
                  <a:cubicBezTo>
                    <a:pt x="125889" y="411506"/>
                    <a:pt x="200946" y="371977"/>
                    <a:pt x="219139" y="341401"/>
                  </a:cubicBezTo>
                  <a:cubicBezTo>
                    <a:pt x="218662" y="276727"/>
                    <a:pt x="211042" y="266249"/>
                    <a:pt x="221520" y="229006"/>
                  </a:cubicBezTo>
                  <a:cubicBezTo>
                    <a:pt x="245523" y="143281"/>
                    <a:pt x="258096" y="108801"/>
                    <a:pt x="246475" y="52127"/>
                  </a:cubicBezTo>
                  <a:cubicBezTo>
                    <a:pt x="236950" y="5359"/>
                    <a:pt x="223425" y="-451"/>
                    <a:pt x="204946" y="25"/>
                  </a:cubicBezTo>
                  <a:cubicBezTo>
                    <a:pt x="191326" y="683"/>
                    <a:pt x="177752" y="2045"/>
                    <a:pt x="164275" y="4121"/>
                  </a:cubicBezTo>
                  <a:close/>
                </a:path>
              </a:pathLst>
            </a:custGeom>
            <a:solidFill>
              <a:srgbClr val="F4F4F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63" name="Google Shape;3025;p47">
              <a:extLst>
                <a:ext uri="{FF2B5EF4-FFF2-40B4-BE49-F238E27FC236}">
                  <a16:creationId xmlns:a16="http://schemas.microsoft.com/office/drawing/2014/main" id="{942500C4-BAA9-BEA0-68E3-7DBE37E244E6}"/>
                </a:ext>
              </a:extLst>
            </p:cNvPr>
            <p:cNvSpPr/>
            <p:nvPr/>
          </p:nvSpPr>
          <p:spPr>
            <a:xfrm>
              <a:off x="5692823" y="3751153"/>
              <a:ext cx="318504" cy="248122"/>
            </a:xfrm>
            <a:custGeom>
              <a:avLst/>
              <a:gdLst/>
              <a:ahLst/>
              <a:cxnLst/>
              <a:rect l="l" t="t" r="r" b="b"/>
              <a:pathLst>
                <a:path w="318504" h="248122" extrusionOk="0">
                  <a:moveTo>
                    <a:pt x="177479" y="190982"/>
                  </a:moveTo>
                  <a:cubicBezTo>
                    <a:pt x="214150" y="200507"/>
                    <a:pt x="222723" y="177171"/>
                    <a:pt x="227580" y="158026"/>
                  </a:cubicBezTo>
                  <a:cubicBezTo>
                    <a:pt x="239201" y="111734"/>
                    <a:pt x="245487" y="69920"/>
                    <a:pt x="254155" y="43726"/>
                  </a:cubicBezTo>
                  <a:cubicBezTo>
                    <a:pt x="264442" y="12674"/>
                    <a:pt x="275110" y="7721"/>
                    <a:pt x="290255" y="1721"/>
                  </a:cubicBezTo>
                  <a:cubicBezTo>
                    <a:pt x="307876" y="-5423"/>
                    <a:pt x="323116" y="9531"/>
                    <a:pt x="317210" y="49346"/>
                  </a:cubicBezTo>
                  <a:cubicBezTo>
                    <a:pt x="310010" y="95104"/>
                    <a:pt x="298789" y="140138"/>
                    <a:pt x="283683" y="183934"/>
                  </a:cubicBezTo>
                  <a:cubicBezTo>
                    <a:pt x="279110" y="198412"/>
                    <a:pt x="268919" y="224034"/>
                    <a:pt x="253583" y="236417"/>
                  </a:cubicBezTo>
                  <a:cubicBezTo>
                    <a:pt x="234533" y="251656"/>
                    <a:pt x="205958" y="250990"/>
                    <a:pt x="163096" y="240322"/>
                  </a:cubicBezTo>
                  <a:cubicBezTo>
                    <a:pt x="144808" y="235750"/>
                    <a:pt x="124996" y="224796"/>
                    <a:pt x="89849" y="208604"/>
                  </a:cubicBezTo>
                  <a:cubicBezTo>
                    <a:pt x="80324" y="204222"/>
                    <a:pt x="73275" y="201364"/>
                    <a:pt x="55368" y="192983"/>
                  </a:cubicBezTo>
                  <a:cubicBezTo>
                    <a:pt x="37423" y="184886"/>
                    <a:pt x="21678" y="172599"/>
                    <a:pt x="9458" y="157169"/>
                  </a:cubicBezTo>
                  <a:cubicBezTo>
                    <a:pt x="-67" y="143548"/>
                    <a:pt x="-1115" y="137166"/>
                    <a:pt x="790" y="134118"/>
                  </a:cubicBezTo>
                  <a:cubicBezTo>
                    <a:pt x="2695" y="131070"/>
                    <a:pt x="7458" y="131070"/>
                    <a:pt x="12410" y="136785"/>
                  </a:cubicBezTo>
                  <a:cubicBezTo>
                    <a:pt x="19697" y="146405"/>
                    <a:pt x="28632" y="154664"/>
                    <a:pt x="38795" y="161169"/>
                  </a:cubicBezTo>
                  <a:cubicBezTo>
                    <a:pt x="38795" y="161169"/>
                    <a:pt x="27174" y="149168"/>
                    <a:pt x="20983" y="141452"/>
                  </a:cubicBezTo>
                  <a:cubicBezTo>
                    <a:pt x="15363" y="134547"/>
                    <a:pt x="10686" y="126927"/>
                    <a:pt x="7076" y="118783"/>
                  </a:cubicBezTo>
                  <a:cubicBezTo>
                    <a:pt x="3743" y="110877"/>
                    <a:pt x="10601" y="99733"/>
                    <a:pt x="15744" y="105734"/>
                  </a:cubicBezTo>
                  <a:cubicBezTo>
                    <a:pt x="20888" y="111734"/>
                    <a:pt x="23459" y="117164"/>
                    <a:pt x="32889" y="128498"/>
                  </a:cubicBezTo>
                  <a:cubicBezTo>
                    <a:pt x="37880" y="134547"/>
                    <a:pt x="43567" y="139985"/>
                    <a:pt x="49844" y="144691"/>
                  </a:cubicBezTo>
                  <a:cubicBezTo>
                    <a:pt x="43977" y="136738"/>
                    <a:pt x="38757" y="128327"/>
                    <a:pt x="34223" y="119545"/>
                  </a:cubicBezTo>
                  <a:cubicBezTo>
                    <a:pt x="30213" y="112649"/>
                    <a:pt x="28232" y="104753"/>
                    <a:pt x="28508" y="96780"/>
                  </a:cubicBezTo>
                  <a:cubicBezTo>
                    <a:pt x="28508" y="92684"/>
                    <a:pt x="34699" y="87731"/>
                    <a:pt x="40128" y="95637"/>
                  </a:cubicBezTo>
                  <a:cubicBezTo>
                    <a:pt x="45510" y="106372"/>
                    <a:pt x="52130" y="116440"/>
                    <a:pt x="59845" y="125641"/>
                  </a:cubicBezTo>
                  <a:cubicBezTo>
                    <a:pt x="68227" y="134309"/>
                    <a:pt x="75275" y="139357"/>
                    <a:pt x="75466" y="136880"/>
                  </a:cubicBezTo>
                  <a:cubicBezTo>
                    <a:pt x="75657" y="134404"/>
                    <a:pt x="70418" y="129737"/>
                    <a:pt x="67465" y="119640"/>
                  </a:cubicBezTo>
                  <a:cubicBezTo>
                    <a:pt x="64512" y="109544"/>
                    <a:pt x="67465" y="98876"/>
                    <a:pt x="73085" y="97637"/>
                  </a:cubicBezTo>
                  <a:cubicBezTo>
                    <a:pt x="78705" y="96399"/>
                    <a:pt x="77561" y="96780"/>
                    <a:pt x="82038" y="106305"/>
                  </a:cubicBezTo>
                  <a:cubicBezTo>
                    <a:pt x="88230" y="116002"/>
                    <a:pt x="93792" y="126089"/>
                    <a:pt x="98707" y="136499"/>
                  </a:cubicBezTo>
                  <a:cubicBezTo>
                    <a:pt x="101536" y="146263"/>
                    <a:pt x="106699" y="155187"/>
                    <a:pt x="113757" y="162503"/>
                  </a:cubicBezTo>
                  <a:cubicBezTo>
                    <a:pt x="122805" y="171647"/>
                    <a:pt x="142713" y="182219"/>
                    <a:pt x="177479" y="190982"/>
                  </a:cubicBezTo>
                  <a:close/>
                </a:path>
              </a:pathLst>
            </a:custGeom>
            <a:solidFill>
              <a:srgbClr val="FFCEA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64" name="Google Shape;3026;p47">
              <a:extLst>
                <a:ext uri="{FF2B5EF4-FFF2-40B4-BE49-F238E27FC236}">
                  <a16:creationId xmlns:a16="http://schemas.microsoft.com/office/drawing/2014/main" id="{C41DBB24-C381-03EA-C6F3-E4D530B4B4AA}"/>
                </a:ext>
              </a:extLst>
            </p:cNvPr>
            <p:cNvSpPr/>
            <p:nvPr/>
          </p:nvSpPr>
          <p:spPr>
            <a:xfrm>
              <a:off x="5925738" y="3745773"/>
              <a:ext cx="96916" cy="141862"/>
            </a:xfrm>
            <a:custGeom>
              <a:avLst/>
              <a:gdLst/>
              <a:ahLst/>
              <a:cxnLst/>
              <a:rect l="l" t="t" r="r" b="b"/>
              <a:pathLst>
                <a:path w="96916" h="141862" extrusionOk="0">
                  <a:moveTo>
                    <a:pt x="70866" y="624"/>
                  </a:moveTo>
                  <a:cubicBezTo>
                    <a:pt x="46387" y="-2900"/>
                    <a:pt x="29146" y="8053"/>
                    <a:pt x="18288" y="45105"/>
                  </a:cubicBezTo>
                  <a:cubicBezTo>
                    <a:pt x="7429" y="82158"/>
                    <a:pt x="0" y="112638"/>
                    <a:pt x="0" y="112638"/>
                  </a:cubicBezTo>
                  <a:cubicBezTo>
                    <a:pt x="9677" y="126611"/>
                    <a:pt x="24336" y="136355"/>
                    <a:pt x="40957" y="139879"/>
                  </a:cubicBezTo>
                  <a:cubicBezTo>
                    <a:pt x="70199" y="146928"/>
                    <a:pt x="80772" y="132926"/>
                    <a:pt x="80772" y="132926"/>
                  </a:cubicBezTo>
                  <a:cubicBezTo>
                    <a:pt x="80772" y="132926"/>
                    <a:pt x="88868" y="94064"/>
                    <a:pt x="93916" y="67680"/>
                  </a:cubicBezTo>
                  <a:cubicBezTo>
                    <a:pt x="98965" y="41295"/>
                    <a:pt x="101155" y="5101"/>
                    <a:pt x="70866" y="624"/>
                  </a:cubicBezTo>
                  <a:close/>
                </a:path>
              </a:pathLst>
            </a:custGeom>
            <a:solidFill>
              <a:srgbClr val="EDEDE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65" name="Google Shape;3027;p47">
              <a:extLst>
                <a:ext uri="{FF2B5EF4-FFF2-40B4-BE49-F238E27FC236}">
                  <a16:creationId xmlns:a16="http://schemas.microsoft.com/office/drawing/2014/main" id="{B7263AAC-52F5-AFA0-71B6-4DAFDB78ED57}"/>
                </a:ext>
              </a:extLst>
            </p:cNvPr>
            <p:cNvSpPr/>
            <p:nvPr/>
          </p:nvSpPr>
          <p:spPr>
            <a:xfrm>
              <a:off x="5972396" y="3502859"/>
              <a:ext cx="158142" cy="174304"/>
            </a:xfrm>
            <a:custGeom>
              <a:avLst/>
              <a:gdLst/>
              <a:ahLst/>
              <a:cxnLst/>
              <a:rect l="l" t="t" r="r" b="b"/>
              <a:pathLst>
                <a:path w="158142" h="174304" extrusionOk="0">
                  <a:moveTo>
                    <a:pt x="8872" y="71897"/>
                  </a:moveTo>
                  <a:cubicBezTo>
                    <a:pt x="8872" y="71897"/>
                    <a:pt x="-29704" y="13223"/>
                    <a:pt x="54021" y="1221"/>
                  </a:cubicBezTo>
                  <a:cubicBezTo>
                    <a:pt x="114409" y="-7446"/>
                    <a:pt x="153176" y="31416"/>
                    <a:pt x="157653" y="73516"/>
                  </a:cubicBezTo>
                  <a:cubicBezTo>
                    <a:pt x="161939" y="113712"/>
                    <a:pt x="137174" y="155527"/>
                    <a:pt x="119553" y="172100"/>
                  </a:cubicBezTo>
                  <a:cubicBezTo>
                    <a:pt x="101960" y="176519"/>
                    <a:pt x="83358" y="174243"/>
                    <a:pt x="67356" y="165718"/>
                  </a:cubicBezTo>
                  <a:cubicBezTo>
                    <a:pt x="66403" y="154793"/>
                    <a:pt x="66022" y="143820"/>
                    <a:pt x="66213" y="132857"/>
                  </a:cubicBezTo>
                  <a:cubicBezTo>
                    <a:pt x="66213" y="132857"/>
                    <a:pt x="95359" y="70849"/>
                    <a:pt x="8872" y="71897"/>
                  </a:cubicBezTo>
                  <a:close/>
                </a:path>
              </a:pathLst>
            </a:custGeom>
            <a:solidFill>
              <a:srgbClr val="2B2A30"/>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nvGrpSpPr>
            <p:cNvPr id="2366" name="Google Shape;3028;p47">
              <a:extLst>
                <a:ext uri="{FF2B5EF4-FFF2-40B4-BE49-F238E27FC236}">
                  <a16:creationId xmlns:a16="http://schemas.microsoft.com/office/drawing/2014/main" id="{712FFC7A-3325-659E-79DF-2FDB42FE1B0D}"/>
                </a:ext>
              </a:extLst>
            </p:cNvPr>
            <p:cNvGrpSpPr/>
            <p:nvPr/>
          </p:nvGrpSpPr>
          <p:grpSpPr>
            <a:xfrm>
              <a:off x="3871486" y="368362"/>
              <a:ext cx="330894" cy="250785"/>
              <a:chOff x="6621095" y="1452181"/>
              <a:chExt cx="330894" cy="250785"/>
            </a:xfrm>
          </p:grpSpPr>
          <p:sp>
            <p:nvSpPr>
              <p:cNvPr id="2383" name="Google Shape;3029;p47">
                <a:extLst>
                  <a:ext uri="{FF2B5EF4-FFF2-40B4-BE49-F238E27FC236}">
                    <a16:creationId xmlns:a16="http://schemas.microsoft.com/office/drawing/2014/main" id="{CD56C193-B2C0-3022-46A8-03564B5A4FA8}"/>
                  </a:ext>
                </a:extLst>
              </p:cNvPr>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84" name="Google Shape;3030;p47">
                <a:extLst>
                  <a:ext uri="{FF2B5EF4-FFF2-40B4-BE49-F238E27FC236}">
                    <a16:creationId xmlns:a16="http://schemas.microsoft.com/office/drawing/2014/main" id="{4CEC4091-5138-275D-524A-76C5E987866A}"/>
                  </a:ext>
                </a:extLst>
              </p:cNvPr>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85" name="Google Shape;3031;p47">
                <a:extLst>
                  <a:ext uri="{FF2B5EF4-FFF2-40B4-BE49-F238E27FC236}">
                    <a16:creationId xmlns:a16="http://schemas.microsoft.com/office/drawing/2014/main" id="{4B0F03D5-FF8D-C281-579A-2424BCC230A3}"/>
                  </a:ext>
                </a:extLst>
              </p:cNvPr>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86" name="Google Shape;3032;p47">
                <a:extLst>
                  <a:ext uri="{FF2B5EF4-FFF2-40B4-BE49-F238E27FC236}">
                    <a16:creationId xmlns:a16="http://schemas.microsoft.com/office/drawing/2014/main" id="{A1D7351C-3033-062D-83C5-30C3E6ABF174}"/>
                  </a:ext>
                </a:extLst>
              </p:cNvPr>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87" name="Google Shape;3033;p47">
                <a:extLst>
                  <a:ext uri="{FF2B5EF4-FFF2-40B4-BE49-F238E27FC236}">
                    <a16:creationId xmlns:a16="http://schemas.microsoft.com/office/drawing/2014/main" id="{3EBBBCFE-5405-9F82-77A6-6AE1C36BF2FB}"/>
                  </a:ext>
                </a:extLst>
              </p:cNvPr>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2367" name="Google Shape;3034;p47">
              <a:extLst>
                <a:ext uri="{FF2B5EF4-FFF2-40B4-BE49-F238E27FC236}">
                  <a16:creationId xmlns:a16="http://schemas.microsoft.com/office/drawing/2014/main" id="{9A23BFB6-C23E-87C1-C095-98A2CC31AD42}"/>
                </a:ext>
              </a:extLst>
            </p:cNvPr>
            <p:cNvGrpSpPr/>
            <p:nvPr/>
          </p:nvGrpSpPr>
          <p:grpSpPr>
            <a:xfrm>
              <a:off x="4704106" y="852569"/>
              <a:ext cx="330894" cy="250785"/>
              <a:chOff x="6621095" y="1452181"/>
              <a:chExt cx="330894" cy="250785"/>
            </a:xfrm>
          </p:grpSpPr>
          <p:sp>
            <p:nvSpPr>
              <p:cNvPr id="2378" name="Google Shape;3035;p47">
                <a:extLst>
                  <a:ext uri="{FF2B5EF4-FFF2-40B4-BE49-F238E27FC236}">
                    <a16:creationId xmlns:a16="http://schemas.microsoft.com/office/drawing/2014/main" id="{8D74CEF3-DC64-E54B-31EF-91F70D7293EA}"/>
                  </a:ext>
                </a:extLst>
              </p:cNvPr>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79" name="Google Shape;3036;p47">
                <a:extLst>
                  <a:ext uri="{FF2B5EF4-FFF2-40B4-BE49-F238E27FC236}">
                    <a16:creationId xmlns:a16="http://schemas.microsoft.com/office/drawing/2014/main" id="{E19EC4BB-CC32-622A-62D3-4823E9A3B02A}"/>
                  </a:ext>
                </a:extLst>
              </p:cNvPr>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80" name="Google Shape;3037;p47">
                <a:extLst>
                  <a:ext uri="{FF2B5EF4-FFF2-40B4-BE49-F238E27FC236}">
                    <a16:creationId xmlns:a16="http://schemas.microsoft.com/office/drawing/2014/main" id="{2E79BD70-6D13-ECEA-A108-C31CE2DB2E86}"/>
                  </a:ext>
                </a:extLst>
              </p:cNvPr>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81" name="Google Shape;3038;p47">
                <a:extLst>
                  <a:ext uri="{FF2B5EF4-FFF2-40B4-BE49-F238E27FC236}">
                    <a16:creationId xmlns:a16="http://schemas.microsoft.com/office/drawing/2014/main" id="{73CFE22E-4E73-E88B-BE9D-795108265A40}"/>
                  </a:ext>
                </a:extLst>
              </p:cNvPr>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82" name="Google Shape;3039;p47">
                <a:extLst>
                  <a:ext uri="{FF2B5EF4-FFF2-40B4-BE49-F238E27FC236}">
                    <a16:creationId xmlns:a16="http://schemas.microsoft.com/office/drawing/2014/main" id="{38109BF7-9055-0BCC-EBB6-5D18836B3E2F}"/>
                  </a:ext>
                </a:extLst>
              </p:cNvPr>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2368" name="Google Shape;3040;p47">
              <a:extLst>
                <a:ext uri="{FF2B5EF4-FFF2-40B4-BE49-F238E27FC236}">
                  <a16:creationId xmlns:a16="http://schemas.microsoft.com/office/drawing/2014/main" id="{A546B2C6-3883-C270-C19E-9B77D32B9095}"/>
                </a:ext>
              </a:extLst>
            </p:cNvPr>
            <p:cNvSpPr/>
            <p:nvPr/>
          </p:nvSpPr>
          <p:spPr>
            <a:xfrm>
              <a:off x="5005135" y="663654"/>
              <a:ext cx="157949" cy="441664"/>
            </a:xfrm>
            <a:custGeom>
              <a:avLst/>
              <a:gdLst/>
              <a:ahLst/>
              <a:cxnLst/>
              <a:rect l="l" t="t" r="r" b="b"/>
              <a:pathLst>
                <a:path w="157949" h="441664" extrusionOk="0">
                  <a:moveTo>
                    <a:pt x="12203" y="371070"/>
                  </a:moveTo>
                  <a:cubicBezTo>
                    <a:pt x="20680" y="365574"/>
                    <a:pt x="29462" y="360555"/>
                    <a:pt x="38492" y="356021"/>
                  </a:cubicBezTo>
                  <a:cubicBezTo>
                    <a:pt x="46960" y="353439"/>
                    <a:pt x="54656" y="348791"/>
                    <a:pt x="60876" y="342495"/>
                  </a:cubicBezTo>
                  <a:cubicBezTo>
                    <a:pt x="69162" y="334399"/>
                    <a:pt x="82593" y="304395"/>
                    <a:pt x="92118" y="274391"/>
                  </a:cubicBezTo>
                  <a:cubicBezTo>
                    <a:pt x="101785" y="240846"/>
                    <a:pt x="105624" y="205889"/>
                    <a:pt x="103452" y="171045"/>
                  </a:cubicBezTo>
                  <a:cubicBezTo>
                    <a:pt x="99357" y="129516"/>
                    <a:pt x="84402" y="71318"/>
                    <a:pt x="80593" y="47220"/>
                  </a:cubicBezTo>
                  <a:cubicBezTo>
                    <a:pt x="76782" y="23122"/>
                    <a:pt x="84498" y="13692"/>
                    <a:pt x="95642" y="4929"/>
                  </a:cubicBezTo>
                  <a:cubicBezTo>
                    <a:pt x="108691" y="-5453"/>
                    <a:pt x="126789" y="-881"/>
                    <a:pt x="136409" y="32647"/>
                  </a:cubicBezTo>
                  <a:cubicBezTo>
                    <a:pt x="148810" y="79078"/>
                    <a:pt x="156030" y="126740"/>
                    <a:pt x="157935" y="174760"/>
                  </a:cubicBezTo>
                  <a:cubicBezTo>
                    <a:pt x="158269" y="210341"/>
                    <a:pt x="152773" y="245736"/>
                    <a:pt x="141648" y="279535"/>
                  </a:cubicBezTo>
                  <a:cubicBezTo>
                    <a:pt x="131656" y="308501"/>
                    <a:pt x="118226" y="336161"/>
                    <a:pt x="101643" y="361926"/>
                  </a:cubicBezTo>
                  <a:cubicBezTo>
                    <a:pt x="97071" y="369737"/>
                    <a:pt x="95547" y="376595"/>
                    <a:pt x="88498" y="392406"/>
                  </a:cubicBezTo>
                  <a:cubicBezTo>
                    <a:pt x="81745" y="408237"/>
                    <a:pt x="71258" y="422191"/>
                    <a:pt x="57923" y="433078"/>
                  </a:cubicBezTo>
                  <a:cubicBezTo>
                    <a:pt x="46112" y="441555"/>
                    <a:pt x="40587" y="442603"/>
                    <a:pt x="37825" y="441079"/>
                  </a:cubicBezTo>
                  <a:cubicBezTo>
                    <a:pt x="35063" y="439555"/>
                    <a:pt x="35063" y="435364"/>
                    <a:pt x="40016" y="430887"/>
                  </a:cubicBezTo>
                  <a:cubicBezTo>
                    <a:pt x="48341" y="424391"/>
                    <a:pt x="55437" y="416457"/>
                    <a:pt x="60971" y="407456"/>
                  </a:cubicBezTo>
                  <a:cubicBezTo>
                    <a:pt x="60971" y="407456"/>
                    <a:pt x="50684" y="417743"/>
                    <a:pt x="44017" y="423362"/>
                  </a:cubicBezTo>
                  <a:cubicBezTo>
                    <a:pt x="38044" y="428354"/>
                    <a:pt x="31443" y="432545"/>
                    <a:pt x="24395" y="435840"/>
                  </a:cubicBezTo>
                  <a:cubicBezTo>
                    <a:pt x="17537" y="438888"/>
                    <a:pt x="8012" y="433078"/>
                    <a:pt x="12870" y="428411"/>
                  </a:cubicBezTo>
                  <a:cubicBezTo>
                    <a:pt x="17727" y="423743"/>
                    <a:pt x="22395" y="421553"/>
                    <a:pt x="32491" y="413076"/>
                  </a:cubicBezTo>
                  <a:cubicBezTo>
                    <a:pt x="37701" y="408580"/>
                    <a:pt x="42369" y="403503"/>
                    <a:pt x="46398" y="397931"/>
                  </a:cubicBezTo>
                  <a:cubicBezTo>
                    <a:pt x="39521" y="403208"/>
                    <a:pt x="32225" y="407922"/>
                    <a:pt x="24585" y="412028"/>
                  </a:cubicBezTo>
                  <a:cubicBezTo>
                    <a:pt x="18632" y="415685"/>
                    <a:pt x="11755" y="417533"/>
                    <a:pt x="4773" y="417362"/>
                  </a:cubicBezTo>
                  <a:cubicBezTo>
                    <a:pt x="1154" y="417362"/>
                    <a:pt x="-3228" y="412218"/>
                    <a:pt x="3535" y="407265"/>
                  </a:cubicBezTo>
                  <a:cubicBezTo>
                    <a:pt x="12879" y="402417"/>
                    <a:pt x="21604" y="396473"/>
                    <a:pt x="29538" y="389549"/>
                  </a:cubicBezTo>
                  <a:cubicBezTo>
                    <a:pt x="37063" y="382119"/>
                    <a:pt x="41254" y="375833"/>
                    <a:pt x="39063" y="375642"/>
                  </a:cubicBezTo>
                  <a:cubicBezTo>
                    <a:pt x="36873" y="375452"/>
                    <a:pt x="32872" y="380214"/>
                    <a:pt x="24109" y="382976"/>
                  </a:cubicBezTo>
                  <a:cubicBezTo>
                    <a:pt x="15346" y="385739"/>
                    <a:pt x="5917" y="382976"/>
                    <a:pt x="5059" y="378404"/>
                  </a:cubicBezTo>
                  <a:cubicBezTo>
                    <a:pt x="4202" y="373832"/>
                    <a:pt x="4011" y="375261"/>
                    <a:pt x="12203" y="371070"/>
                  </a:cubicBezTo>
                  <a:close/>
                </a:path>
              </a:pathLst>
            </a:custGeom>
            <a:solidFill>
              <a:srgbClr val="FFCEA9"/>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69" name="Google Shape;3041;p47">
              <a:extLst>
                <a:ext uri="{FF2B5EF4-FFF2-40B4-BE49-F238E27FC236}">
                  <a16:creationId xmlns:a16="http://schemas.microsoft.com/office/drawing/2014/main" id="{45CA5E08-F9FF-1E25-CDA2-9C14B2651106}"/>
                </a:ext>
              </a:extLst>
            </p:cNvPr>
            <p:cNvSpPr/>
            <p:nvPr/>
          </p:nvSpPr>
          <p:spPr>
            <a:xfrm>
              <a:off x="5078203" y="660182"/>
              <a:ext cx="90963" cy="123358"/>
            </a:xfrm>
            <a:custGeom>
              <a:avLst/>
              <a:gdLst/>
              <a:ahLst/>
              <a:cxnLst/>
              <a:rect l="l" t="t" r="r" b="b"/>
              <a:pathLst>
                <a:path w="90963" h="123358" extrusionOk="0">
                  <a:moveTo>
                    <a:pt x="90964" y="98317"/>
                  </a:moveTo>
                  <a:cubicBezTo>
                    <a:pt x="90964" y="98317"/>
                    <a:pt x="58007" y="131083"/>
                    <a:pt x="19050" y="121653"/>
                  </a:cubicBezTo>
                  <a:cubicBezTo>
                    <a:pt x="13525" y="117843"/>
                    <a:pt x="0" y="41358"/>
                    <a:pt x="0" y="41358"/>
                  </a:cubicBezTo>
                  <a:cubicBezTo>
                    <a:pt x="0" y="41358"/>
                    <a:pt x="0" y="-1029"/>
                    <a:pt x="32480" y="19"/>
                  </a:cubicBezTo>
                  <a:cubicBezTo>
                    <a:pt x="64961" y="1067"/>
                    <a:pt x="90964" y="98317"/>
                    <a:pt x="90964" y="98317"/>
                  </a:cubicBezTo>
                  <a:close/>
                </a:path>
              </a:pathLst>
            </a:custGeom>
            <a:solidFill>
              <a:srgbClr val="EDEDE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nvGrpSpPr>
            <p:cNvPr id="2370" name="Google Shape;3042;p47">
              <a:extLst>
                <a:ext uri="{FF2B5EF4-FFF2-40B4-BE49-F238E27FC236}">
                  <a16:creationId xmlns:a16="http://schemas.microsoft.com/office/drawing/2014/main" id="{C56690BC-88E9-2E7E-1E1F-E1D75D8F8273}"/>
                </a:ext>
              </a:extLst>
            </p:cNvPr>
            <p:cNvGrpSpPr/>
            <p:nvPr/>
          </p:nvGrpSpPr>
          <p:grpSpPr>
            <a:xfrm flipH="1">
              <a:off x="2446567" y="1414370"/>
              <a:ext cx="298963" cy="226660"/>
              <a:chOff x="6621095" y="1452181"/>
              <a:chExt cx="330894" cy="250785"/>
            </a:xfrm>
          </p:grpSpPr>
          <p:sp>
            <p:nvSpPr>
              <p:cNvPr id="2373" name="Google Shape;3043;p47">
                <a:extLst>
                  <a:ext uri="{FF2B5EF4-FFF2-40B4-BE49-F238E27FC236}">
                    <a16:creationId xmlns:a16="http://schemas.microsoft.com/office/drawing/2014/main" id="{42944F22-DCCD-3479-E306-0ADCC98FB193}"/>
                  </a:ext>
                </a:extLst>
              </p:cNvPr>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74" name="Google Shape;3044;p47">
                <a:extLst>
                  <a:ext uri="{FF2B5EF4-FFF2-40B4-BE49-F238E27FC236}">
                    <a16:creationId xmlns:a16="http://schemas.microsoft.com/office/drawing/2014/main" id="{018078A8-E032-B342-0681-A93675179D3F}"/>
                  </a:ext>
                </a:extLst>
              </p:cNvPr>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75" name="Google Shape;3045;p47">
                <a:extLst>
                  <a:ext uri="{FF2B5EF4-FFF2-40B4-BE49-F238E27FC236}">
                    <a16:creationId xmlns:a16="http://schemas.microsoft.com/office/drawing/2014/main" id="{10E2C4DE-81CC-7884-318E-AA412DC5D9AE}"/>
                  </a:ext>
                </a:extLst>
              </p:cNvPr>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76" name="Google Shape;3046;p47">
                <a:extLst>
                  <a:ext uri="{FF2B5EF4-FFF2-40B4-BE49-F238E27FC236}">
                    <a16:creationId xmlns:a16="http://schemas.microsoft.com/office/drawing/2014/main" id="{599BCFF0-A997-8B06-F0B9-7EE0C2039EA3}"/>
                  </a:ext>
                </a:extLst>
              </p:cNvPr>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77" name="Google Shape;3047;p47">
                <a:extLst>
                  <a:ext uri="{FF2B5EF4-FFF2-40B4-BE49-F238E27FC236}">
                    <a16:creationId xmlns:a16="http://schemas.microsoft.com/office/drawing/2014/main" id="{51BAF6DA-58E8-F569-D478-70BCC232ADEF}"/>
                  </a:ext>
                </a:extLst>
              </p:cNvPr>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2371" name="Google Shape;3048;p47">
              <a:extLst>
                <a:ext uri="{FF2B5EF4-FFF2-40B4-BE49-F238E27FC236}">
                  <a16:creationId xmlns:a16="http://schemas.microsoft.com/office/drawing/2014/main" id="{99E9D634-BE4E-AB26-918D-620E2F955DF2}"/>
                </a:ext>
              </a:extLst>
            </p:cNvPr>
            <p:cNvSpPr/>
            <p:nvPr/>
          </p:nvSpPr>
          <p:spPr>
            <a:xfrm>
              <a:off x="2329846" y="1241863"/>
              <a:ext cx="143174" cy="402337"/>
            </a:xfrm>
            <a:custGeom>
              <a:avLst/>
              <a:gdLst/>
              <a:ahLst/>
              <a:cxnLst/>
              <a:rect l="l" t="t" r="r" b="b"/>
              <a:pathLst>
                <a:path w="143174" h="402337" extrusionOk="0">
                  <a:moveTo>
                    <a:pt x="132316" y="337406"/>
                  </a:moveTo>
                  <a:cubicBezTo>
                    <a:pt x="124650" y="332329"/>
                    <a:pt x="116664" y="327748"/>
                    <a:pt x="108408" y="323690"/>
                  </a:cubicBezTo>
                  <a:cubicBezTo>
                    <a:pt x="100708" y="321280"/>
                    <a:pt x="93712" y="317032"/>
                    <a:pt x="88025" y="311307"/>
                  </a:cubicBezTo>
                  <a:cubicBezTo>
                    <a:pt x="80500" y="303973"/>
                    <a:pt x="68308" y="276255"/>
                    <a:pt x="59450" y="249204"/>
                  </a:cubicBezTo>
                  <a:cubicBezTo>
                    <a:pt x="50616" y="218763"/>
                    <a:pt x="47136" y="187016"/>
                    <a:pt x="49163" y="155383"/>
                  </a:cubicBezTo>
                  <a:cubicBezTo>
                    <a:pt x="52877" y="117283"/>
                    <a:pt x="66498" y="64419"/>
                    <a:pt x="69927" y="42607"/>
                  </a:cubicBezTo>
                  <a:cubicBezTo>
                    <a:pt x="73356" y="20795"/>
                    <a:pt x="66403" y="12127"/>
                    <a:pt x="56211" y="4507"/>
                  </a:cubicBezTo>
                  <a:cubicBezTo>
                    <a:pt x="44305" y="-5018"/>
                    <a:pt x="27636" y="-732"/>
                    <a:pt x="19064" y="29844"/>
                  </a:cubicBezTo>
                  <a:cubicBezTo>
                    <a:pt x="7948" y="72154"/>
                    <a:pt x="1559" y="115569"/>
                    <a:pt x="14" y="159288"/>
                  </a:cubicBezTo>
                  <a:cubicBezTo>
                    <a:pt x="-297" y="191635"/>
                    <a:pt x="4690" y="223811"/>
                    <a:pt x="14777" y="254538"/>
                  </a:cubicBezTo>
                  <a:cubicBezTo>
                    <a:pt x="23864" y="280970"/>
                    <a:pt x="36113" y="306202"/>
                    <a:pt x="51258" y="329691"/>
                  </a:cubicBezTo>
                  <a:cubicBezTo>
                    <a:pt x="55449" y="336739"/>
                    <a:pt x="56783" y="342930"/>
                    <a:pt x="63164" y="357313"/>
                  </a:cubicBezTo>
                  <a:cubicBezTo>
                    <a:pt x="69329" y="371772"/>
                    <a:pt x="78905" y="384517"/>
                    <a:pt x="91073" y="394461"/>
                  </a:cubicBezTo>
                  <a:cubicBezTo>
                    <a:pt x="101836" y="402176"/>
                    <a:pt x="106884" y="403224"/>
                    <a:pt x="109361" y="401795"/>
                  </a:cubicBezTo>
                  <a:cubicBezTo>
                    <a:pt x="111837" y="400366"/>
                    <a:pt x="111837" y="396461"/>
                    <a:pt x="107360" y="392270"/>
                  </a:cubicBezTo>
                  <a:cubicBezTo>
                    <a:pt x="99783" y="386317"/>
                    <a:pt x="93331" y="379059"/>
                    <a:pt x="88310" y="370839"/>
                  </a:cubicBezTo>
                  <a:cubicBezTo>
                    <a:pt x="88310" y="370839"/>
                    <a:pt x="97835" y="380364"/>
                    <a:pt x="103836" y="385412"/>
                  </a:cubicBezTo>
                  <a:cubicBezTo>
                    <a:pt x="109247" y="389955"/>
                    <a:pt x="115237" y="393775"/>
                    <a:pt x="121648" y="396747"/>
                  </a:cubicBezTo>
                  <a:cubicBezTo>
                    <a:pt x="127934" y="399509"/>
                    <a:pt x="136602" y="394175"/>
                    <a:pt x="132125" y="389984"/>
                  </a:cubicBezTo>
                  <a:cubicBezTo>
                    <a:pt x="127649" y="385793"/>
                    <a:pt x="123172" y="383697"/>
                    <a:pt x="114314" y="375982"/>
                  </a:cubicBezTo>
                  <a:cubicBezTo>
                    <a:pt x="109302" y="372067"/>
                    <a:pt x="104818" y="367524"/>
                    <a:pt x="100979" y="362457"/>
                  </a:cubicBezTo>
                  <a:cubicBezTo>
                    <a:pt x="107247" y="367238"/>
                    <a:pt x="113870" y="371534"/>
                    <a:pt x="120791" y="375315"/>
                  </a:cubicBezTo>
                  <a:cubicBezTo>
                    <a:pt x="126215" y="378592"/>
                    <a:pt x="132455" y="380278"/>
                    <a:pt x="138793" y="380173"/>
                  </a:cubicBezTo>
                  <a:cubicBezTo>
                    <a:pt x="142127" y="380173"/>
                    <a:pt x="146127" y="375411"/>
                    <a:pt x="139936" y="370648"/>
                  </a:cubicBezTo>
                  <a:cubicBezTo>
                    <a:pt x="131572" y="366295"/>
                    <a:pt x="123741" y="360990"/>
                    <a:pt x="116600" y="354837"/>
                  </a:cubicBezTo>
                  <a:cubicBezTo>
                    <a:pt x="109742" y="347979"/>
                    <a:pt x="105932" y="342264"/>
                    <a:pt x="107837" y="342168"/>
                  </a:cubicBezTo>
                  <a:cubicBezTo>
                    <a:pt x="109742" y="342073"/>
                    <a:pt x="113456" y="346264"/>
                    <a:pt x="121457" y="348836"/>
                  </a:cubicBezTo>
                  <a:cubicBezTo>
                    <a:pt x="129458" y="351408"/>
                    <a:pt x="138031" y="348836"/>
                    <a:pt x="139079" y="344645"/>
                  </a:cubicBezTo>
                  <a:cubicBezTo>
                    <a:pt x="140126" y="340454"/>
                    <a:pt x="139841" y="341121"/>
                    <a:pt x="132316" y="337406"/>
                  </a:cubicBezTo>
                  <a:close/>
                </a:path>
              </a:pathLst>
            </a:custGeom>
            <a:solidFill>
              <a:srgbClr val="DFAE8E"/>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372" name="Google Shape;3049;p47">
              <a:extLst>
                <a:ext uri="{FF2B5EF4-FFF2-40B4-BE49-F238E27FC236}">
                  <a16:creationId xmlns:a16="http://schemas.microsoft.com/office/drawing/2014/main" id="{D539D30C-915D-4D68-D90B-8C456740F766}"/>
                </a:ext>
              </a:extLst>
            </p:cNvPr>
            <p:cNvSpPr/>
            <p:nvPr/>
          </p:nvSpPr>
          <p:spPr>
            <a:xfrm>
              <a:off x="2323859" y="1237315"/>
              <a:ext cx="82772" cy="112806"/>
            </a:xfrm>
            <a:custGeom>
              <a:avLst/>
              <a:gdLst/>
              <a:ahLst/>
              <a:cxnLst/>
              <a:rect l="l" t="t" r="r" b="b"/>
              <a:pathLst>
                <a:path w="82772" h="112806" extrusionOk="0">
                  <a:moveTo>
                    <a:pt x="0" y="90018"/>
                  </a:moveTo>
                  <a:cubicBezTo>
                    <a:pt x="0" y="90018"/>
                    <a:pt x="30004" y="119831"/>
                    <a:pt x="65532" y="111258"/>
                  </a:cubicBezTo>
                  <a:cubicBezTo>
                    <a:pt x="70580" y="107829"/>
                    <a:pt x="82772" y="38106"/>
                    <a:pt x="82772" y="38106"/>
                  </a:cubicBezTo>
                  <a:cubicBezTo>
                    <a:pt x="82772" y="38106"/>
                    <a:pt x="82772" y="-565"/>
                    <a:pt x="53149" y="6"/>
                  </a:cubicBezTo>
                  <a:cubicBezTo>
                    <a:pt x="23527" y="578"/>
                    <a:pt x="0" y="90018"/>
                    <a:pt x="0" y="90018"/>
                  </a:cubicBezTo>
                  <a:close/>
                </a:path>
              </a:pathLst>
            </a:custGeom>
            <a:solidFill>
              <a:srgbClr val="EDEDED"/>
            </a:solidFill>
            <a:ln>
              <a:noFill/>
            </a:ln>
          </p:spPr>
          <p:txBody>
            <a:bodyPr spcFirstLastPara="1" wrap="square" lIns="121900" tIns="60933" rIns="121900" bIns="60933"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D55EB-C1C2-8982-CD47-2D1E4BE6730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FA9EEAF-AA2A-562E-BBB7-EB1A67C1F3E3}"/>
              </a:ext>
            </a:extLst>
          </p:cNvPr>
          <p:cNvSpPr>
            <a:spLocks noGrp="1"/>
          </p:cNvSpPr>
          <p:nvPr/>
        </p:nvSpPr>
        <p:spPr>
          <a:xfrm>
            <a:off x="0" y="0"/>
            <a:ext cx="12191695" cy="128016"/>
          </a:xfrm>
          <a:prstGeom prst="rect">
            <a:avLst/>
          </a:prstGeom>
          <a:solidFill>
            <a:srgbClr val="00AED6"/>
          </a:solidFill>
          <a:ln w="12700">
            <a:solidFill>
              <a:srgbClr val="00AED6"/>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96E3DE35-BA34-3827-96DD-BC7373BE05C3}"/>
              </a:ext>
            </a:extLst>
          </p:cNvPr>
          <p:cNvSpPr>
            <a:spLocks noGrp="1"/>
          </p:cNvSpPr>
          <p:nvPr/>
        </p:nvSpPr>
        <p:spPr>
          <a:xfrm>
            <a:off x="685800" y="1134753"/>
            <a:ext cx="2103120" cy="274320"/>
          </a:xfrm>
          <a:prstGeom prst="rect">
            <a:avLst/>
          </a:prstGeom>
          <a:noFill/>
        </p:spPr>
        <p:txBody>
          <a:bodyPr wrap="square" lIns="0" tIns="0" rIns="0" bIns="0" anchor="ctr"/>
          <a:lstStyle/>
          <a:p>
            <a:pPr marL="0" marR="0" lvl="0" indent="0" algn="l" defTabSz="91440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B5563"/>
                </a:solidFill>
                <a:effectLst/>
                <a:uLnTx/>
                <a:uFillTx/>
                <a:latin typeface="Nimbus Sans"/>
                <a:ea typeface="Nimbus Sans"/>
                <a:cs typeface="Nimbus Sans"/>
              </a:rPr>
              <a:t>Section 1</a:t>
            </a:r>
          </a:p>
        </p:txBody>
      </p:sp>
      <p:sp>
        <p:nvSpPr>
          <p:cNvPr id="5" name="Text 3">
            <a:extLst>
              <a:ext uri="{FF2B5EF4-FFF2-40B4-BE49-F238E27FC236}">
                <a16:creationId xmlns:a16="http://schemas.microsoft.com/office/drawing/2014/main" id="{2717C751-4F52-7EDF-84C1-330CB2AF934E}"/>
              </a:ext>
            </a:extLst>
          </p:cNvPr>
          <p:cNvSpPr>
            <a:spLocks noGrp="1"/>
          </p:cNvSpPr>
          <p:nvPr/>
        </p:nvSpPr>
        <p:spPr>
          <a:xfrm>
            <a:off x="640080" y="1737360"/>
            <a:ext cx="7772400" cy="502920"/>
          </a:xfrm>
          <a:prstGeom prst="rect">
            <a:avLst/>
          </a:prstGeom>
          <a:noFill/>
        </p:spPr>
        <p:txBody>
          <a:bodyPr wrap="square" lIns="0" tIns="0" rIns="0" bIns="0" anchor="ctr"/>
          <a:lstStyle/>
          <a:p>
            <a:pPr lvl="0"/>
            <a:r>
              <a:rPr lang="en-US" sz="3000" b="1" dirty="0">
                <a:solidFill>
                  <a:srgbClr val="087F9D"/>
                </a:solidFill>
                <a:latin typeface="Nimbus Sans"/>
                <a:ea typeface="Nimbus Sans"/>
                <a:cs typeface="Nimbus Sans"/>
              </a:rPr>
              <a:t>Project Roadmap &amp; Overview</a:t>
            </a:r>
            <a:endParaRPr kumimoji="0" lang="en-US" sz="3000" b="1" i="0" u="none" strike="noStrike" kern="1200" cap="none" spc="0" normalizeH="0" baseline="0" noProof="0" dirty="0">
              <a:ln>
                <a:noFill/>
              </a:ln>
              <a:solidFill>
                <a:srgbClr val="087F9D"/>
              </a:solidFill>
              <a:effectLst/>
              <a:uLnTx/>
              <a:uFillTx/>
              <a:latin typeface="Nimbus Sans"/>
              <a:ea typeface="Nimbus Sans"/>
              <a:cs typeface="Nimbus Sans"/>
            </a:endParaRPr>
          </a:p>
        </p:txBody>
      </p:sp>
      <p:sp>
        <p:nvSpPr>
          <p:cNvPr id="6" name="Text 4">
            <a:extLst>
              <a:ext uri="{FF2B5EF4-FFF2-40B4-BE49-F238E27FC236}">
                <a16:creationId xmlns:a16="http://schemas.microsoft.com/office/drawing/2014/main" id="{144CA54D-752C-4FEF-AA20-7B78B88D0454}"/>
              </a:ext>
            </a:extLst>
          </p:cNvPr>
          <p:cNvSpPr>
            <a:spLocks noGrp="1"/>
          </p:cNvSpPr>
          <p:nvPr/>
        </p:nvSpPr>
        <p:spPr>
          <a:xfrm>
            <a:off x="640080" y="2832883"/>
            <a:ext cx="7772400" cy="365760"/>
          </a:xfrm>
          <a:prstGeom prst="rect">
            <a:avLst/>
          </a:prstGeom>
          <a:noFill/>
        </p:spPr>
        <p:txBody>
          <a:bodyPr wrap="square" lIns="0" tIns="0" rIns="0" bIns="0" anchor="ctr"/>
          <a:lstStyle/>
          <a:p>
            <a:pPr marL="0" marR="0" lvl="0" indent="0" algn="l" defTabSz="91440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B5563"/>
                </a:solidFill>
                <a:effectLst/>
                <a:uLnTx/>
                <a:uFillTx/>
                <a:latin typeface="Nimbus Sans"/>
                <a:ea typeface="Nimbus Sans"/>
                <a:cs typeface="Nimbus Sans"/>
              </a:rPr>
              <a:t>Provide a mental map of the target project.</a:t>
            </a:r>
            <a:endParaRPr kumimoji="0" sz="1800" b="0" i="0" u="none" strike="noStrike" kern="1200" cap="none" spc="0" normalizeH="0" baseline="0" noProof="0" dirty="0">
              <a:ln>
                <a:noFill/>
              </a:ln>
              <a:solidFill>
                <a:srgbClr val="4B5563"/>
              </a:solidFill>
              <a:effectLst/>
              <a:uLnTx/>
              <a:uFillTx/>
              <a:latin typeface="Nimbus Sans"/>
              <a:ea typeface="Nimbus Sans"/>
              <a:cs typeface="Nimbus Sans"/>
            </a:endParaRPr>
          </a:p>
        </p:txBody>
      </p:sp>
      <p:sp>
        <p:nvSpPr>
          <p:cNvPr id="9" name="Text 7">
            <a:extLst>
              <a:ext uri="{FF2B5EF4-FFF2-40B4-BE49-F238E27FC236}">
                <a16:creationId xmlns:a16="http://schemas.microsoft.com/office/drawing/2014/main" id="{BBB61330-E65C-8E4F-C1C1-CE360AB852C2}"/>
              </a:ext>
            </a:extLst>
          </p:cNvPr>
          <p:cNvSpPr>
            <a:spLocks noGrp="1"/>
          </p:cNvSpPr>
          <p:nvPr/>
        </p:nvSpPr>
        <p:spPr>
          <a:xfrm>
            <a:off x="502920" y="6473952"/>
            <a:ext cx="4572000" cy="146304"/>
          </a:xfrm>
          <a:prstGeom prst="rect">
            <a:avLst/>
          </a:prstGeom>
          <a:noFill/>
        </p:spPr>
        <p:txBody>
          <a:bodyPr wrap="squar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4B5563"/>
                </a:solidFill>
                <a:effectLst/>
                <a:uLnTx/>
                <a:uFillTx/>
                <a:latin typeface="Nimbus Sans"/>
                <a:ea typeface="Nimbus Sans"/>
                <a:cs typeface="Nimbus Sans"/>
              </a:rPr>
              <a:t>Section 1</a:t>
            </a:r>
          </a:p>
        </p:txBody>
      </p:sp>
      <p:sp>
        <p:nvSpPr>
          <p:cNvPr id="10" name="Shape 8">
            <a:extLst>
              <a:ext uri="{FF2B5EF4-FFF2-40B4-BE49-F238E27FC236}">
                <a16:creationId xmlns:a16="http://schemas.microsoft.com/office/drawing/2014/main" id="{4494E1BA-486A-2637-2C7D-593A0FA64333}"/>
              </a:ext>
            </a:extLst>
          </p:cNvPr>
          <p:cNvSpPr>
            <a:spLocks noGrp="1"/>
          </p:cNvSpPr>
          <p:nvPr/>
        </p:nvSpPr>
        <p:spPr>
          <a:xfrm>
            <a:off x="11631168" y="6382512"/>
            <a:ext cx="548640" cy="457200"/>
          </a:xfrm>
          <a:prstGeom prst="rtTriangle">
            <a:avLst/>
          </a:prstGeom>
          <a:solidFill>
            <a:srgbClr val="00AED6"/>
          </a:solidFill>
          <a:ln w="12700">
            <a:solidFill>
              <a:srgbClr val="00AED6"/>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06" name="Google Shape;2530;p47">
            <a:extLst>
              <a:ext uri="{FF2B5EF4-FFF2-40B4-BE49-F238E27FC236}">
                <a16:creationId xmlns:a16="http://schemas.microsoft.com/office/drawing/2014/main" id="{CD1470AB-7715-B8AA-4701-A99D5A1514C2}"/>
              </a:ext>
            </a:extLst>
          </p:cNvPr>
          <p:cNvSpPr>
            <a:spLocks noGrp="1"/>
          </p:cNvSpPr>
          <p:nvPr/>
        </p:nvSpPr>
        <p:spPr>
          <a:xfrm>
            <a:off x="10214491" y="3050628"/>
            <a:ext cx="831830" cy="490999"/>
          </a:xfrm>
          <a:custGeom>
            <a:avLst/>
            <a:gdLst/>
            <a:ahLst/>
            <a:cxnLst/>
            <a:rect l="l" t="t" r="r" b="b"/>
            <a:pathLst>
              <a:path w="1096154" h="631831">
                <a:moveTo>
                  <a:pt x="581029" y="616328"/>
                </a:moveTo>
                <a:lnTo>
                  <a:pt x="26975" y="296853"/>
                </a:lnTo>
                <a:cubicBezTo>
                  <a:pt x="-13002" y="273849"/>
                  <a:pt x="-7957" y="233547"/>
                  <a:pt x="38206" y="207027"/>
                </a:cubicBezTo>
                <a:lnTo>
                  <a:pt x="397137" y="0"/>
                </a:lnTo>
                <a:lnTo>
                  <a:pt x="1096154" y="402457"/>
                </a:lnTo>
                <a:lnTo>
                  <a:pt x="737223" y="609484"/>
                </a:lnTo>
                <a:cubicBezTo>
                  <a:pt x="691155" y="636479"/>
                  <a:pt x="621386" y="639331"/>
                  <a:pt x="581029" y="616328"/>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07" name="Google Shape;2531;p47">
            <a:extLst>
              <a:ext uri="{FF2B5EF4-FFF2-40B4-BE49-F238E27FC236}">
                <a16:creationId xmlns:a16="http://schemas.microsoft.com/office/drawing/2014/main" id="{2E2647B1-7018-1AEF-B1E7-41D5DF5513CE}"/>
              </a:ext>
            </a:extLst>
          </p:cNvPr>
          <p:cNvSpPr>
            <a:spLocks noGrp="1"/>
          </p:cNvSpPr>
          <p:nvPr/>
        </p:nvSpPr>
        <p:spPr>
          <a:xfrm>
            <a:off x="10245479" y="3032161"/>
            <a:ext cx="831758" cy="491026"/>
          </a:xfrm>
          <a:custGeom>
            <a:avLst/>
            <a:gdLst/>
            <a:ahLst/>
            <a:cxnLst/>
            <a:rect l="l" t="t" r="r" b="b"/>
            <a:pathLst>
              <a:path w="1096058" h="631866">
                <a:moveTo>
                  <a:pt x="581029" y="616328"/>
                </a:moveTo>
                <a:lnTo>
                  <a:pt x="26975" y="296853"/>
                </a:lnTo>
                <a:cubicBezTo>
                  <a:pt x="-13002" y="273849"/>
                  <a:pt x="-7957" y="233547"/>
                  <a:pt x="38206" y="207027"/>
                </a:cubicBezTo>
                <a:lnTo>
                  <a:pt x="397423" y="0"/>
                </a:lnTo>
                <a:lnTo>
                  <a:pt x="1096059" y="402837"/>
                </a:lnTo>
                <a:lnTo>
                  <a:pt x="737128" y="609864"/>
                </a:lnTo>
                <a:cubicBezTo>
                  <a:pt x="690774" y="636479"/>
                  <a:pt x="621005" y="639331"/>
                  <a:pt x="581029" y="616328"/>
                </a:cubicBez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08" name="Google Shape;2532;p47">
            <a:extLst>
              <a:ext uri="{FF2B5EF4-FFF2-40B4-BE49-F238E27FC236}">
                <a16:creationId xmlns:a16="http://schemas.microsoft.com/office/drawing/2014/main" id="{510B7E46-F3EE-1CFC-5C0C-5CAD9CC9A100}"/>
              </a:ext>
            </a:extLst>
          </p:cNvPr>
          <p:cNvSpPr>
            <a:spLocks noGrp="1"/>
          </p:cNvSpPr>
          <p:nvPr/>
        </p:nvSpPr>
        <p:spPr>
          <a:xfrm>
            <a:off x="11052607" y="3328810"/>
            <a:ext cx="24485" cy="16471"/>
          </a:xfrm>
          <a:custGeom>
            <a:avLst/>
            <a:gdLst/>
            <a:ahLst/>
            <a:cxnLst/>
            <a:rect l="l" t="t" r="r" b="b"/>
            <a:pathLst>
              <a:path w="32266" h="21196">
                <a:moveTo>
                  <a:pt x="32267" y="21197"/>
                </a:moveTo>
                <a:lnTo>
                  <a:pt x="32267" y="0"/>
                </a:lnTo>
                <a:lnTo>
                  <a:pt x="0" y="18630"/>
                </a:lnTo>
                <a:lnTo>
                  <a:pt x="32267" y="21197"/>
                </a:ln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09" name="Google Shape;2533;p47">
            <a:extLst>
              <a:ext uri="{FF2B5EF4-FFF2-40B4-BE49-F238E27FC236}">
                <a16:creationId xmlns:a16="http://schemas.microsoft.com/office/drawing/2014/main" id="{DBFAFB4A-AF7C-1057-4DBE-CDC6441F67A3}"/>
              </a:ext>
            </a:extLst>
          </p:cNvPr>
          <p:cNvSpPr>
            <a:spLocks noGrp="1"/>
          </p:cNvSpPr>
          <p:nvPr/>
        </p:nvSpPr>
        <p:spPr>
          <a:xfrm>
            <a:off x="10245508" y="3216606"/>
            <a:ext cx="25135" cy="16619"/>
          </a:xfrm>
          <a:custGeom>
            <a:avLst/>
            <a:gdLst/>
            <a:ahLst/>
            <a:cxnLst/>
            <a:rect l="l" t="t" r="r" b="b"/>
            <a:pathLst>
              <a:path w="33123" h="21387">
                <a:moveTo>
                  <a:pt x="0" y="21387"/>
                </a:moveTo>
                <a:lnTo>
                  <a:pt x="0" y="0"/>
                </a:lnTo>
                <a:lnTo>
                  <a:pt x="33123" y="13688"/>
                </a:lnTo>
                <a:lnTo>
                  <a:pt x="0" y="21387"/>
                </a:ln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0" name="Google Shape;2534;p47">
            <a:extLst>
              <a:ext uri="{FF2B5EF4-FFF2-40B4-BE49-F238E27FC236}">
                <a16:creationId xmlns:a16="http://schemas.microsoft.com/office/drawing/2014/main" id="{0E777774-1DC7-7AFF-4ACB-64ED57F28331}"/>
              </a:ext>
            </a:extLst>
          </p:cNvPr>
          <p:cNvSpPr>
            <a:spLocks noGrp="1"/>
          </p:cNvSpPr>
          <p:nvPr/>
        </p:nvSpPr>
        <p:spPr>
          <a:xfrm>
            <a:off x="10245479" y="3015763"/>
            <a:ext cx="831758" cy="490981"/>
          </a:xfrm>
          <a:custGeom>
            <a:avLst/>
            <a:gdLst/>
            <a:ahLst/>
            <a:cxnLst/>
            <a:rect l="l" t="t" r="r" b="b"/>
            <a:pathLst>
              <a:path w="1096058" h="631809">
                <a:moveTo>
                  <a:pt x="581029" y="616232"/>
                </a:moveTo>
                <a:lnTo>
                  <a:pt x="26975" y="296853"/>
                </a:lnTo>
                <a:cubicBezTo>
                  <a:pt x="-13002" y="273754"/>
                  <a:pt x="-7957" y="233547"/>
                  <a:pt x="38206" y="206932"/>
                </a:cubicBezTo>
                <a:lnTo>
                  <a:pt x="397423" y="0"/>
                </a:lnTo>
                <a:lnTo>
                  <a:pt x="1096059" y="402837"/>
                </a:lnTo>
                <a:lnTo>
                  <a:pt x="737128" y="609769"/>
                </a:lnTo>
                <a:cubicBezTo>
                  <a:pt x="690774" y="636384"/>
                  <a:pt x="621005" y="639331"/>
                  <a:pt x="581029" y="616232"/>
                </a:cubicBezTo>
                <a:close/>
              </a:path>
            </a:pathLst>
          </a:custGeom>
          <a:solidFill>
            <a:srgbClr val="D6D8E5"/>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1" name="Google Shape;2535;p47">
            <a:extLst>
              <a:ext uri="{FF2B5EF4-FFF2-40B4-BE49-F238E27FC236}">
                <a16:creationId xmlns:a16="http://schemas.microsoft.com/office/drawing/2014/main" id="{6FD58ABF-9943-DA9C-F4DD-B293501F295E}"/>
              </a:ext>
            </a:extLst>
          </p:cNvPr>
          <p:cNvSpPr>
            <a:spLocks noGrp="1"/>
          </p:cNvSpPr>
          <p:nvPr/>
        </p:nvSpPr>
        <p:spPr>
          <a:xfrm>
            <a:off x="10482639" y="2793867"/>
            <a:ext cx="594454" cy="534942"/>
          </a:xfrm>
          <a:custGeom>
            <a:avLst/>
            <a:gdLst/>
            <a:ahLst/>
            <a:cxnLst/>
            <a:rect l="l" t="t" r="r" b="b"/>
            <a:pathLst>
              <a:path w="783348" h="688378">
                <a:moveTo>
                  <a:pt x="86521" y="286492"/>
                </a:moveTo>
                <a:lnTo>
                  <a:pt x="0" y="0"/>
                </a:lnTo>
                <a:lnTo>
                  <a:pt x="706346" y="404548"/>
                </a:lnTo>
                <a:lnTo>
                  <a:pt x="783348" y="688378"/>
                </a:lnTo>
                <a:lnTo>
                  <a:pt x="86521" y="286492"/>
                </a:lnTo>
                <a:close/>
              </a:path>
            </a:pathLst>
          </a:custGeom>
          <a:solidFill>
            <a:srgbClr val="9EA1AF"/>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2" name="Google Shape;2536;p47">
            <a:extLst>
              <a:ext uri="{FF2B5EF4-FFF2-40B4-BE49-F238E27FC236}">
                <a16:creationId xmlns:a16="http://schemas.microsoft.com/office/drawing/2014/main" id="{FC146309-8E1D-7A03-BB46-D3B7E81069EF}"/>
              </a:ext>
            </a:extLst>
          </p:cNvPr>
          <p:cNvSpPr>
            <a:spLocks noGrp="1"/>
          </p:cNvSpPr>
          <p:nvPr/>
        </p:nvSpPr>
        <p:spPr>
          <a:xfrm>
            <a:off x="11053979" y="3309974"/>
            <a:ext cx="23041" cy="27995"/>
          </a:xfrm>
          <a:custGeom>
            <a:avLst/>
            <a:gdLst/>
            <a:ahLst/>
            <a:cxnLst/>
            <a:rect l="l" t="t" r="r" b="b"/>
            <a:pathLst>
              <a:path w="30363" h="36025">
                <a:moveTo>
                  <a:pt x="9899" y="36025"/>
                </a:moveTo>
                <a:lnTo>
                  <a:pt x="30363" y="24239"/>
                </a:lnTo>
                <a:lnTo>
                  <a:pt x="0" y="0"/>
                </a:lnTo>
                <a:close/>
              </a:path>
            </a:pathLst>
          </a:custGeom>
          <a:solidFill>
            <a:srgbClr val="9EA1AF"/>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3" name="Google Shape;2537;p47">
            <a:extLst>
              <a:ext uri="{FF2B5EF4-FFF2-40B4-BE49-F238E27FC236}">
                <a16:creationId xmlns:a16="http://schemas.microsoft.com/office/drawing/2014/main" id="{20D41C40-0F1A-99AA-0654-12C4BDB5605A}"/>
              </a:ext>
            </a:extLst>
          </p:cNvPr>
          <p:cNvSpPr>
            <a:spLocks noGrp="1"/>
          </p:cNvSpPr>
          <p:nvPr/>
        </p:nvSpPr>
        <p:spPr>
          <a:xfrm>
            <a:off x="10465737" y="2802214"/>
            <a:ext cx="595753" cy="535754"/>
          </a:xfrm>
          <a:custGeom>
            <a:avLst/>
            <a:gdLst/>
            <a:ahLst/>
            <a:cxnLst/>
            <a:rect l="l" t="t" r="r" b="b"/>
            <a:pathLst>
              <a:path w="785061" h="689423">
                <a:moveTo>
                  <a:pt x="86425" y="286492"/>
                </a:moveTo>
                <a:lnTo>
                  <a:pt x="0" y="0"/>
                </a:lnTo>
                <a:lnTo>
                  <a:pt x="706346" y="404643"/>
                </a:lnTo>
                <a:lnTo>
                  <a:pt x="785061" y="689424"/>
                </a:lnTo>
                <a:lnTo>
                  <a:pt x="86425" y="286492"/>
                </a:ln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4" name="Google Shape;2538;p47">
            <a:extLst>
              <a:ext uri="{FF2B5EF4-FFF2-40B4-BE49-F238E27FC236}">
                <a16:creationId xmlns:a16="http://schemas.microsoft.com/office/drawing/2014/main" id="{53529C9C-0C02-811D-94C4-AD9E0F4CC820}"/>
              </a:ext>
            </a:extLst>
          </p:cNvPr>
          <p:cNvSpPr>
            <a:spLocks noGrp="1"/>
          </p:cNvSpPr>
          <p:nvPr/>
        </p:nvSpPr>
        <p:spPr>
          <a:xfrm>
            <a:off x="9764816" y="696811"/>
            <a:ext cx="2179905" cy="3022882"/>
          </a:xfrm>
          <a:custGeom>
            <a:avLst/>
            <a:gdLst/>
            <a:ahLst/>
            <a:cxnLst/>
            <a:rect l="l" t="t" r="r" b="b"/>
            <a:pathLst>
              <a:path w="2872593" h="3889928">
                <a:moveTo>
                  <a:pt x="2803111" y="3881586"/>
                </a:moveTo>
                <a:lnTo>
                  <a:pt x="69483" y="2305217"/>
                </a:lnTo>
                <a:cubicBezTo>
                  <a:pt x="31410" y="2283165"/>
                  <a:pt x="0" y="2223756"/>
                  <a:pt x="0" y="2172713"/>
                </a:cubicBezTo>
                <a:lnTo>
                  <a:pt x="0" y="60716"/>
                </a:lnTo>
                <a:cubicBezTo>
                  <a:pt x="0" y="9673"/>
                  <a:pt x="31125" y="-13806"/>
                  <a:pt x="69483" y="8342"/>
                </a:cubicBezTo>
                <a:lnTo>
                  <a:pt x="2803111" y="1584711"/>
                </a:lnTo>
                <a:cubicBezTo>
                  <a:pt x="2841183" y="1606763"/>
                  <a:pt x="2872593" y="1666077"/>
                  <a:pt x="2872593" y="1717121"/>
                </a:cubicBezTo>
                <a:lnTo>
                  <a:pt x="2872593" y="3829212"/>
                </a:lnTo>
                <a:cubicBezTo>
                  <a:pt x="2872593" y="3880256"/>
                  <a:pt x="2841469" y="3903734"/>
                  <a:pt x="2803111" y="3881586"/>
                </a:cubicBezTo>
                <a:close/>
              </a:path>
            </a:pathLst>
          </a:custGeom>
          <a:solidFill>
            <a:srgbClr val="C4C7D6"/>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5" name="Google Shape;2539;p47">
            <a:extLst>
              <a:ext uri="{FF2B5EF4-FFF2-40B4-BE49-F238E27FC236}">
                <a16:creationId xmlns:a16="http://schemas.microsoft.com/office/drawing/2014/main" id="{3561DA64-8A0F-26DD-ED98-939010FEACFC}"/>
              </a:ext>
            </a:extLst>
          </p:cNvPr>
          <p:cNvSpPr>
            <a:spLocks noGrp="1"/>
          </p:cNvSpPr>
          <p:nvPr/>
        </p:nvSpPr>
        <p:spPr>
          <a:xfrm>
            <a:off x="11902683" y="3646880"/>
            <a:ext cx="22968" cy="83247"/>
          </a:xfrm>
          <a:custGeom>
            <a:avLst/>
            <a:gdLst/>
            <a:ahLst/>
            <a:cxnLst/>
            <a:rect l="l" t="t" r="r" b="b"/>
            <a:pathLst>
              <a:path w="30267" h="107125">
                <a:moveTo>
                  <a:pt x="0" y="107125"/>
                </a:moveTo>
                <a:lnTo>
                  <a:pt x="30268" y="89731"/>
                </a:lnTo>
                <a:lnTo>
                  <a:pt x="17228" y="0"/>
                </a:lnTo>
                <a:lnTo>
                  <a:pt x="0" y="107125"/>
                </a:lnTo>
                <a:close/>
              </a:path>
            </a:pathLst>
          </a:custGeom>
          <a:solidFill>
            <a:srgbClr val="C4C7D6"/>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6" name="Google Shape;2540;p47">
            <a:extLst>
              <a:ext uri="{FF2B5EF4-FFF2-40B4-BE49-F238E27FC236}">
                <a16:creationId xmlns:a16="http://schemas.microsoft.com/office/drawing/2014/main" id="{090F5F8A-C687-7EAC-99FB-E16C454C0ABD}"/>
              </a:ext>
            </a:extLst>
          </p:cNvPr>
          <p:cNvSpPr>
            <a:spLocks noGrp="1"/>
          </p:cNvSpPr>
          <p:nvPr/>
        </p:nvSpPr>
        <p:spPr>
          <a:xfrm>
            <a:off x="9760843" y="700044"/>
            <a:ext cx="55110" cy="24157"/>
          </a:xfrm>
          <a:custGeom>
            <a:avLst/>
            <a:gdLst/>
            <a:ahLst/>
            <a:cxnLst/>
            <a:rect l="l" t="t" r="r" b="b"/>
            <a:pathLst>
              <a:path w="72623" h="31086">
                <a:moveTo>
                  <a:pt x="0" y="17110"/>
                </a:moveTo>
                <a:lnTo>
                  <a:pt x="29792" y="0"/>
                </a:lnTo>
                <a:lnTo>
                  <a:pt x="72624" y="24334"/>
                </a:lnTo>
                <a:cubicBezTo>
                  <a:pt x="72624" y="24334"/>
                  <a:pt x="27032" y="31273"/>
                  <a:pt x="25890" y="31083"/>
                </a:cubicBezTo>
                <a:cubicBezTo>
                  <a:pt x="24747" y="30892"/>
                  <a:pt x="0" y="17110"/>
                  <a:pt x="0" y="17110"/>
                </a:cubicBez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7" name="Google Shape;2541;p47">
            <a:extLst>
              <a:ext uri="{FF2B5EF4-FFF2-40B4-BE49-F238E27FC236}">
                <a16:creationId xmlns:a16="http://schemas.microsoft.com/office/drawing/2014/main" id="{A029B5A5-15F7-37B2-9C74-052D4C20874F}"/>
              </a:ext>
            </a:extLst>
          </p:cNvPr>
          <p:cNvSpPr>
            <a:spLocks noGrp="1"/>
          </p:cNvSpPr>
          <p:nvPr/>
        </p:nvSpPr>
        <p:spPr>
          <a:xfrm>
            <a:off x="9745531" y="708039"/>
            <a:ext cx="2180121" cy="3022882"/>
          </a:xfrm>
          <a:custGeom>
            <a:avLst/>
            <a:gdLst/>
            <a:ahLst/>
            <a:cxnLst/>
            <a:rect l="l" t="t" r="r" b="b"/>
            <a:pathLst>
              <a:path w="2872878" h="3889928">
                <a:moveTo>
                  <a:pt x="2803491" y="3881587"/>
                </a:moveTo>
                <a:lnTo>
                  <a:pt x="69388" y="2304837"/>
                </a:lnTo>
                <a:cubicBezTo>
                  <a:pt x="31315" y="2282785"/>
                  <a:pt x="0" y="2223471"/>
                  <a:pt x="0" y="2172332"/>
                </a:cubicBezTo>
                <a:lnTo>
                  <a:pt x="0" y="60716"/>
                </a:lnTo>
                <a:cubicBezTo>
                  <a:pt x="0" y="9673"/>
                  <a:pt x="31125" y="-13806"/>
                  <a:pt x="69388" y="8342"/>
                </a:cubicBezTo>
                <a:lnTo>
                  <a:pt x="2803491" y="1584711"/>
                </a:lnTo>
                <a:cubicBezTo>
                  <a:pt x="2841564" y="1606763"/>
                  <a:pt x="2872879" y="1666077"/>
                  <a:pt x="2872879" y="1717216"/>
                </a:cubicBezTo>
                <a:lnTo>
                  <a:pt x="2872879" y="3829212"/>
                </a:lnTo>
                <a:cubicBezTo>
                  <a:pt x="2872879" y="3880256"/>
                  <a:pt x="2841850" y="3903734"/>
                  <a:pt x="2803491" y="3881587"/>
                </a:cubicBezTo>
                <a:close/>
              </a:path>
            </a:pathLst>
          </a:custGeom>
          <a:solidFill>
            <a:srgbClr val="E4E7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8" name="Google Shape;2542;p47">
            <a:extLst>
              <a:ext uri="{FF2B5EF4-FFF2-40B4-BE49-F238E27FC236}">
                <a16:creationId xmlns:a16="http://schemas.microsoft.com/office/drawing/2014/main" id="{8D2FB6B5-56C9-2111-EE1D-4F4CDA1D4048}"/>
              </a:ext>
            </a:extLst>
          </p:cNvPr>
          <p:cNvSpPr>
            <a:spLocks noGrp="1"/>
          </p:cNvSpPr>
          <p:nvPr/>
        </p:nvSpPr>
        <p:spPr>
          <a:xfrm>
            <a:off x="9741846" y="710181"/>
            <a:ext cx="2180193" cy="3022849"/>
          </a:xfrm>
          <a:custGeom>
            <a:avLst/>
            <a:gdLst/>
            <a:ahLst/>
            <a:cxnLst/>
            <a:rect l="l" t="t" r="r" b="b"/>
            <a:pathLst>
              <a:path w="2872973" h="3889886">
                <a:moveTo>
                  <a:pt x="2803491" y="3881587"/>
                </a:moveTo>
                <a:lnTo>
                  <a:pt x="69483" y="2305217"/>
                </a:lnTo>
                <a:cubicBezTo>
                  <a:pt x="31410" y="2283070"/>
                  <a:pt x="0" y="2223756"/>
                  <a:pt x="0" y="2172713"/>
                </a:cubicBezTo>
                <a:lnTo>
                  <a:pt x="0" y="60716"/>
                </a:lnTo>
                <a:cubicBezTo>
                  <a:pt x="0" y="9673"/>
                  <a:pt x="31124" y="-13806"/>
                  <a:pt x="69483" y="8342"/>
                </a:cubicBezTo>
                <a:lnTo>
                  <a:pt x="2803491" y="1584711"/>
                </a:lnTo>
                <a:cubicBezTo>
                  <a:pt x="2841564" y="1606764"/>
                  <a:pt x="2872974" y="1666077"/>
                  <a:pt x="2872974" y="1717121"/>
                </a:cubicBezTo>
                <a:lnTo>
                  <a:pt x="2872974" y="3829212"/>
                </a:lnTo>
                <a:cubicBezTo>
                  <a:pt x="2872974" y="3879971"/>
                  <a:pt x="2841849" y="3903734"/>
                  <a:pt x="2803491" y="3881587"/>
                </a:cubicBezTo>
                <a:close/>
              </a:path>
            </a:pathLst>
          </a:custGeom>
          <a:solidFill>
            <a:srgbClr val="D6D8E5"/>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9" name="Google Shape;2543;p47">
            <a:extLst>
              <a:ext uri="{FF2B5EF4-FFF2-40B4-BE49-F238E27FC236}">
                <a16:creationId xmlns:a16="http://schemas.microsoft.com/office/drawing/2014/main" id="{E26335BA-BD87-17F0-D398-B8A1BC801037}"/>
              </a:ext>
            </a:extLst>
          </p:cNvPr>
          <p:cNvSpPr>
            <a:spLocks noGrp="1"/>
          </p:cNvSpPr>
          <p:nvPr/>
        </p:nvSpPr>
        <p:spPr>
          <a:xfrm>
            <a:off x="9768211" y="745560"/>
            <a:ext cx="2126382" cy="2881227"/>
          </a:xfrm>
          <a:custGeom>
            <a:avLst/>
            <a:gdLst/>
            <a:ahLst/>
            <a:cxnLst/>
            <a:rect l="l" t="t" r="r" b="b"/>
            <a:pathLst>
              <a:path w="2802063" h="3707642">
                <a:moveTo>
                  <a:pt x="2800636" y="3707643"/>
                </a:moveTo>
                <a:lnTo>
                  <a:pt x="0" y="2092872"/>
                </a:lnTo>
                <a:lnTo>
                  <a:pt x="1428" y="23650"/>
                </a:lnTo>
                <a:cubicBezTo>
                  <a:pt x="1428" y="2453"/>
                  <a:pt x="16371" y="-6102"/>
                  <a:pt x="34742" y="4639"/>
                </a:cubicBezTo>
                <a:lnTo>
                  <a:pt x="2768750" y="1580818"/>
                </a:lnTo>
                <a:cubicBezTo>
                  <a:pt x="2788395" y="1593631"/>
                  <a:pt x="2800769" y="1615018"/>
                  <a:pt x="2802063" y="1638421"/>
                </a:cubicBezTo>
                <a:close/>
              </a:path>
            </a:pathLst>
          </a:custGeom>
          <a:solidFill>
            <a:srgbClr val="FFFFFF"/>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0" name="Google Shape;2544;p47">
            <a:extLst>
              <a:ext uri="{FF2B5EF4-FFF2-40B4-BE49-F238E27FC236}">
                <a16:creationId xmlns:a16="http://schemas.microsoft.com/office/drawing/2014/main" id="{D220912F-DB08-4EBB-7D41-4B26C7AB9005}"/>
              </a:ext>
            </a:extLst>
          </p:cNvPr>
          <p:cNvSpPr>
            <a:spLocks noGrp="1"/>
          </p:cNvSpPr>
          <p:nvPr/>
        </p:nvSpPr>
        <p:spPr>
          <a:xfrm>
            <a:off x="9864349" y="911226"/>
            <a:ext cx="214812" cy="370825"/>
          </a:xfrm>
          <a:custGeom>
            <a:avLst/>
            <a:gdLst/>
            <a:ahLst/>
            <a:cxnLst/>
            <a:rect l="l" t="t" r="r" b="b"/>
            <a:pathLst>
              <a:path w="283071" h="477189">
                <a:moveTo>
                  <a:pt x="268604" y="475462"/>
                </a:moveTo>
                <a:lnTo>
                  <a:pt x="14468" y="328699"/>
                </a:lnTo>
                <a:cubicBezTo>
                  <a:pt x="5540" y="322277"/>
                  <a:pt x="181" y="312023"/>
                  <a:pt x="0" y="301038"/>
                </a:cubicBezTo>
                <a:lnTo>
                  <a:pt x="0" y="12646"/>
                </a:lnTo>
                <a:cubicBezTo>
                  <a:pt x="0" y="2000"/>
                  <a:pt x="6472" y="-2848"/>
                  <a:pt x="14468" y="1715"/>
                </a:cubicBezTo>
                <a:lnTo>
                  <a:pt x="268604" y="148572"/>
                </a:lnTo>
                <a:cubicBezTo>
                  <a:pt x="277551" y="154933"/>
                  <a:pt x="282919" y="165172"/>
                  <a:pt x="283071" y="176138"/>
                </a:cubicBezTo>
                <a:lnTo>
                  <a:pt x="283071" y="464531"/>
                </a:lnTo>
                <a:cubicBezTo>
                  <a:pt x="283071" y="474986"/>
                  <a:pt x="276599" y="480119"/>
                  <a:pt x="268604" y="47546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1" name="Google Shape;2545;p47">
            <a:extLst>
              <a:ext uri="{FF2B5EF4-FFF2-40B4-BE49-F238E27FC236}">
                <a16:creationId xmlns:a16="http://schemas.microsoft.com/office/drawing/2014/main" id="{18A6602B-E978-3394-CDE7-88CBE7E0969D}"/>
              </a:ext>
            </a:extLst>
          </p:cNvPr>
          <p:cNvSpPr>
            <a:spLocks noGrp="1"/>
          </p:cNvSpPr>
          <p:nvPr/>
        </p:nvSpPr>
        <p:spPr>
          <a:xfrm>
            <a:off x="10131600" y="1069374"/>
            <a:ext cx="215389" cy="371004"/>
          </a:xfrm>
          <a:custGeom>
            <a:avLst/>
            <a:gdLst/>
            <a:ahLst/>
            <a:cxnLst/>
            <a:rect l="l" t="t" r="r" b="b"/>
            <a:pathLst>
              <a:path w="283832" h="477419">
                <a:moveTo>
                  <a:pt x="269365" y="475462"/>
                </a:moveTo>
                <a:lnTo>
                  <a:pt x="14468" y="328509"/>
                </a:lnTo>
                <a:cubicBezTo>
                  <a:pt x="5540" y="322087"/>
                  <a:pt x="181" y="311833"/>
                  <a:pt x="0" y="300848"/>
                </a:cubicBezTo>
                <a:lnTo>
                  <a:pt x="0" y="12646"/>
                </a:lnTo>
                <a:cubicBezTo>
                  <a:pt x="0" y="2000"/>
                  <a:pt x="6472" y="-2848"/>
                  <a:pt x="14468" y="1715"/>
                </a:cubicBezTo>
                <a:lnTo>
                  <a:pt x="269080" y="148572"/>
                </a:lnTo>
                <a:cubicBezTo>
                  <a:pt x="278217" y="154931"/>
                  <a:pt x="283709" y="165305"/>
                  <a:pt x="283833" y="176423"/>
                </a:cubicBezTo>
                <a:lnTo>
                  <a:pt x="283833" y="464531"/>
                </a:lnTo>
                <a:cubicBezTo>
                  <a:pt x="283833" y="475177"/>
                  <a:pt x="277360" y="480595"/>
                  <a:pt x="269365" y="47546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2" name="Google Shape;2546;p47">
            <a:extLst>
              <a:ext uri="{FF2B5EF4-FFF2-40B4-BE49-F238E27FC236}">
                <a16:creationId xmlns:a16="http://schemas.microsoft.com/office/drawing/2014/main" id="{15ABC821-F41C-51EB-BB32-3CD45F196868}"/>
              </a:ext>
            </a:extLst>
          </p:cNvPr>
          <p:cNvSpPr>
            <a:spLocks noGrp="1"/>
          </p:cNvSpPr>
          <p:nvPr/>
        </p:nvSpPr>
        <p:spPr>
          <a:xfrm>
            <a:off x="10393073" y="1223650"/>
            <a:ext cx="215534" cy="370846"/>
          </a:xfrm>
          <a:custGeom>
            <a:avLst/>
            <a:gdLst/>
            <a:ahLst/>
            <a:cxnLst/>
            <a:rect l="l" t="t" r="r" b="b"/>
            <a:pathLst>
              <a:path w="284023" h="477216">
                <a:moveTo>
                  <a:pt x="269556" y="475502"/>
                </a:moveTo>
                <a:lnTo>
                  <a:pt x="14468" y="328644"/>
                </a:lnTo>
                <a:cubicBezTo>
                  <a:pt x="5521" y="322285"/>
                  <a:pt x="152" y="312048"/>
                  <a:pt x="0" y="301079"/>
                </a:cubicBezTo>
                <a:lnTo>
                  <a:pt x="0" y="12686"/>
                </a:lnTo>
                <a:cubicBezTo>
                  <a:pt x="0" y="2040"/>
                  <a:pt x="6472" y="-2903"/>
                  <a:pt x="14468" y="1755"/>
                </a:cubicBezTo>
                <a:lnTo>
                  <a:pt x="269556" y="148993"/>
                </a:lnTo>
                <a:cubicBezTo>
                  <a:pt x="278503" y="155354"/>
                  <a:pt x="283871" y="165592"/>
                  <a:pt x="284023" y="176559"/>
                </a:cubicBezTo>
                <a:lnTo>
                  <a:pt x="284023" y="464571"/>
                </a:lnTo>
                <a:cubicBezTo>
                  <a:pt x="283547" y="475217"/>
                  <a:pt x="277075" y="480065"/>
                  <a:pt x="269556" y="47550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3" name="Google Shape;2547;p47">
            <a:extLst>
              <a:ext uri="{FF2B5EF4-FFF2-40B4-BE49-F238E27FC236}">
                <a16:creationId xmlns:a16="http://schemas.microsoft.com/office/drawing/2014/main" id="{A3B2908E-B395-0242-7120-911EB7A8C792}"/>
              </a:ext>
            </a:extLst>
          </p:cNvPr>
          <p:cNvSpPr>
            <a:spLocks noGrp="1"/>
          </p:cNvSpPr>
          <p:nvPr/>
        </p:nvSpPr>
        <p:spPr>
          <a:xfrm>
            <a:off x="9864349" y="1227523"/>
            <a:ext cx="214812" cy="370846"/>
          </a:xfrm>
          <a:custGeom>
            <a:avLst/>
            <a:gdLst/>
            <a:ahLst/>
            <a:cxnLst/>
            <a:rect l="l" t="t" r="r" b="b"/>
            <a:pathLst>
              <a:path w="283071" h="477216">
                <a:moveTo>
                  <a:pt x="268604" y="475462"/>
                </a:moveTo>
                <a:lnTo>
                  <a:pt x="14468" y="328699"/>
                </a:lnTo>
                <a:cubicBezTo>
                  <a:pt x="5540" y="322273"/>
                  <a:pt x="181" y="312027"/>
                  <a:pt x="0" y="301038"/>
                </a:cubicBezTo>
                <a:lnTo>
                  <a:pt x="0" y="12646"/>
                </a:lnTo>
                <a:cubicBezTo>
                  <a:pt x="0" y="2000"/>
                  <a:pt x="6472" y="-2848"/>
                  <a:pt x="14468" y="1715"/>
                </a:cubicBezTo>
                <a:lnTo>
                  <a:pt x="268604" y="148477"/>
                </a:lnTo>
                <a:cubicBezTo>
                  <a:pt x="277532" y="154899"/>
                  <a:pt x="282891" y="165154"/>
                  <a:pt x="283071" y="176138"/>
                </a:cubicBezTo>
                <a:lnTo>
                  <a:pt x="283071" y="464531"/>
                </a:lnTo>
                <a:cubicBezTo>
                  <a:pt x="283071" y="475177"/>
                  <a:pt x="276599" y="480119"/>
                  <a:pt x="268604" y="47546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4" name="Google Shape;2548;p47">
            <a:extLst>
              <a:ext uri="{FF2B5EF4-FFF2-40B4-BE49-F238E27FC236}">
                <a16:creationId xmlns:a16="http://schemas.microsoft.com/office/drawing/2014/main" id="{AB48BF0B-5AC5-1E28-621F-CBEED42202CB}"/>
              </a:ext>
            </a:extLst>
          </p:cNvPr>
          <p:cNvSpPr>
            <a:spLocks noGrp="1"/>
          </p:cNvSpPr>
          <p:nvPr/>
        </p:nvSpPr>
        <p:spPr>
          <a:xfrm>
            <a:off x="10131600" y="1385671"/>
            <a:ext cx="215180" cy="370846"/>
          </a:xfrm>
          <a:custGeom>
            <a:avLst/>
            <a:gdLst/>
            <a:ahLst/>
            <a:cxnLst/>
            <a:rect l="l" t="t" r="r" b="b"/>
            <a:pathLst>
              <a:path w="283556" h="477216">
                <a:moveTo>
                  <a:pt x="269365" y="475462"/>
                </a:moveTo>
                <a:lnTo>
                  <a:pt x="14468" y="328699"/>
                </a:lnTo>
                <a:cubicBezTo>
                  <a:pt x="5540" y="322273"/>
                  <a:pt x="181" y="312027"/>
                  <a:pt x="0" y="301038"/>
                </a:cubicBezTo>
                <a:lnTo>
                  <a:pt x="0" y="12646"/>
                </a:lnTo>
                <a:cubicBezTo>
                  <a:pt x="0" y="2000"/>
                  <a:pt x="6472" y="-2848"/>
                  <a:pt x="14468" y="1715"/>
                </a:cubicBezTo>
                <a:lnTo>
                  <a:pt x="269080" y="148477"/>
                </a:lnTo>
                <a:cubicBezTo>
                  <a:pt x="278008" y="154903"/>
                  <a:pt x="283366" y="165150"/>
                  <a:pt x="283547" y="176138"/>
                </a:cubicBezTo>
                <a:lnTo>
                  <a:pt x="283547" y="464531"/>
                </a:lnTo>
                <a:cubicBezTo>
                  <a:pt x="283833" y="475177"/>
                  <a:pt x="277360" y="480119"/>
                  <a:pt x="269365" y="47546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5" name="Google Shape;2549;p47">
            <a:extLst>
              <a:ext uri="{FF2B5EF4-FFF2-40B4-BE49-F238E27FC236}">
                <a16:creationId xmlns:a16="http://schemas.microsoft.com/office/drawing/2014/main" id="{6865F363-730A-96D6-685E-08A29D5DB3B6}"/>
              </a:ext>
            </a:extLst>
          </p:cNvPr>
          <p:cNvSpPr>
            <a:spLocks noGrp="1"/>
          </p:cNvSpPr>
          <p:nvPr/>
        </p:nvSpPr>
        <p:spPr>
          <a:xfrm>
            <a:off x="10158181" y="1370793"/>
            <a:ext cx="215190" cy="370846"/>
          </a:xfrm>
          <a:custGeom>
            <a:avLst/>
            <a:gdLst/>
            <a:ahLst/>
            <a:cxnLst/>
            <a:rect l="l" t="t" r="r" b="b"/>
            <a:pathLst>
              <a:path w="283570" h="477216">
                <a:moveTo>
                  <a:pt x="269079" y="475502"/>
                </a:moveTo>
                <a:lnTo>
                  <a:pt x="14468" y="328644"/>
                </a:lnTo>
                <a:cubicBezTo>
                  <a:pt x="5521" y="322285"/>
                  <a:pt x="152" y="312048"/>
                  <a:pt x="0" y="301079"/>
                </a:cubicBezTo>
                <a:lnTo>
                  <a:pt x="0" y="12686"/>
                </a:lnTo>
                <a:cubicBezTo>
                  <a:pt x="0" y="2040"/>
                  <a:pt x="6472" y="-2903"/>
                  <a:pt x="14468" y="1755"/>
                </a:cubicBezTo>
                <a:lnTo>
                  <a:pt x="269079" y="148518"/>
                </a:lnTo>
                <a:cubicBezTo>
                  <a:pt x="278008" y="154943"/>
                  <a:pt x="283366" y="165190"/>
                  <a:pt x="283547" y="176178"/>
                </a:cubicBezTo>
                <a:lnTo>
                  <a:pt x="283547" y="464571"/>
                </a:lnTo>
                <a:cubicBezTo>
                  <a:pt x="284023" y="475217"/>
                  <a:pt x="277075" y="480065"/>
                  <a:pt x="269079" y="475502"/>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6" name="Google Shape;2550;p47">
            <a:extLst>
              <a:ext uri="{FF2B5EF4-FFF2-40B4-BE49-F238E27FC236}">
                <a16:creationId xmlns:a16="http://schemas.microsoft.com/office/drawing/2014/main" id="{465D30CA-4AB0-BD08-74C8-DE88DCBA14FF}"/>
              </a:ext>
            </a:extLst>
          </p:cNvPr>
          <p:cNvSpPr>
            <a:spLocks noGrp="1"/>
          </p:cNvSpPr>
          <p:nvPr/>
        </p:nvSpPr>
        <p:spPr>
          <a:xfrm>
            <a:off x="10393073" y="1539946"/>
            <a:ext cx="215534" cy="370804"/>
          </a:xfrm>
          <a:custGeom>
            <a:avLst/>
            <a:gdLst/>
            <a:ahLst/>
            <a:cxnLst/>
            <a:rect l="l" t="t" r="r" b="b"/>
            <a:pathLst>
              <a:path w="284023" h="477161">
                <a:moveTo>
                  <a:pt x="269556" y="475409"/>
                </a:moveTo>
                <a:lnTo>
                  <a:pt x="14468" y="328646"/>
                </a:lnTo>
                <a:cubicBezTo>
                  <a:pt x="5521" y="322287"/>
                  <a:pt x="152" y="312050"/>
                  <a:pt x="0" y="301080"/>
                </a:cubicBezTo>
                <a:lnTo>
                  <a:pt x="0" y="12593"/>
                </a:lnTo>
                <a:cubicBezTo>
                  <a:pt x="0" y="2042"/>
                  <a:pt x="6472" y="-2901"/>
                  <a:pt x="14468" y="1757"/>
                </a:cubicBezTo>
                <a:lnTo>
                  <a:pt x="269556" y="148519"/>
                </a:lnTo>
                <a:cubicBezTo>
                  <a:pt x="278503" y="154878"/>
                  <a:pt x="283871" y="165116"/>
                  <a:pt x="284023" y="176085"/>
                </a:cubicBezTo>
                <a:lnTo>
                  <a:pt x="284023" y="464382"/>
                </a:lnTo>
                <a:cubicBezTo>
                  <a:pt x="283547" y="475124"/>
                  <a:pt x="277075" y="480066"/>
                  <a:pt x="269556" y="47540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7" name="Google Shape;2551;p47">
            <a:extLst>
              <a:ext uri="{FF2B5EF4-FFF2-40B4-BE49-F238E27FC236}">
                <a16:creationId xmlns:a16="http://schemas.microsoft.com/office/drawing/2014/main" id="{55A55789-CDAC-CC83-8EBE-6261A500F5DB}"/>
              </a:ext>
            </a:extLst>
          </p:cNvPr>
          <p:cNvSpPr>
            <a:spLocks noGrp="1"/>
          </p:cNvSpPr>
          <p:nvPr/>
        </p:nvSpPr>
        <p:spPr>
          <a:xfrm>
            <a:off x="9864349" y="1550509"/>
            <a:ext cx="214812" cy="370807"/>
          </a:xfrm>
          <a:custGeom>
            <a:avLst/>
            <a:gdLst/>
            <a:ahLst/>
            <a:cxnLst/>
            <a:rect l="l" t="t" r="r" b="b"/>
            <a:pathLst>
              <a:path w="283071" h="477165">
                <a:moveTo>
                  <a:pt x="268604" y="475409"/>
                </a:moveTo>
                <a:lnTo>
                  <a:pt x="14468" y="328646"/>
                </a:lnTo>
                <a:cubicBezTo>
                  <a:pt x="5521" y="322287"/>
                  <a:pt x="152" y="312050"/>
                  <a:pt x="0" y="301080"/>
                </a:cubicBezTo>
                <a:lnTo>
                  <a:pt x="0" y="12593"/>
                </a:lnTo>
                <a:cubicBezTo>
                  <a:pt x="0" y="2042"/>
                  <a:pt x="6472" y="-2901"/>
                  <a:pt x="14468" y="1757"/>
                </a:cubicBezTo>
                <a:lnTo>
                  <a:pt x="268604" y="148519"/>
                </a:lnTo>
                <a:cubicBezTo>
                  <a:pt x="277551" y="154878"/>
                  <a:pt x="282919" y="165116"/>
                  <a:pt x="283071" y="176085"/>
                </a:cubicBezTo>
                <a:lnTo>
                  <a:pt x="283071" y="464573"/>
                </a:lnTo>
                <a:cubicBezTo>
                  <a:pt x="283071" y="475123"/>
                  <a:pt x="276599" y="480066"/>
                  <a:pt x="268604" y="47540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8" name="Google Shape;2552;p47">
            <a:extLst>
              <a:ext uri="{FF2B5EF4-FFF2-40B4-BE49-F238E27FC236}">
                <a16:creationId xmlns:a16="http://schemas.microsoft.com/office/drawing/2014/main" id="{C12DA397-E02F-D06E-AF58-5300EFF6EA8B}"/>
              </a:ext>
            </a:extLst>
          </p:cNvPr>
          <p:cNvSpPr>
            <a:spLocks noGrp="1"/>
          </p:cNvSpPr>
          <p:nvPr/>
        </p:nvSpPr>
        <p:spPr>
          <a:xfrm>
            <a:off x="9864349" y="1903666"/>
            <a:ext cx="744258" cy="510855"/>
          </a:xfrm>
          <a:custGeom>
            <a:avLst/>
            <a:gdLst/>
            <a:ahLst/>
            <a:cxnLst/>
            <a:rect l="l" t="t" r="r" b="b"/>
            <a:pathLst>
              <a:path w="980755" h="657383">
                <a:moveTo>
                  <a:pt x="966288" y="655629"/>
                </a:moveTo>
                <a:lnTo>
                  <a:pt x="14468" y="106884"/>
                </a:lnTo>
                <a:cubicBezTo>
                  <a:pt x="5540" y="100458"/>
                  <a:pt x="181" y="90212"/>
                  <a:pt x="0" y="79224"/>
                </a:cubicBezTo>
                <a:lnTo>
                  <a:pt x="0" y="12686"/>
                </a:lnTo>
                <a:cubicBezTo>
                  <a:pt x="0" y="2040"/>
                  <a:pt x="6472" y="-2903"/>
                  <a:pt x="14468" y="1755"/>
                </a:cubicBezTo>
                <a:lnTo>
                  <a:pt x="966288" y="550594"/>
                </a:lnTo>
                <a:cubicBezTo>
                  <a:pt x="975235" y="556954"/>
                  <a:pt x="980603" y="567191"/>
                  <a:pt x="980755" y="578160"/>
                </a:cubicBezTo>
                <a:lnTo>
                  <a:pt x="980755" y="644698"/>
                </a:lnTo>
                <a:cubicBezTo>
                  <a:pt x="980280" y="655344"/>
                  <a:pt x="973807" y="660286"/>
                  <a:pt x="966288" y="65562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9" name="Google Shape;2553;p47">
            <a:extLst>
              <a:ext uri="{FF2B5EF4-FFF2-40B4-BE49-F238E27FC236}">
                <a16:creationId xmlns:a16="http://schemas.microsoft.com/office/drawing/2014/main" id="{1D75F168-3CBA-BAA3-6D2B-FF5013893AA0}"/>
              </a:ext>
            </a:extLst>
          </p:cNvPr>
          <p:cNvSpPr>
            <a:spLocks noGrp="1"/>
          </p:cNvSpPr>
          <p:nvPr/>
        </p:nvSpPr>
        <p:spPr>
          <a:xfrm>
            <a:off x="9867238" y="2053468"/>
            <a:ext cx="555521" cy="373298"/>
          </a:xfrm>
          <a:custGeom>
            <a:avLst/>
            <a:gdLst/>
            <a:ahLst/>
            <a:cxnLst/>
            <a:rect l="l" t="t" r="r" b="b"/>
            <a:pathLst>
              <a:path w="732044" h="480371">
                <a:moveTo>
                  <a:pt x="717577" y="478449"/>
                </a:moveTo>
                <a:lnTo>
                  <a:pt x="14468" y="73425"/>
                </a:lnTo>
                <a:cubicBezTo>
                  <a:pt x="5521" y="67066"/>
                  <a:pt x="152" y="56829"/>
                  <a:pt x="0" y="45860"/>
                </a:cubicBezTo>
                <a:lnTo>
                  <a:pt x="0" y="12686"/>
                </a:lnTo>
                <a:cubicBezTo>
                  <a:pt x="0" y="2040"/>
                  <a:pt x="6472" y="-2903"/>
                  <a:pt x="14468" y="1755"/>
                </a:cubicBezTo>
                <a:lnTo>
                  <a:pt x="717577" y="407064"/>
                </a:lnTo>
                <a:cubicBezTo>
                  <a:pt x="726505" y="413489"/>
                  <a:pt x="731864" y="423736"/>
                  <a:pt x="732045" y="434724"/>
                </a:cubicBezTo>
                <a:lnTo>
                  <a:pt x="732045" y="467708"/>
                </a:lnTo>
                <a:cubicBezTo>
                  <a:pt x="732045" y="478449"/>
                  <a:pt x="725572" y="483392"/>
                  <a:pt x="717577" y="47844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0" name="Google Shape;2554;p47">
            <a:extLst>
              <a:ext uri="{FF2B5EF4-FFF2-40B4-BE49-F238E27FC236}">
                <a16:creationId xmlns:a16="http://schemas.microsoft.com/office/drawing/2014/main" id="{8948F85D-1207-6EC5-15A2-E8F3B0BC3DBC}"/>
              </a:ext>
            </a:extLst>
          </p:cNvPr>
          <p:cNvSpPr>
            <a:spLocks noGrp="1"/>
          </p:cNvSpPr>
          <p:nvPr/>
        </p:nvSpPr>
        <p:spPr>
          <a:xfrm>
            <a:off x="9867238" y="2150855"/>
            <a:ext cx="555521" cy="373252"/>
          </a:xfrm>
          <a:custGeom>
            <a:avLst/>
            <a:gdLst/>
            <a:ahLst/>
            <a:cxnLst/>
            <a:rect l="l" t="t" r="r" b="b"/>
            <a:pathLst>
              <a:path w="732044" h="480312">
                <a:moveTo>
                  <a:pt x="717577" y="478598"/>
                </a:moveTo>
                <a:lnTo>
                  <a:pt x="14468" y="73195"/>
                </a:lnTo>
                <a:cubicBezTo>
                  <a:pt x="5521" y="66836"/>
                  <a:pt x="152" y="56599"/>
                  <a:pt x="0" y="45629"/>
                </a:cubicBezTo>
                <a:lnTo>
                  <a:pt x="0" y="12646"/>
                </a:lnTo>
                <a:cubicBezTo>
                  <a:pt x="0" y="2000"/>
                  <a:pt x="6472" y="-2848"/>
                  <a:pt x="14468" y="1715"/>
                </a:cubicBezTo>
                <a:lnTo>
                  <a:pt x="717577" y="407023"/>
                </a:lnTo>
                <a:cubicBezTo>
                  <a:pt x="726505" y="413449"/>
                  <a:pt x="731864" y="423696"/>
                  <a:pt x="732045" y="434684"/>
                </a:cubicBezTo>
                <a:lnTo>
                  <a:pt x="732045" y="467667"/>
                </a:lnTo>
                <a:cubicBezTo>
                  <a:pt x="732045" y="478313"/>
                  <a:pt x="725572" y="483161"/>
                  <a:pt x="717577" y="478598"/>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1" name="Google Shape;2555;p47">
            <a:extLst>
              <a:ext uri="{FF2B5EF4-FFF2-40B4-BE49-F238E27FC236}">
                <a16:creationId xmlns:a16="http://schemas.microsoft.com/office/drawing/2014/main" id="{27CB6375-2CAD-94C3-7F17-713C9DB564DC}"/>
              </a:ext>
            </a:extLst>
          </p:cNvPr>
          <p:cNvSpPr>
            <a:spLocks noGrp="1"/>
          </p:cNvSpPr>
          <p:nvPr/>
        </p:nvSpPr>
        <p:spPr>
          <a:xfrm>
            <a:off x="9867238" y="2248064"/>
            <a:ext cx="454833" cy="313864"/>
          </a:xfrm>
          <a:custGeom>
            <a:avLst/>
            <a:gdLst/>
            <a:ahLst/>
            <a:cxnLst/>
            <a:rect l="l" t="t" r="r" b="b"/>
            <a:pathLst>
              <a:path w="599361" h="403889">
                <a:moveTo>
                  <a:pt x="584893" y="402175"/>
                </a:moveTo>
                <a:lnTo>
                  <a:pt x="14468" y="73195"/>
                </a:lnTo>
                <a:cubicBezTo>
                  <a:pt x="5521" y="66836"/>
                  <a:pt x="152" y="56599"/>
                  <a:pt x="0" y="45629"/>
                </a:cubicBezTo>
                <a:lnTo>
                  <a:pt x="0" y="12646"/>
                </a:lnTo>
                <a:cubicBezTo>
                  <a:pt x="0" y="2000"/>
                  <a:pt x="6472" y="-2848"/>
                  <a:pt x="14468" y="1715"/>
                </a:cubicBezTo>
                <a:lnTo>
                  <a:pt x="584893" y="330600"/>
                </a:lnTo>
                <a:cubicBezTo>
                  <a:pt x="593822" y="337026"/>
                  <a:pt x="599180" y="347272"/>
                  <a:pt x="599361" y="358261"/>
                </a:cubicBezTo>
                <a:lnTo>
                  <a:pt x="599361" y="391244"/>
                </a:lnTo>
                <a:cubicBezTo>
                  <a:pt x="599361" y="401890"/>
                  <a:pt x="592889" y="406738"/>
                  <a:pt x="584893" y="402175"/>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2" name="Google Shape;2556;p47">
            <a:extLst>
              <a:ext uri="{FF2B5EF4-FFF2-40B4-BE49-F238E27FC236}">
                <a16:creationId xmlns:a16="http://schemas.microsoft.com/office/drawing/2014/main" id="{FA8482B5-C5A9-4BC5-E9A8-8E58A370F9FC}"/>
              </a:ext>
            </a:extLst>
          </p:cNvPr>
          <p:cNvSpPr>
            <a:spLocks noGrp="1"/>
          </p:cNvSpPr>
          <p:nvPr/>
        </p:nvSpPr>
        <p:spPr>
          <a:xfrm>
            <a:off x="10732844" y="2421207"/>
            <a:ext cx="1064744" cy="699909"/>
          </a:xfrm>
          <a:custGeom>
            <a:avLst/>
            <a:gdLst/>
            <a:ahLst/>
            <a:cxnLst/>
            <a:rect l="l" t="t" r="r" b="b"/>
            <a:pathLst>
              <a:path w="1403078" h="900663">
                <a:moveTo>
                  <a:pt x="1388610" y="898735"/>
                </a:moveTo>
                <a:lnTo>
                  <a:pt x="14468" y="106749"/>
                </a:lnTo>
                <a:cubicBezTo>
                  <a:pt x="5520" y="100390"/>
                  <a:pt x="152" y="90152"/>
                  <a:pt x="0" y="79183"/>
                </a:cubicBezTo>
                <a:lnTo>
                  <a:pt x="0" y="12646"/>
                </a:lnTo>
                <a:cubicBezTo>
                  <a:pt x="0" y="2000"/>
                  <a:pt x="6472" y="-2848"/>
                  <a:pt x="14468" y="1715"/>
                </a:cubicBezTo>
                <a:lnTo>
                  <a:pt x="1388610" y="794177"/>
                </a:lnTo>
                <a:cubicBezTo>
                  <a:pt x="1397557" y="800536"/>
                  <a:pt x="1402926" y="810773"/>
                  <a:pt x="1403078" y="821742"/>
                </a:cubicBezTo>
                <a:lnTo>
                  <a:pt x="1403078" y="888280"/>
                </a:lnTo>
                <a:cubicBezTo>
                  <a:pt x="1403078" y="898735"/>
                  <a:pt x="1396606" y="903678"/>
                  <a:pt x="1388610" y="898735"/>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3" name="Google Shape;2557;p47">
            <a:extLst>
              <a:ext uri="{FF2B5EF4-FFF2-40B4-BE49-F238E27FC236}">
                <a16:creationId xmlns:a16="http://schemas.microsoft.com/office/drawing/2014/main" id="{F16F0072-8CAE-FAF9-84EF-1D8802015E92}"/>
              </a:ext>
            </a:extLst>
          </p:cNvPr>
          <p:cNvSpPr>
            <a:spLocks noGrp="1"/>
          </p:cNvSpPr>
          <p:nvPr/>
        </p:nvSpPr>
        <p:spPr>
          <a:xfrm>
            <a:off x="10736167" y="2571083"/>
            <a:ext cx="958637" cy="611325"/>
          </a:xfrm>
          <a:custGeom>
            <a:avLst/>
            <a:gdLst/>
            <a:ahLst/>
            <a:cxnLst/>
            <a:rect l="l" t="t" r="r" b="b"/>
            <a:pathLst>
              <a:path w="1263255" h="786670">
                <a:moveTo>
                  <a:pt x="1248788" y="784956"/>
                </a:moveTo>
                <a:lnTo>
                  <a:pt x="14468" y="73195"/>
                </a:lnTo>
                <a:cubicBezTo>
                  <a:pt x="5521" y="66836"/>
                  <a:pt x="152" y="56599"/>
                  <a:pt x="0" y="45629"/>
                </a:cubicBezTo>
                <a:lnTo>
                  <a:pt x="0" y="12646"/>
                </a:lnTo>
                <a:cubicBezTo>
                  <a:pt x="0" y="2000"/>
                  <a:pt x="6472" y="-2848"/>
                  <a:pt x="14468" y="1715"/>
                </a:cubicBezTo>
                <a:lnTo>
                  <a:pt x="1248788" y="713381"/>
                </a:lnTo>
                <a:cubicBezTo>
                  <a:pt x="1257716" y="719807"/>
                  <a:pt x="1263075" y="730053"/>
                  <a:pt x="1263256" y="741042"/>
                </a:cubicBezTo>
                <a:lnTo>
                  <a:pt x="1263256" y="774025"/>
                </a:lnTo>
                <a:cubicBezTo>
                  <a:pt x="1263256" y="784671"/>
                  <a:pt x="1256783" y="789519"/>
                  <a:pt x="1248788" y="784956"/>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4" name="Google Shape;2558;p47">
            <a:extLst>
              <a:ext uri="{FF2B5EF4-FFF2-40B4-BE49-F238E27FC236}">
                <a16:creationId xmlns:a16="http://schemas.microsoft.com/office/drawing/2014/main" id="{8D8E3CED-D48F-938D-9459-0458D9CBD3EC}"/>
              </a:ext>
            </a:extLst>
          </p:cNvPr>
          <p:cNvSpPr>
            <a:spLocks noGrp="1"/>
          </p:cNvSpPr>
          <p:nvPr/>
        </p:nvSpPr>
        <p:spPr>
          <a:xfrm>
            <a:off x="10736167" y="2668292"/>
            <a:ext cx="958637" cy="611456"/>
          </a:xfrm>
          <a:custGeom>
            <a:avLst/>
            <a:gdLst/>
            <a:ahLst/>
            <a:cxnLst/>
            <a:rect l="l" t="t" r="r" b="b"/>
            <a:pathLst>
              <a:path w="1263255" h="786839">
                <a:moveTo>
                  <a:pt x="1248788" y="784956"/>
                </a:moveTo>
                <a:lnTo>
                  <a:pt x="14468" y="73290"/>
                </a:lnTo>
                <a:cubicBezTo>
                  <a:pt x="5540" y="66864"/>
                  <a:pt x="181" y="56617"/>
                  <a:pt x="0" y="45629"/>
                </a:cubicBezTo>
                <a:lnTo>
                  <a:pt x="0" y="12646"/>
                </a:lnTo>
                <a:cubicBezTo>
                  <a:pt x="0" y="2000"/>
                  <a:pt x="6472" y="-2848"/>
                  <a:pt x="14468" y="1714"/>
                </a:cubicBezTo>
                <a:lnTo>
                  <a:pt x="1248788" y="713856"/>
                </a:lnTo>
                <a:cubicBezTo>
                  <a:pt x="1257735" y="720215"/>
                  <a:pt x="1263104" y="730453"/>
                  <a:pt x="1263256" y="741422"/>
                </a:cubicBezTo>
                <a:lnTo>
                  <a:pt x="1263256" y="774405"/>
                </a:lnTo>
                <a:cubicBezTo>
                  <a:pt x="1263256" y="784671"/>
                  <a:pt x="1256783" y="789899"/>
                  <a:pt x="1248788" y="784956"/>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5" name="Google Shape;2559;p47">
            <a:extLst>
              <a:ext uri="{FF2B5EF4-FFF2-40B4-BE49-F238E27FC236}">
                <a16:creationId xmlns:a16="http://schemas.microsoft.com/office/drawing/2014/main" id="{B9F66841-EC8B-425B-BDC8-5323142C6204}"/>
              </a:ext>
            </a:extLst>
          </p:cNvPr>
          <p:cNvSpPr>
            <a:spLocks noGrp="1"/>
          </p:cNvSpPr>
          <p:nvPr/>
        </p:nvSpPr>
        <p:spPr>
          <a:xfrm>
            <a:off x="10736167" y="2765426"/>
            <a:ext cx="784996" cy="508870"/>
          </a:xfrm>
          <a:custGeom>
            <a:avLst/>
            <a:gdLst/>
            <a:ahLst/>
            <a:cxnLst/>
            <a:rect l="l" t="t" r="r" b="b"/>
            <a:pathLst>
              <a:path w="1034438" h="654829">
                <a:moveTo>
                  <a:pt x="1019971" y="653117"/>
                </a:moveTo>
                <a:lnTo>
                  <a:pt x="14468" y="73290"/>
                </a:lnTo>
                <a:cubicBezTo>
                  <a:pt x="5540" y="66864"/>
                  <a:pt x="181" y="56618"/>
                  <a:pt x="0" y="45629"/>
                </a:cubicBezTo>
                <a:lnTo>
                  <a:pt x="0" y="12646"/>
                </a:lnTo>
                <a:cubicBezTo>
                  <a:pt x="0" y="2000"/>
                  <a:pt x="6472" y="-2848"/>
                  <a:pt x="14468" y="1715"/>
                </a:cubicBezTo>
                <a:lnTo>
                  <a:pt x="1019971" y="581542"/>
                </a:lnTo>
                <a:cubicBezTo>
                  <a:pt x="1028880" y="587929"/>
                  <a:pt x="1034248" y="598157"/>
                  <a:pt x="1034438" y="609107"/>
                </a:cubicBezTo>
                <a:lnTo>
                  <a:pt x="1034438" y="642091"/>
                </a:lnTo>
                <a:cubicBezTo>
                  <a:pt x="1034438" y="652832"/>
                  <a:pt x="1027871" y="657679"/>
                  <a:pt x="1019971" y="653117"/>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6" name="Google Shape;2560;p47">
            <a:extLst>
              <a:ext uri="{FF2B5EF4-FFF2-40B4-BE49-F238E27FC236}">
                <a16:creationId xmlns:a16="http://schemas.microsoft.com/office/drawing/2014/main" id="{326A0D8E-9A09-17E3-3F32-EFD4CAB23AC4}"/>
              </a:ext>
            </a:extLst>
          </p:cNvPr>
          <p:cNvSpPr>
            <a:spLocks noGrp="1"/>
          </p:cNvSpPr>
          <p:nvPr/>
        </p:nvSpPr>
        <p:spPr>
          <a:xfrm>
            <a:off x="10131600" y="1708657"/>
            <a:ext cx="215180" cy="370839"/>
          </a:xfrm>
          <a:custGeom>
            <a:avLst/>
            <a:gdLst/>
            <a:ahLst/>
            <a:cxnLst/>
            <a:rect l="l" t="t" r="r" b="b"/>
            <a:pathLst>
              <a:path w="283556" h="477207">
                <a:moveTo>
                  <a:pt x="269365" y="475409"/>
                </a:moveTo>
                <a:lnTo>
                  <a:pt x="14468" y="328646"/>
                </a:lnTo>
                <a:cubicBezTo>
                  <a:pt x="5521" y="322287"/>
                  <a:pt x="152" y="312050"/>
                  <a:pt x="0" y="301080"/>
                </a:cubicBezTo>
                <a:lnTo>
                  <a:pt x="0" y="12593"/>
                </a:lnTo>
                <a:cubicBezTo>
                  <a:pt x="0" y="2042"/>
                  <a:pt x="6472" y="-2901"/>
                  <a:pt x="14468" y="1757"/>
                </a:cubicBezTo>
                <a:lnTo>
                  <a:pt x="269080" y="148519"/>
                </a:lnTo>
                <a:cubicBezTo>
                  <a:pt x="278027" y="154878"/>
                  <a:pt x="283395" y="165116"/>
                  <a:pt x="283547" y="176085"/>
                </a:cubicBezTo>
                <a:lnTo>
                  <a:pt x="283547" y="464573"/>
                </a:lnTo>
                <a:cubicBezTo>
                  <a:pt x="283833" y="475409"/>
                  <a:pt x="277360" y="480066"/>
                  <a:pt x="269365" y="47540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7" name="Google Shape;2561;p47">
            <a:extLst>
              <a:ext uri="{FF2B5EF4-FFF2-40B4-BE49-F238E27FC236}">
                <a16:creationId xmlns:a16="http://schemas.microsoft.com/office/drawing/2014/main" id="{7AEE0853-77CD-11A6-6C74-4759177896F3}"/>
              </a:ext>
            </a:extLst>
          </p:cNvPr>
          <p:cNvSpPr>
            <a:spLocks noGrp="1"/>
          </p:cNvSpPr>
          <p:nvPr/>
        </p:nvSpPr>
        <p:spPr>
          <a:xfrm>
            <a:off x="10393073" y="1862892"/>
            <a:ext cx="215534" cy="370846"/>
          </a:xfrm>
          <a:custGeom>
            <a:avLst/>
            <a:gdLst/>
            <a:ahLst/>
            <a:cxnLst/>
            <a:rect l="l" t="t" r="r" b="b"/>
            <a:pathLst>
              <a:path w="284023" h="477216">
                <a:moveTo>
                  <a:pt x="269556" y="475502"/>
                </a:moveTo>
                <a:lnTo>
                  <a:pt x="14468" y="328644"/>
                </a:lnTo>
                <a:cubicBezTo>
                  <a:pt x="5521" y="322285"/>
                  <a:pt x="152" y="312048"/>
                  <a:pt x="0" y="301079"/>
                </a:cubicBezTo>
                <a:lnTo>
                  <a:pt x="0" y="12686"/>
                </a:lnTo>
                <a:cubicBezTo>
                  <a:pt x="0" y="2040"/>
                  <a:pt x="6472" y="-2903"/>
                  <a:pt x="14468" y="1755"/>
                </a:cubicBezTo>
                <a:lnTo>
                  <a:pt x="269556" y="148518"/>
                </a:lnTo>
                <a:cubicBezTo>
                  <a:pt x="278484" y="154943"/>
                  <a:pt x="283842" y="165190"/>
                  <a:pt x="284023" y="176178"/>
                </a:cubicBezTo>
                <a:lnTo>
                  <a:pt x="284023" y="464571"/>
                </a:lnTo>
                <a:cubicBezTo>
                  <a:pt x="283547" y="475217"/>
                  <a:pt x="277075" y="480065"/>
                  <a:pt x="269556" y="47550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8" name="Google Shape;2562;p47">
            <a:extLst>
              <a:ext uri="{FF2B5EF4-FFF2-40B4-BE49-F238E27FC236}">
                <a16:creationId xmlns:a16="http://schemas.microsoft.com/office/drawing/2014/main" id="{47280843-8480-754F-3C42-CA681E4A273E}"/>
              </a:ext>
            </a:extLst>
          </p:cNvPr>
          <p:cNvSpPr>
            <a:spLocks noGrp="1"/>
          </p:cNvSpPr>
          <p:nvPr/>
        </p:nvSpPr>
        <p:spPr>
          <a:xfrm>
            <a:off x="10732844" y="1936463"/>
            <a:ext cx="1064744" cy="999651"/>
          </a:xfrm>
          <a:custGeom>
            <a:avLst/>
            <a:gdLst/>
            <a:ahLst/>
            <a:cxnLst/>
            <a:rect l="l" t="t" r="r" b="b"/>
            <a:pathLst>
              <a:path w="1403078" h="1286379">
                <a:moveTo>
                  <a:pt x="1388610" y="1284884"/>
                </a:moveTo>
                <a:lnTo>
                  <a:pt x="14468" y="492137"/>
                </a:lnTo>
                <a:cubicBezTo>
                  <a:pt x="5520" y="485777"/>
                  <a:pt x="152" y="475540"/>
                  <a:pt x="0" y="464571"/>
                </a:cubicBezTo>
                <a:lnTo>
                  <a:pt x="0" y="12686"/>
                </a:lnTo>
                <a:cubicBezTo>
                  <a:pt x="0" y="2040"/>
                  <a:pt x="6472" y="-2903"/>
                  <a:pt x="14468" y="1755"/>
                </a:cubicBezTo>
                <a:lnTo>
                  <a:pt x="1388610" y="794027"/>
                </a:lnTo>
                <a:cubicBezTo>
                  <a:pt x="1397539" y="800452"/>
                  <a:pt x="1402897" y="810699"/>
                  <a:pt x="1403078" y="821687"/>
                </a:cubicBezTo>
                <a:lnTo>
                  <a:pt x="1403078" y="1273572"/>
                </a:lnTo>
                <a:cubicBezTo>
                  <a:pt x="1403078" y="1284218"/>
                  <a:pt x="1396606" y="1289066"/>
                  <a:pt x="1388610" y="1284884"/>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9" name="Google Shape;2563;p47">
            <a:extLst>
              <a:ext uri="{FF2B5EF4-FFF2-40B4-BE49-F238E27FC236}">
                <a16:creationId xmlns:a16="http://schemas.microsoft.com/office/drawing/2014/main" id="{F1F772B0-1615-8155-E688-50B671750FB6}"/>
              </a:ext>
            </a:extLst>
          </p:cNvPr>
          <p:cNvSpPr>
            <a:spLocks noGrp="1"/>
          </p:cNvSpPr>
          <p:nvPr/>
        </p:nvSpPr>
        <p:spPr>
          <a:xfrm>
            <a:off x="10725910" y="1490683"/>
            <a:ext cx="321207" cy="423997"/>
          </a:xfrm>
          <a:custGeom>
            <a:avLst/>
            <a:gdLst/>
            <a:ahLst/>
            <a:cxnLst/>
            <a:rect l="l" t="t" r="r" b="b"/>
            <a:pathLst>
              <a:path w="423274" h="545612">
                <a:moveTo>
                  <a:pt x="211685" y="516844"/>
                </a:moveTo>
                <a:cubicBezTo>
                  <a:pt x="94991" y="449546"/>
                  <a:pt x="0" y="285389"/>
                  <a:pt x="0" y="150793"/>
                </a:cubicBezTo>
                <a:cubicBezTo>
                  <a:pt x="0" y="16197"/>
                  <a:pt x="95182" y="-38459"/>
                  <a:pt x="211685" y="28744"/>
                </a:cubicBezTo>
                <a:cubicBezTo>
                  <a:pt x="328187" y="95947"/>
                  <a:pt x="423274" y="260295"/>
                  <a:pt x="423274" y="394795"/>
                </a:cubicBezTo>
                <a:cubicBezTo>
                  <a:pt x="423274" y="529296"/>
                  <a:pt x="328283" y="584142"/>
                  <a:pt x="211685" y="516844"/>
                </a:cubicBezTo>
                <a:close/>
                <a:moveTo>
                  <a:pt x="211685" y="99274"/>
                </a:moveTo>
                <a:cubicBezTo>
                  <a:pt x="128686" y="51747"/>
                  <a:pt x="61202" y="90434"/>
                  <a:pt x="61202" y="186058"/>
                </a:cubicBezTo>
                <a:cubicBezTo>
                  <a:pt x="61202" y="281682"/>
                  <a:pt x="128686" y="398502"/>
                  <a:pt x="211685" y="446314"/>
                </a:cubicBezTo>
                <a:cubicBezTo>
                  <a:pt x="294683" y="494126"/>
                  <a:pt x="362167" y="455249"/>
                  <a:pt x="362167" y="359531"/>
                </a:cubicBezTo>
                <a:cubicBezTo>
                  <a:pt x="362167" y="263811"/>
                  <a:pt x="294493" y="147561"/>
                  <a:pt x="211685" y="99274"/>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0" name="Google Shape;2564;p47">
            <a:extLst>
              <a:ext uri="{FF2B5EF4-FFF2-40B4-BE49-F238E27FC236}">
                <a16:creationId xmlns:a16="http://schemas.microsoft.com/office/drawing/2014/main" id="{BC4D04E9-19AC-E618-DD09-ED5BF37A0D9F}"/>
              </a:ext>
            </a:extLst>
          </p:cNvPr>
          <p:cNvSpPr>
            <a:spLocks noGrp="1"/>
          </p:cNvSpPr>
          <p:nvPr/>
        </p:nvSpPr>
        <p:spPr>
          <a:xfrm>
            <a:off x="10725910" y="1490683"/>
            <a:ext cx="321207" cy="424011"/>
          </a:xfrm>
          <a:custGeom>
            <a:avLst/>
            <a:gdLst/>
            <a:ahLst/>
            <a:cxnLst/>
            <a:rect l="l" t="t" r="r" b="b"/>
            <a:pathLst>
              <a:path w="423274" h="545629">
                <a:moveTo>
                  <a:pt x="211685" y="516844"/>
                </a:moveTo>
                <a:cubicBezTo>
                  <a:pt x="94991" y="449546"/>
                  <a:pt x="0" y="285389"/>
                  <a:pt x="0" y="150793"/>
                </a:cubicBezTo>
                <a:cubicBezTo>
                  <a:pt x="0" y="16197"/>
                  <a:pt x="95182" y="-38459"/>
                  <a:pt x="211685" y="28744"/>
                </a:cubicBezTo>
                <a:lnTo>
                  <a:pt x="211685" y="99274"/>
                </a:lnTo>
                <a:cubicBezTo>
                  <a:pt x="128686" y="51747"/>
                  <a:pt x="61202" y="90434"/>
                  <a:pt x="61202" y="186058"/>
                </a:cubicBezTo>
                <a:cubicBezTo>
                  <a:pt x="61202" y="281682"/>
                  <a:pt x="128686" y="398502"/>
                  <a:pt x="211685" y="446314"/>
                </a:cubicBezTo>
                <a:cubicBezTo>
                  <a:pt x="294683" y="494126"/>
                  <a:pt x="362167" y="455249"/>
                  <a:pt x="362167" y="359531"/>
                </a:cubicBezTo>
                <a:lnTo>
                  <a:pt x="423274" y="394795"/>
                </a:lnTo>
                <a:cubicBezTo>
                  <a:pt x="423179" y="529391"/>
                  <a:pt x="328283" y="584142"/>
                  <a:pt x="211685" y="516844"/>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1" name="Google Shape;2565;p47">
            <a:extLst>
              <a:ext uri="{FF2B5EF4-FFF2-40B4-BE49-F238E27FC236}">
                <a16:creationId xmlns:a16="http://schemas.microsoft.com/office/drawing/2014/main" id="{2AB85241-2A8C-BC7A-592C-836B11BA8DD9}"/>
              </a:ext>
            </a:extLst>
          </p:cNvPr>
          <p:cNvSpPr>
            <a:spLocks noGrp="1"/>
          </p:cNvSpPr>
          <p:nvPr/>
        </p:nvSpPr>
        <p:spPr>
          <a:xfrm>
            <a:off x="11100567" y="1711968"/>
            <a:ext cx="321134" cy="424030"/>
          </a:xfrm>
          <a:custGeom>
            <a:avLst/>
            <a:gdLst/>
            <a:ahLst/>
            <a:cxnLst/>
            <a:rect l="l" t="t" r="r" b="b"/>
            <a:pathLst>
              <a:path w="423179" h="545654">
                <a:moveTo>
                  <a:pt x="211589" y="516869"/>
                </a:moveTo>
                <a:cubicBezTo>
                  <a:pt x="94896" y="449571"/>
                  <a:pt x="0" y="285318"/>
                  <a:pt x="0" y="150817"/>
                </a:cubicBezTo>
                <a:cubicBezTo>
                  <a:pt x="0" y="16316"/>
                  <a:pt x="95182" y="-38529"/>
                  <a:pt x="211589" y="28769"/>
                </a:cubicBezTo>
                <a:cubicBezTo>
                  <a:pt x="327997" y="96066"/>
                  <a:pt x="423179" y="260224"/>
                  <a:pt x="423179" y="394820"/>
                </a:cubicBezTo>
                <a:cubicBezTo>
                  <a:pt x="423179" y="529416"/>
                  <a:pt x="328283" y="584167"/>
                  <a:pt x="211589" y="516869"/>
                </a:cubicBezTo>
                <a:close/>
                <a:moveTo>
                  <a:pt x="211589" y="99298"/>
                </a:moveTo>
                <a:cubicBezTo>
                  <a:pt x="128591" y="51772"/>
                  <a:pt x="61107" y="90363"/>
                  <a:pt x="61107" y="186082"/>
                </a:cubicBezTo>
                <a:cubicBezTo>
                  <a:pt x="61107" y="281801"/>
                  <a:pt x="128591" y="398432"/>
                  <a:pt x="211589" y="446339"/>
                </a:cubicBezTo>
                <a:cubicBezTo>
                  <a:pt x="294588" y="494246"/>
                  <a:pt x="362072" y="455274"/>
                  <a:pt x="362072" y="359555"/>
                </a:cubicBezTo>
                <a:cubicBezTo>
                  <a:pt x="362072" y="263836"/>
                  <a:pt x="294588" y="147110"/>
                  <a:pt x="211589" y="99298"/>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2" name="Google Shape;2566;p47">
            <a:extLst>
              <a:ext uri="{FF2B5EF4-FFF2-40B4-BE49-F238E27FC236}">
                <a16:creationId xmlns:a16="http://schemas.microsoft.com/office/drawing/2014/main" id="{9B172C18-CDB9-F1F6-75C3-1FF8224156C8}"/>
              </a:ext>
            </a:extLst>
          </p:cNvPr>
          <p:cNvSpPr>
            <a:spLocks noGrp="1"/>
          </p:cNvSpPr>
          <p:nvPr/>
        </p:nvSpPr>
        <p:spPr>
          <a:xfrm>
            <a:off x="11100567" y="1711968"/>
            <a:ext cx="252082" cy="424262"/>
          </a:xfrm>
          <a:custGeom>
            <a:avLst/>
            <a:gdLst/>
            <a:ahLst/>
            <a:cxnLst/>
            <a:rect l="l" t="t" r="r" b="b"/>
            <a:pathLst>
              <a:path w="332185" h="545952">
                <a:moveTo>
                  <a:pt x="211589" y="516869"/>
                </a:moveTo>
                <a:cubicBezTo>
                  <a:pt x="94896" y="449571"/>
                  <a:pt x="0" y="285318"/>
                  <a:pt x="0" y="150817"/>
                </a:cubicBezTo>
                <a:cubicBezTo>
                  <a:pt x="0" y="16316"/>
                  <a:pt x="95182" y="-38529"/>
                  <a:pt x="211589" y="28769"/>
                </a:cubicBezTo>
                <a:lnTo>
                  <a:pt x="211589" y="99298"/>
                </a:lnTo>
                <a:cubicBezTo>
                  <a:pt x="128591" y="51772"/>
                  <a:pt x="61107" y="90363"/>
                  <a:pt x="61107" y="186082"/>
                </a:cubicBezTo>
                <a:cubicBezTo>
                  <a:pt x="61107" y="281801"/>
                  <a:pt x="128591" y="398432"/>
                  <a:pt x="211589" y="446339"/>
                </a:cubicBezTo>
                <a:cubicBezTo>
                  <a:pt x="242429" y="464114"/>
                  <a:pt x="272030" y="470483"/>
                  <a:pt x="297253" y="465350"/>
                </a:cubicBezTo>
                <a:lnTo>
                  <a:pt x="332185" y="543389"/>
                </a:lnTo>
                <a:cubicBezTo>
                  <a:pt x="296682" y="550898"/>
                  <a:pt x="254993" y="541868"/>
                  <a:pt x="211589" y="516869"/>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3" name="Google Shape;2567;p47">
            <a:extLst>
              <a:ext uri="{FF2B5EF4-FFF2-40B4-BE49-F238E27FC236}">
                <a16:creationId xmlns:a16="http://schemas.microsoft.com/office/drawing/2014/main" id="{4706C02D-0BBE-A927-1E4D-1B35CCE687CD}"/>
              </a:ext>
            </a:extLst>
          </p:cNvPr>
          <p:cNvSpPr>
            <a:spLocks noGrp="1"/>
          </p:cNvSpPr>
          <p:nvPr/>
        </p:nvSpPr>
        <p:spPr>
          <a:xfrm>
            <a:off x="11475225" y="1933125"/>
            <a:ext cx="321423" cy="424030"/>
          </a:xfrm>
          <a:custGeom>
            <a:avLst/>
            <a:gdLst/>
            <a:ahLst/>
            <a:cxnLst/>
            <a:rect l="l" t="t" r="r" b="b"/>
            <a:pathLst>
              <a:path w="423559" h="545654">
                <a:moveTo>
                  <a:pt x="211590" y="516869"/>
                </a:moveTo>
                <a:cubicBezTo>
                  <a:pt x="94896" y="449571"/>
                  <a:pt x="0" y="285318"/>
                  <a:pt x="0" y="150817"/>
                </a:cubicBezTo>
                <a:cubicBezTo>
                  <a:pt x="0" y="16317"/>
                  <a:pt x="95182" y="-38529"/>
                  <a:pt x="211590" y="28769"/>
                </a:cubicBezTo>
                <a:cubicBezTo>
                  <a:pt x="327997" y="96066"/>
                  <a:pt x="423560" y="260224"/>
                  <a:pt x="423560" y="394820"/>
                </a:cubicBezTo>
                <a:cubicBezTo>
                  <a:pt x="423560" y="529416"/>
                  <a:pt x="328378" y="584167"/>
                  <a:pt x="211590" y="516869"/>
                </a:cubicBezTo>
                <a:close/>
                <a:moveTo>
                  <a:pt x="211590" y="99298"/>
                </a:moveTo>
                <a:cubicBezTo>
                  <a:pt x="128686" y="51772"/>
                  <a:pt x="61107" y="90363"/>
                  <a:pt x="61107" y="186082"/>
                </a:cubicBezTo>
                <a:cubicBezTo>
                  <a:pt x="61107" y="281801"/>
                  <a:pt x="128686" y="398432"/>
                  <a:pt x="211590" y="446339"/>
                </a:cubicBezTo>
                <a:cubicBezTo>
                  <a:pt x="294493" y="494246"/>
                  <a:pt x="362072" y="455274"/>
                  <a:pt x="362072" y="359555"/>
                </a:cubicBezTo>
                <a:cubicBezTo>
                  <a:pt x="362072" y="263836"/>
                  <a:pt x="294588" y="147110"/>
                  <a:pt x="211590" y="99298"/>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4" name="Google Shape;2568;p47">
            <a:extLst>
              <a:ext uri="{FF2B5EF4-FFF2-40B4-BE49-F238E27FC236}">
                <a16:creationId xmlns:a16="http://schemas.microsoft.com/office/drawing/2014/main" id="{409B1080-6630-95A3-A9A6-D254B9375191}"/>
              </a:ext>
            </a:extLst>
          </p:cNvPr>
          <p:cNvSpPr>
            <a:spLocks noGrp="1"/>
          </p:cNvSpPr>
          <p:nvPr/>
        </p:nvSpPr>
        <p:spPr>
          <a:xfrm>
            <a:off x="11475225" y="1933111"/>
            <a:ext cx="160567" cy="222991"/>
          </a:xfrm>
          <a:custGeom>
            <a:avLst/>
            <a:gdLst/>
            <a:ahLst/>
            <a:cxnLst/>
            <a:rect l="l" t="t" r="r" b="b"/>
            <a:pathLst>
              <a:path w="211589" h="286951">
                <a:moveTo>
                  <a:pt x="27412" y="286951"/>
                </a:moveTo>
                <a:cubicBezTo>
                  <a:pt x="10194" y="243588"/>
                  <a:pt x="904" y="197477"/>
                  <a:pt x="0" y="150835"/>
                </a:cubicBezTo>
                <a:cubicBezTo>
                  <a:pt x="0" y="16239"/>
                  <a:pt x="95182" y="-38512"/>
                  <a:pt x="211590" y="28786"/>
                </a:cubicBezTo>
                <a:lnTo>
                  <a:pt x="211590" y="99315"/>
                </a:lnTo>
                <a:cubicBezTo>
                  <a:pt x="128686" y="51789"/>
                  <a:pt x="61107" y="90380"/>
                  <a:pt x="61107" y="186099"/>
                </a:cubicBezTo>
                <a:cubicBezTo>
                  <a:pt x="61830" y="219254"/>
                  <a:pt x="68540" y="252000"/>
                  <a:pt x="80905" y="282769"/>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5" name="Google Shape;2569;p47">
            <a:extLst>
              <a:ext uri="{FF2B5EF4-FFF2-40B4-BE49-F238E27FC236}">
                <a16:creationId xmlns:a16="http://schemas.microsoft.com/office/drawing/2014/main" id="{70CAAC23-2E5F-507E-21CF-6238474B561D}"/>
              </a:ext>
            </a:extLst>
          </p:cNvPr>
          <p:cNvSpPr>
            <a:spLocks noGrp="1"/>
          </p:cNvSpPr>
          <p:nvPr/>
        </p:nvSpPr>
        <p:spPr>
          <a:xfrm>
            <a:off x="10864953" y="4047976"/>
            <a:ext cx="326190" cy="192643"/>
          </a:xfrm>
          <a:custGeom>
            <a:avLst/>
            <a:gdLst/>
            <a:ahLst/>
            <a:cxnLst/>
            <a:rect l="l" t="t" r="r" b="b"/>
            <a:pathLst>
              <a:path w="429841" h="247899">
                <a:moveTo>
                  <a:pt x="429842" y="123950"/>
                </a:moveTo>
                <a:cubicBezTo>
                  <a:pt x="429842" y="192405"/>
                  <a:pt x="333619" y="247900"/>
                  <a:pt x="214921" y="247900"/>
                </a:cubicBezTo>
                <a:cubicBezTo>
                  <a:pt x="96224" y="247900"/>
                  <a:pt x="0" y="192406"/>
                  <a:pt x="0" y="123950"/>
                </a:cubicBezTo>
                <a:cubicBezTo>
                  <a:pt x="0" y="55494"/>
                  <a:pt x="96224" y="0"/>
                  <a:pt x="214921" y="0"/>
                </a:cubicBezTo>
                <a:cubicBezTo>
                  <a:pt x="333619" y="0"/>
                  <a:pt x="429842" y="55494"/>
                  <a:pt x="429842" y="123950"/>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6" name="Google Shape;2570;p47">
            <a:extLst>
              <a:ext uri="{FF2B5EF4-FFF2-40B4-BE49-F238E27FC236}">
                <a16:creationId xmlns:a16="http://schemas.microsoft.com/office/drawing/2014/main" id="{FAF4BA3B-9CCB-3E42-A3B5-62B6930AD270}"/>
              </a:ext>
            </a:extLst>
          </p:cNvPr>
          <p:cNvSpPr>
            <a:spLocks noGrp="1"/>
          </p:cNvSpPr>
          <p:nvPr/>
        </p:nvSpPr>
        <p:spPr>
          <a:xfrm>
            <a:off x="9140748" y="4085943"/>
            <a:ext cx="326190" cy="192643"/>
          </a:xfrm>
          <a:custGeom>
            <a:avLst/>
            <a:gdLst/>
            <a:ahLst/>
            <a:cxnLst/>
            <a:rect l="l" t="t" r="r" b="b"/>
            <a:pathLst>
              <a:path w="429841" h="247899">
                <a:moveTo>
                  <a:pt x="429842" y="123950"/>
                </a:moveTo>
                <a:cubicBezTo>
                  <a:pt x="429842" y="192405"/>
                  <a:pt x="333619" y="247900"/>
                  <a:pt x="214921" y="247900"/>
                </a:cubicBezTo>
                <a:cubicBezTo>
                  <a:pt x="96223" y="247900"/>
                  <a:pt x="0" y="192406"/>
                  <a:pt x="0" y="123950"/>
                </a:cubicBezTo>
                <a:cubicBezTo>
                  <a:pt x="0" y="55494"/>
                  <a:pt x="96223" y="0"/>
                  <a:pt x="214921" y="0"/>
                </a:cubicBezTo>
                <a:cubicBezTo>
                  <a:pt x="333619" y="0"/>
                  <a:pt x="429842" y="55494"/>
                  <a:pt x="429842" y="123950"/>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7" name="Google Shape;2571;p47">
            <a:extLst>
              <a:ext uri="{FF2B5EF4-FFF2-40B4-BE49-F238E27FC236}">
                <a16:creationId xmlns:a16="http://schemas.microsoft.com/office/drawing/2014/main" id="{318DB77E-58AE-747B-FBBC-3F2CB40DCBCA}"/>
              </a:ext>
            </a:extLst>
          </p:cNvPr>
          <p:cNvSpPr>
            <a:spLocks noGrp="1"/>
          </p:cNvSpPr>
          <p:nvPr/>
        </p:nvSpPr>
        <p:spPr>
          <a:xfrm>
            <a:off x="8575186" y="3212174"/>
            <a:ext cx="326190" cy="192643"/>
          </a:xfrm>
          <a:custGeom>
            <a:avLst/>
            <a:gdLst/>
            <a:ahLst/>
            <a:cxnLst/>
            <a:rect l="l" t="t" r="r" b="b"/>
            <a:pathLst>
              <a:path w="429841" h="247899">
                <a:moveTo>
                  <a:pt x="429842" y="123950"/>
                </a:moveTo>
                <a:cubicBezTo>
                  <a:pt x="429842" y="192406"/>
                  <a:pt x="333619" y="247900"/>
                  <a:pt x="214921" y="247900"/>
                </a:cubicBezTo>
                <a:cubicBezTo>
                  <a:pt x="96223" y="247900"/>
                  <a:pt x="0" y="192406"/>
                  <a:pt x="0" y="123950"/>
                </a:cubicBezTo>
                <a:cubicBezTo>
                  <a:pt x="0" y="55494"/>
                  <a:pt x="96223" y="0"/>
                  <a:pt x="214921" y="0"/>
                </a:cubicBezTo>
                <a:cubicBezTo>
                  <a:pt x="333619" y="0"/>
                  <a:pt x="429842" y="55494"/>
                  <a:pt x="429842" y="123950"/>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8" name="Google Shape;2572;p47">
            <a:extLst>
              <a:ext uri="{FF2B5EF4-FFF2-40B4-BE49-F238E27FC236}">
                <a16:creationId xmlns:a16="http://schemas.microsoft.com/office/drawing/2014/main" id="{CFEA0E38-DBEB-5DA3-5083-C432DA290AFF}"/>
              </a:ext>
            </a:extLst>
          </p:cNvPr>
          <p:cNvSpPr>
            <a:spLocks noGrp="1"/>
          </p:cNvSpPr>
          <p:nvPr/>
        </p:nvSpPr>
        <p:spPr>
          <a:xfrm>
            <a:off x="11027679" y="4121250"/>
            <a:ext cx="88468" cy="70113"/>
          </a:xfrm>
          <a:custGeom>
            <a:avLst/>
            <a:gdLst/>
            <a:ahLst/>
            <a:cxnLst/>
            <a:rect l="l" t="t" r="r" b="b"/>
            <a:pathLst>
              <a:path w="116580" h="90224">
                <a:moveTo>
                  <a:pt x="107376" y="2"/>
                </a:moveTo>
                <a:cubicBezTo>
                  <a:pt x="93384" y="11314"/>
                  <a:pt x="72729" y="953"/>
                  <a:pt x="71682" y="1998"/>
                </a:cubicBezTo>
                <a:cubicBezTo>
                  <a:pt x="55302" y="17235"/>
                  <a:pt x="38074" y="31550"/>
                  <a:pt x="20094" y="44868"/>
                </a:cubicBezTo>
                <a:cubicBezTo>
                  <a:pt x="11432" y="51711"/>
                  <a:pt x="-2179" y="60932"/>
                  <a:pt x="296" y="74049"/>
                </a:cubicBezTo>
                <a:cubicBezTo>
                  <a:pt x="4674" y="97622"/>
                  <a:pt x="42366" y="90398"/>
                  <a:pt x="56644" y="83554"/>
                </a:cubicBezTo>
                <a:cubicBezTo>
                  <a:pt x="70921" y="76711"/>
                  <a:pt x="82438" y="64544"/>
                  <a:pt x="95954" y="56084"/>
                </a:cubicBezTo>
                <a:cubicBezTo>
                  <a:pt x="105472" y="50095"/>
                  <a:pt x="114990" y="47054"/>
                  <a:pt x="116513" y="34887"/>
                </a:cubicBezTo>
                <a:cubicBezTo>
                  <a:pt x="117370" y="27187"/>
                  <a:pt x="109850" y="-283"/>
                  <a:pt x="107376" y="2"/>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9" name="Google Shape;2573;p47">
            <a:extLst>
              <a:ext uri="{FF2B5EF4-FFF2-40B4-BE49-F238E27FC236}">
                <a16:creationId xmlns:a16="http://schemas.microsoft.com/office/drawing/2014/main" id="{DB2B50BA-B5A4-C95C-EE86-849B02ED8A76}"/>
              </a:ext>
            </a:extLst>
          </p:cNvPr>
          <p:cNvSpPr>
            <a:spLocks noGrp="1"/>
          </p:cNvSpPr>
          <p:nvPr/>
        </p:nvSpPr>
        <p:spPr>
          <a:xfrm>
            <a:off x="11028048" y="4144298"/>
            <a:ext cx="88066" cy="47001"/>
          </a:xfrm>
          <a:custGeom>
            <a:avLst/>
            <a:gdLst/>
            <a:ahLst/>
            <a:cxnLst/>
            <a:rect l="l" t="t" r="r" b="b"/>
            <a:pathLst>
              <a:path w="116051" h="60483">
                <a:moveTo>
                  <a:pt x="115837" y="0"/>
                </a:moveTo>
                <a:cubicBezTo>
                  <a:pt x="113933" y="11597"/>
                  <a:pt x="104605" y="14828"/>
                  <a:pt x="95087" y="20722"/>
                </a:cubicBezTo>
                <a:cubicBezTo>
                  <a:pt x="81381" y="29182"/>
                  <a:pt x="69388" y="41443"/>
                  <a:pt x="55110" y="48572"/>
                </a:cubicBezTo>
                <a:cubicBezTo>
                  <a:pt x="40833" y="55701"/>
                  <a:pt x="9233" y="61880"/>
                  <a:pt x="0" y="45055"/>
                </a:cubicBezTo>
                <a:cubicBezTo>
                  <a:pt x="5045" y="67773"/>
                  <a:pt x="42071" y="60644"/>
                  <a:pt x="56157" y="53515"/>
                </a:cubicBezTo>
                <a:cubicBezTo>
                  <a:pt x="70244" y="46386"/>
                  <a:pt x="81952" y="34505"/>
                  <a:pt x="95468" y="26045"/>
                </a:cubicBezTo>
                <a:cubicBezTo>
                  <a:pt x="104986" y="20056"/>
                  <a:pt x="114504" y="17015"/>
                  <a:pt x="116027" y="4848"/>
                </a:cubicBezTo>
                <a:cubicBezTo>
                  <a:pt x="116093" y="3232"/>
                  <a:pt x="116027" y="1606"/>
                  <a:pt x="115837" y="0"/>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0" name="Google Shape;2574;p47">
            <a:extLst>
              <a:ext uri="{FF2B5EF4-FFF2-40B4-BE49-F238E27FC236}">
                <a16:creationId xmlns:a16="http://schemas.microsoft.com/office/drawing/2014/main" id="{E7A7E71F-4E2F-EC64-89E1-EC29E4BFCCC2}"/>
              </a:ext>
            </a:extLst>
          </p:cNvPr>
          <p:cNvSpPr>
            <a:spLocks noGrp="1"/>
          </p:cNvSpPr>
          <p:nvPr/>
        </p:nvSpPr>
        <p:spPr>
          <a:xfrm>
            <a:off x="10936886" y="4086189"/>
            <a:ext cx="88459" cy="67520"/>
          </a:xfrm>
          <a:custGeom>
            <a:avLst/>
            <a:gdLst/>
            <a:ahLst/>
            <a:cxnLst/>
            <a:rect l="l" t="t" r="r" b="b"/>
            <a:pathLst>
              <a:path w="116569" h="86887">
                <a:moveTo>
                  <a:pt x="105663" y="63"/>
                </a:moveTo>
                <a:cubicBezTo>
                  <a:pt x="91671" y="11470"/>
                  <a:pt x="67590" y="-982"/>
                  <a:pt x="66162" y="63"/>
                </a:cubicBezTo>
                <a:cubicBezTo>
                  <a:pt x="51656" y="14825"/>
                  <a:pt x="36275" y="28693"/>
                  <a:pt x="20094" y="41602"/>
                </a:cubicBezTo>
                <a:cubicBezTo>
                  <a:pt x="11432" y="48446"/>
                  <a:pt x="-2179" y="57666"/>
                  <a:pt x="296" y="70783"/>
                </a:cubicBezTo>
                <a:cubicBezTo>
                  <a:pt x="4674" y="94261"/>
                  <a:pt x="42367" y="87037"/>
                  <a:pt x="56644" y="80288"/>
                </a:cubicBezTo>
                <a:cubicBezTo>
                  <a:pt x="70921" y="73540"/>
                  <a:pt x="82438" y="61278"/>
                  <a:pt x="95954" y="52818"/>
                </a:cubicBezTo>
                <a:cubicBezTo>
                  <a:pt x="105472" y="46830"/>
                  <a:pt x="114990" y="43313"/>
                  <a:pt x="116513" y="31621"/>
                </a:cubicBezTo>
                <a:cubicBezTo>
                  <a:pt x="117370" y="23922"/>
                  <a:pt x="108137" y="-222"/>
                  <a:pt x="105663" y="63"/>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1" name="Google Shape;2575;p47">
            <a:extLst>
              <a:ext uri="{FF2B5EF4-FFF2-40B4-BE49-F238E27FC236}">
                <a16:creationId xmlns:a16="http://schemas.microsoft.com/office/drawing/2014/main" id="{8B83DB05-6D2F-8A85-E776-E83E3FEF57F1}"/>
              </a:ext>
            </a:extLst>
          </p:cNvPr>
          <p:cNvSpPr>
            <a:spLocks noGrp="1"/>
          </p:cNvSpPr>
          <p:nvPr/>
        </p:nvSpPr>
        <p:spPr>
          <a:xfrm>
            <a:off x="10937111" y="4107955"/>
            <a:ext cx="88101" cy="47149"/>
          </a:xfrm>
          <a:custGeom>
            <a:avLst/>
            <a:gdLst/>
            <a:ahLst/>
            <a:cxnLst/>
            <a:rect l="l" t="t" r="r" b="b"/>
            <a:pathLst>
              <a:path w="116097" h="60673">
                <a:moveTo>
                  <a:pt x="115741" y="0"/>
                </a:moveTo>
                <a:cubicBezTo>
                  <a:pt x="114218" y="11407"/>
                  <a:pt x="104700" y="14828"/>
                  <a:pt x="95182" y="20912"/>
                </a:cubicBezTo>
                <a:cubicBezTo>
                  <a:pt x="81476" y="29372"/>
                  <a:pt x="69388" y="41634"/>
                  <a:pt x="55205" y="48858"/>
                </a:cubicBezTo>
                <a:cubicBezTo>
                  <a:pt x="41023" y="56082"/>
                  <a:pt x="9233" y="62070"/>
                  <a:pt x="0" y="45246"/>
                </a:cubicBezTo>
                <a:cubicBezTo>
                  <a:pt x="5045" y="67964"/>
                  <a:pt x="42071" y="60835"/>
                  <a:pt x="56157" y="53706"/>
                </a:cubicBezTo>
                <a:cubicBezTo>
                  <a:pt x="70244" y="46577"/>
                  <a:pt x="82047" y="34695"/>
                  <a:pt x="95468" y="26235"/>
                </a:cubicBezTo>
                <a:cubicBezTo>
                  <a:pt x="104986" y="20246"/>
                  <a:pt x="114504" y="16730"/>
                  <a:pt x="116027" y="5133"/>
                </a:cubicBezTo>
                <a:cubicBezTo>
                  <a:pt x="116179" y="3413"/>
                  <a:pt x="116084" y="1692"/>
                  <a:pt x="115741" y="0"/>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2" name="Google Shape;2576;p47">
            <a:extLst>
              <a:ext uri="{FF2B5EF4-FFF2-40B4-BE49-F238E27FC236}">
                <a16:creationId xmlns:a16="http://schemas.microsoft.com/office/drawing/2014/main" id="{214BDD8F-2126-040F-E3EB-31929916C395}"/>
              </a:ext>
            </a:extLst>
          </p:cNvPr>
          <p:cNvSpPr>
            <a:spLocks noGrp="1"/>
          </p:cNvSpPr>
          <p:nvPr/>
        </p:nvSpPr>
        <p:spPr>
          <a:xfrm>
            <a:off x="10959502" y="3682188"/>
            <a:ext cx="152067" cy="446179"/>
          </a:xfrm>
          <a:custGeom>
            <a:avLst/>
            <a:gdLst/>
            <a:ahLst/>
            <a:cxnLst/>
            <a:rect l="l" t="t" r="r" b="b"/>
            <a:pathLst>
              <a:path w="200389" h="574156">
                <a:moveTo>
                  <a:pt x="197978" y="49713"/>
                </a:moveTo>
                <a:cubicBezTo>
                  <a:pt x="197312" y="70815"/>
                  <a:pt x="190745" y="162447"/>
                  <a:pt x="187794" y="211304"/>
                </a:cubicBezTo>
                <a:cubicBezTo>
                  <a:pt x="184843" y="260162"/>
                  <a:pt x="184177" y="319285"/>
                  <a:pt x="184177" y="319285"/>
                </a:cubicBezTo>
                <a:cubicBezTo>
                  <a:pt x="184177" y="319285"/>
                  <a:pt x="192553" y="354645"/>
                  <a:pt x="197978" y="396183"/>
                </a:cubicBezTo>
                <a:cubicBezTo>
                  <a:pt x="203404" y="437722"/>
                  <a:pt x="197978" y="568896"/>
                  <a:pt x="197978" y="568896"/>
                </a:cubicBezTo>
                <a:cubicBezTo>
                  <a:pt x="187080" y="575911"/>
                  <a:pt x="173088" y="575911"/>
                  <a:pt x="162190" y="568896"/>
                </a:cubicBezTo>
                <a:cubicBezTo>
                  <a:pt x="162190" y="568896"/>
                  <a:pt x="139822" y="464337"/>
                  <a:pt x="129448" y="416810"/>
                </a:cubicBezTo>
                <a:cubicBezTo>
                  <a:pt x="119073" y="369283"/>
                  <a:pt x="117359" y="342193"/>
                  <a:pt x="111934" y="312916"/>
                </a:cubicBezTo>
                <a:cubicBezTo>
                  <a:pt x="105462" y="277462"/>
                  <a:pt x="91375" y="111973"/>
                  <a:pt x="91375" y="111973"/>
                </a:cubicBezTo>
                <a:lnTo>
                  <a:pt x="85759" y="111973"/>
                </a:lnTo>
                <a:lnTo>
                  <a:pt x="70815" y="298753"/>
                </a:lnTo>
                <a:cubicBezTo>
                  <a:pt x="75479" y="312508"/>
                  <a:pt x="78668" y="326718"/>
                  <a:pt x="80334" y="341147"/>
                </a:cubicBezTo>
                <a:cubicBezTo>
                  <a:pt x="84426" y="371660"/>
                  <a:pt x="76050" y="524696"/>
                  <a:pt x="76050" y="524696"/>
                </a:cubicBezTo>
                <a:cubicBezTo>
                  <a:pt x="63896" y="531473"/>
                  <a:pt x="48952" y="530846"/>
                  <a:pt x="37406" y="523080"/>
                </a:cubicBezTo>
                <a:cubicBezTo>
                  <a:pt x="37406" y="523080"/>
                  <a:pt x="0" y="320331"/>
                  <a:pt x="0" y="289533"/>
                </a:cubicBezTo>
                <a:cubicBezTo>
                  <a:pt x="0" y="269097"/>
                  <a:pt x="3522" y="0"/>
                  <a:pt x="3522" y="0"/>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3" name="Google Shape;2577;p47">
            <a:extLst>
              <a:ext uri="{FF2B5EF4-FFF2-40B4-BE49-F238E27FC236}">
                <a16:creationId xmlns:a16="http://schemas.microsoft.com/office/drawing/2014/main" id="{B132A067-5617-E470-C576-A21333011417}"/>
              </a:ext>
            </a:extLst>
          </p:cNvPr>
          <p:cNvSpPr>
            <a:spLocks noGrp="1"/>
          </p:cNvSpPr>
          <p:nvPr/>
        </p:nvSpPr>
        <p:spPr>
          <a:xfrm>
            <a:off x="10993799" y="3403784"/>
            <a:ext cx="97486" cy="96922"/>
          </a:xfrm>
          <a:custGeom>
            <a:avLst/>
            <a:gdLst/>
            <a:ahLst/>
            <a:cxnLst/>
            <a:rect l="l" t="t" r="r" b="b"/>
            <a:pathLst>
              <a:path w="128464" h="124722">
                <a:moveTo>
                  <a:pt x="102147" y="0"/>
                </a:moveTo>
                <a:cubicBezTo>
                  <a:pt x="102147" y="0"/>
                  <a:pt x="99767" y="46006"/>
                  <a:pt x="100814" y="50093"/>
                </a:cubicBezTo>
                <a:cubicBezTo>
                  <a:pt x="101861" y="54181"/>
                  <a:pt x="121945" y="67678"/>
                  <a:pt x="127846" y="72431"/>
                </a:cubicBezTo>
                <a:cubicBezTo>
                  <a:pt x="133747" y="77183"/>
                  <a:pt x="95960" y="114445"/>
                  <a:pt x="77590" y="122904"/>
                </a:cubicBezTo>
                <a:cubicBezTo>
                  <a:pt x="59220" y="131364"/>
                  <a:pt x="1444" y="109122"/>
                  <a:pt x="112" y="80606"/>
                </a:cubicBezTo>
                <a:cubicBezTo>
                  <a:pt x="-1221" y="52089"/>
                  <a:pt x="9630" y="28136"/>
                  <a:pt x="19148" y="26900"/>
                </a:cubicBezTo>
                <a:cubicBezTo>
                  <a:pt x="28666" y="25665"/>
                  <a:pt x="102147" y="0"/>
                  <a:pt x="102147" y="0"/>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4" name="Google Shape;2578;p47">
            <a:extLst>
              <a:ext uri="{FF2B5EF4-FFF2-40B4-BE49-F238E27FC236}">
                <a16:creationId xmlns:a16="http://schemas.microsoft.com/office/drawing/2014/main" id="{A629D59B-D28F-C9A5-D805-29623E40F144}"/>
              </a:ext>
            </a:extLst>
          </p:cNvPr>
          <p:cNvSpPr>
            <a:spLocks noGrp="1"/>
          </p:cNvSpPr>
          <p:nvPr/>
        </p:nvSpPr>
        <p:spPr>
          <a:xfrm>
            <a:off x="10839673" y="3426831"/>
            <a:ext cx="138481" cy="277959"/>
          </a:xfrm>
          <a:custGeom>
            <a:avLst/>
            <a:gdLst/>
            <a:ahLst/>
            <a:cxnLst/>
            <a:rect l="l" t="t" r="r" b="b"/>
            <a:pathLst>
              <a:path w="182485" h="357686">
                <a:moveTo>
                  <a:pt x="179037" y="55702"/>
                </a:moveTo>
                <a:cubicBezTo>
                  <a:pt x="176277" y="35455"/>
                  <a:pt x="189697" y="16159"/>
                  <a:pt x="176752" y="0"/>
                </a:cubicBezTo>
                <a:cubicBezTo>
                  <a:pt x="131255" y="44485"/>
                  <a:pt x="136966" y="162352"/>
                  <a:pt x="126687" y="237634"/>
                </a:cubicBezTo>
                <a:cubicBezTo>
                  <a:pt x="92897" y="272899"/>
                  <a:pt x="25032" y="307594"/>
                  <a:pt x="5901" y="316243"/>
                </a:cubicBezTo>
                <a:cubicBezTo>
                  <a:pt x="2379" y="317764"/>
                  <a:pt x="-572" y="319475"/>
                  <a:pt x="95" y="323182"/>
                </a:cubicBezTo>
                <a:cubicBezTo>
                  <a:pt x="2665" y="335739"/>
                  <a:pt x="8061" y="347535"/>
                  <a:pt x="15895" y="357687"/>
                </a:cubicBezTo>
                <a:cubicBezTo>
                  <a:pt x="60821" y="338676"/>
                  <a:pt x="93183" y="327270"/>
                  <a:pt x="149150" y="274040"/>
                </a:cubicBezTo>
                <a:cubicBezTo>
                  <a:pt x="154509" y="268175"/>
                  <a:pt x="159287" y="261806"/>
                  <a:pt x="163427" y="255029"/>
                </a:cubicBezTo>
                <a:cubicBezTo>
                  <a:pt x="179608" y="207502"/>
                  <a:pt x="183605" y="90776"/>
                  <a:pt x="179037" y="55702"/>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5" name="Google Shape;2579;p47">
            <a:extLst>
              <a:ext uri="{FF2B5EF4-FFF2-40B4-BE49-F238E27FC236}">
                <a16:creationId xmlns:a16="http://schemas.microsoft.com/office/drawing/2014/main" id="{F52CC784-8A51-183F-395B-B2E6F61E1016}"/>
              </a:ext>
            </a:extLst>
          </p:cNvPr>
          <p:cNvSpPr>
            <a:spLocks noGrp="1"/>
          </p:cNvSpPr>
          <p:nvPr/>
        </p:nvSpPr>
        <p:spPr>
          <a:xfrm>
            <a:off x="10959488" y="3417318"/>
            <a:ext cx="158015" cy="325649"/>
          </a:xfrm>
          <a:custGeom>
            <a:avLst/>
            <a:gdLst/>
            <a:ahLst/>
            <a:cxnLst/>
            <a:rect l="l" t="t" r="r" b="b"/>
            <a:pathLst>
              <a:path w="208226" h="419055">
                <a:moveTo>
                  <a:pt x="152500" y="40568"/>
                </a:moveTo>
                <a:cubicBezTo>
                  <a:pt x="152500" y="40568"/>
                  <a:pt x="119091" y="90376"/>
                  <a:pt x="72357" y="95033"/>
                </a:cubicBezTo>
                <a:cubicBezTo>
                  <a:pt x="57699" y="80585"/>
                  <a:pt x="56366" y="29066"/>
                  <a:pt x="76736" y="12527"/>
                </a:cubicBezTo>
                <a:cubicBezTo>
                  <a:pt x="76736" y="12527"/>
                  <a:pt x="57699" y="-2491"/>
                  <a:pt x="45135" y="360"/>
                </a:cubicBezTo>
                <a:cubicBezTo>
                  <a:pt x="31448" y="8744"/>
                  <a:pt x="21301" y="21823"/>
                  <a:pt x="16580" y="37146"/>
                </a:cubicBezTo>
                <a:cubicBezTo>
                  <a:pt x="4702" y="71346"/>
                  <a:pt x="-885" y="107419"/>
                  <a:pt x="114" y="143606"/>
                </a:cubicBezTo>
                <a:cubicBezTo>
                  <a:pt x="875" y="192463"/>
                  <a:pt x="114" y="341698"/>
                  <a:pt x="114" y="341698"/>
                </a:cubicBezTo>
                <a:cubicBezTo>
                  <a:pt x="114" y="341698"/>
                  <a:pt x="6681" y="373256"/>
                  <a:pt x="48942" y="396734"/>
                </a:cubicBezTo>
                <a:cubicBezTo>
                  <a:pt x="91203" y="420212"/>
                  <a:pt x="122423" y="422493"/>
                  <a:pt x="151073" y="415745"/>
                </a:cubicBezTo>
                <a:cubicBezTo>
                  <a:pt x="174678" y="410231"/>
                  <a:pt x="194190" y="401866"/>
                  <a:pt x="202376" y="384757"/>
                </a:cubicBezTo>
                <a:cubicBezTo>
                  <a:pt x="200282" y="350538"/>
                  <a:pt x="184957" y="261187"/>
                  <a:pt x="190668" y="218223"/>
                </a:cubicBezTo>
                <a:cubicBezTo>
                  <a:pt x="196379" y="175259"/>
                  <a:pt x="205517" y="143036"/>
                  <a:pt x="207801" y="108246"/>
                </a:cubicBezTo>
                <a:cubicBezTo>
                  <a:pt x="210086" y="73456"/>
                  <a:pt x="203233" y="74122"/>
                  <a:pt x="185814" y="61765"/>
                </a:cubicBezTo>
                <a:cubicBezTo>
                  <a:pt x="175239" y="53904"/>
                  <a:pt x="164103" y="46813"/>
                  <a:pt x="152500" y="40568"/>
                </a:cubicBezTo>
                <a:close/>
              </a:path>
            </a:pathLst>
          </a:custGeom>
          <a:solidFill>
            <a:srgbClr val="F4F4F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6" name="Google Shape;2580;p47">
            <a:extLst>
              <a:ext uri="{FF2B5EF4-FFF2-40B4-BE49-F238E27FC236}">
                <a16:creationId xmlns:a16="http://schemas.microsoft.com/office/drawing/2014/main" id="{8D35C796-A4A3-72BA-2B36-DDB4B4A78D03}"/>
              </a:ext>
            </a:extLst>
          </p:cNvPr>
          <p:cNvSpPr>
            <a:spLocks noGrp="1"/>
          </p:cNvSpPr>
          <p:nvPr/>
        </p:nvSpPr>
        <p:spPr>
          <a:xfrm>
            <a:off x="10989828" y="3303164"/>
            <a:ext cx="105050" cy="130749"/>
          </a:xfrm>
          <a:custGeom>
            <a:avLst/>
            <a:gdLst/>
            <a:ahLst/>
            <a:cxnLst/>
            <a:rect l="l" t="t" r="r" b="b"/>
            <a:pathLst>
              <a:path w="138431" h="168252">
                <a:moveTo>
                  <a:pt x="3060" y="60853"/>
                </a:moveTo>
                <a:lnTo>
                  <a:pt x="3060" y="60853"/>
                </a:lnTo>
                <a:cubicBezTo>
                  <a:pt x="8581" y="25112"/>
                  <a:pt x="34375" y="-1978"/>
                  <a:pt x="71211" y="113"/>
                </a:cubicBezTo>
                <a:cubicBezTo>
                  <a:pt x="110416" y="2252"/>
                  <a:pt x="140465" y="35740"/>
                  <a:pt x="138324" y="74892"/>
                </a:cubicBezTo>
                <a:cubicBezTo>
                  <a:pt x="138314" y="74930"/>
                  <a:pt x="138314" y="74978"/>
                  <a:pt x="138314" y="75016"/>
                </a:cubicBezTo>
                <a:cubicBezTo>
                  <a:pt x="137105" y="96983"/>
                  <a:pt x="125655" y="117105"/>
                  <a:pt x="107380" y="129386"/>
                </a:cubicBezTo>
                <a:cubicBezTo>
                  <a:pt x="106057" y="134804"/>
                  <a:pt x="104144" y="140071"/>
                  <a:pt x="101669" y="145070"/>
                </a:cubicBezTo>
                <a:cubicBezTo>
                  <a:pt x="88629" y="160279"/>
                  <a:pt x="49128" y="169689"/>
                  <a:pt x="37802" y="168073"/>
                </a:cubicBezTo>
                <a:cubicBezTo>
                  <a:pt x="23981" y="166847"/>
                  <a:pt x="12322" y="157313"/>
                  <a:pt x="8391" y="144025"/>
                </a:cubicBezTo>
                <a:cubicBezTo>
                  <a:pt x="-3793" y="115984"/>
                  <a:pt x="15" y="78533"/>
                  <a:pt x="3060" y="60853"/>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7" name="Google Shape;2581;p47">
            <a:extLst>
              <a:ext uri="{FF2B5EF4-FFF2-40B4-BE49-F238E27FC236}">
                <a16:creationId xmlns:a16="http://schemas.microsoft.com/office/drawing/2014/main" id="{BB6402E6-1162-2319-4304-7C6E414D8281}"/>
              </a:ext>
            </a:extLst>
          </p:cNvPr>
          <p:cNvSpPr>
            <a:spLocks noGrp="1"/>
          </p:cNvSpPr>
          <p:nvPr/>
        </p:nvSpPr>
        <p:spPr>
          <a:xfrm>
            <a:off x="10993830" y="3291671"/>
            <a:ext cx="110866" cy="112039"/>
          </a:xfrm>
          <a:custGeom>
            <a:avLst/>
            <a:gdLst/>
            <a:ahLst/>
            <a:cxnLst/>
            <a:rect l="l" t="t" r="r" b="b"/>
            <a:pathLst>
              <a:path w="146095" h="144175">
                <a:moveTo>
                  <a:pt x="102106" y="144176"/>
                </a:moveTo>
                <a:lnTo>
                  <a:pt x="102106" y="144176"/>
                </a:lnTo>
                <a:lnTo>
                  <a:pt x="98680" y="113093"/>
                </a:lnTo>
                <a:cubicBezTo>
                  <a:pt x="98680" y="113093"/>
                  <a:pt x="124189" y="47126"/>
                  <a:pt x="63939" y="59768"/>
                </a:cubicBezTo>
                <a:cubicBezTo>
                  <a:pt x="24152" y="68133"/>
                  <a:pt x="14158" y="71745"/>
                  <a:pt x="2070" y="45130"/>
                </a:cubicBezTo>
                <a:cubicBezTo>
                  <a:pt x="-10018" y="18515"/>
                  <a:pt x="32624" y="-5534"/>
                  <a:pt x="83355" y="1120"/>
                </a:cubicBezTo>
                <a:cubicBezTo>
                  <a:pt x="119563" y="4913"/>
                  <a:pt x="146823" y="35777"/>
                  <a:pt x="146081" y="72125"/>
                </a:cubicBezTo>
                <a:cubicBezTo>
                  <a:pt x="144748" y="91706"/>
                  <a:pt x="139513" y="131439"/>
                  <a:pt x="102106" y="144176"/>
                </a:cubicBezTo>
                <a:close/>
              </a:path>
            </a:pathLst>
          </a:custGeom>
          <a:solidFill>
            <a:srgbClr val="3A2C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8" name="Google Shape;2582;p47">
            <a:extLst>
              <a:ext uri="{FF2B5EF4-FFF2-40B4-BE49-F238E27FC236}">
                <a16:creationId xmlns:a16="http://schemas.microsoft.com/office/drawing/2014/main" id="{F5FC667E-4424-D0EF-9C92-4D7C0C555B60}"/>
              </a:ext>
            </a:extLst>
          </p:cNvPr>
          <p:cNvSpPr>
            <a:spLocks noGrp="1"/>
          </p:cNvSpPr>
          <p:nvPr/>
        </p:nvSpPr>
        <p:spPr>
          <a:xfrm>
            <a:off x="10983661" y="3481714"/>
            <a:ext cx="141800" cy="249077"/>
          </a:xfrm>
          <a:custGeom>
            <a:avLst/>
            <a:gdLst/>
            <a:ahLst/>
            <a:cxnLst/>
            <a:rect l="l" t="t" r="r" b="b"/>
            <a:pathLst>
              <a:path w="186859" h="320520">
                <a:moveTo>
                  <a:pt x="186131" y="4943"/>
                </a:moveTo>
                <a:cubicBezTo>
                  <a:pt x="168713" y="0"/>
                  <a:pt x="182039" y="4088"/>
                  <a:pt x="168713" y="0"/>
                </a:cubicBezTo>
                <a:cubicBezTo>
                  <a:pt x="123216" y="44485"/>
                  <a:pt x="128832" y="120813"/>
                  <a:pt x="118552" y="196286"/>
                </a:cubicBezTo>
                <a:cubicBezTo>
                  <a:pt x="93424" y="237729"/>
                  <a:pt x="241" y="293906"/>
                  <a:pt x="241" y="293906"/>
                </a:cubicBezTo>
                <a:cubicBezTo>
                  <a:pt x="-901" y="301986"/>
                  <a:pt x="1859" y="304362"/>
                  <a:pt x="11948" y="320521"/>
                </a:cubicBezTo>
                <a:cubicBezTo>
                  <a:pt x="63842" y="300693"/>
                  <a:pt x="111042" y="270295"/>
                  <a:pt x="150533" y="231266"/>
                </a:cubicBezTo>
                <a:cubicBezTo>
                  <a:pt x="152818" y="229174"/>
                  <a:pt x="156054" y="228604"/>
                  <a:pt x="157006" y="225752"/>
                </a:cubicBezTo>
                <a:cubicBezTo>
                  <a:pt x="172901" y="177655"/>
                  <a:pt x="190700" y="40018"/>
                  <a:pt x="186131" y="4943"/>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9" name="Google Shape;2583;p47">
            <a:extLst>
              <a:ext uri="{FF2B5EF4-FFF2-40B4-BE49-F238E27FC236}">
                <a16:creationId xmlns:a16="http://schemas.microsoft.com/office/drawing/2014/main" id="{5E1A9275-E405-66F1-E434-4750014AC355}"/>
              </a:ext>
            </a:extLst>
          </p:cNvPr>
          <p:cNvSpPr>
            <a:spLocks noGrp="1"/>
          </p:cNvSpPr>
          <p:nvPr/>
        </p:nvSpPr>
        <p:spPr>
          <a:xfrm>
            <a:off x="10810130" y="3557796"/>
            <a:ext cx="164178" cy="225809"/>
          </a:xfrm>
          <a:custGeom>
            <a:avLst/>
            <a:gdLst/>
            <a:ahLst/>
            <a:cxnLst/>
            <a:rect l="l" t="t" r="r" b="b"/>
            <a:pathLst>
              <a:path w="216348" h="290578">
                <a:moveTo>
                  <a:pt x="0" y="0"/>
                </a:moveTo>
                <a:lnTo>
                  <a:pt x="67770" y="231360"/>
                </a:lnTo>
                <a:lnTo>
                  <a:pt x="216349" y="290579"/>
                </a:lnTo>
                <a:lnTo>
                  <a:pt x="162190" y="65302"/>
                </a:lnTo>
                <a:lnTo>
                  <a:pt x="0" y="0"/>
                </a:lnTo>
                <a:close/>
              </a:path>
            </a:pathLst>
          </a:custGeom>
          <a:solidFill>
            <a:srgbClr val="F4F4F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0" name="Google Shape;2584;p47">
            <a:extLst>
              <a:ext uri="{FF2B5EF4-FFF2-40B4-BE49-F238E27FC236}">
                <a16:creationId xmlns:a16="http://schemas.microsoft.com/office/drawing/2014/main" id="{BFE153A4-C561-B8E4-413C-2F669304A2C5}"/>
              </a:ext>
            </a:extLst>
          </p:cNvPr>
          <p:cNvSpPr>
            <a:spLocks noGrp="1"/>
          </p:cNvSpPr>
          <p:nvPr/>
        </p:nvSpPr>
        <p:spPr>
          <a:xfrm>
            <a:off x="10919498" y="3699399"/>
            <a:ext cx="83154" cy="41489"/>
          </a:xfrm>
          <a:custGeom>
            <a:avLst/>
            <a:gdLst/>
            <a:ahLst/>
            <a:cxnLst/>
            <a:rect l="l" t="t" r="r" b="b"/>
            <a:pathLst>
              <a:path w="109578" h="53390">
                <a:moveTo>
                  <a:pt x="108112" y="15494"/>
                </a:moveTo>
                <a:cubicBezTo>
                  <a:pt x="105923" y="7604"/>
                  <a:pt x="100212" y="9505"/>
                  <a:pt x="93739" y="11502"/>
                </a:cubicBezTo>
                <a:cubicBezTo>
                  <a:pt x="86772" y="14353"/>
                  <a:pt x="79100" y="15019"/>
                  <a:pt x="71752" y="13403"/>
                </a:cubicBezTo>
                <a:cubicBezTo>
                  <a:pt x="66003" y="10627"/>
                  <a:pt x="60683" y="7043"/>
                  <a:pt x="55952" y="2757"/>
                </a:cubicBezTo>
                <a:cubicBezTo>
                  <a:pt x="53077" y="1017"/>
                  <a:pt x="49794" y="67"/>
                  <a:pt x="46434" y="0"/>
                </a:cubicBezTo>
                <a:cubicBezTo>
                  <a:pt x="46434" y="1996"/>
                  <a:pt x="49860" y="13688"/>
                  <a:pt x="49860" y="13688"/>
                </a:cubicBezTo>
                <a:cubicBezTo>
                  <a:pt x="49860" y="13688"/>
                  <a:pt x="17308" y="13688"/>
                  <a:pt x="13977" y="13688"/>
                </a:cubicBezTo>
                <a:cubicBezTo>
                  <a:pt x="11045" y="13070"/>
                  <a:pt x="8171" y="14952"/>
                  <a:pt x="7552" y="17880"/>
                </a:cubicBezTo>
                <a:cubicBezTo>
                  <a:pt x="7200" y="19572"/>
                  <a:pt x="7676" y="21339"/>
                  <a:pt x="8837" y="22623"/>
                </a:cubicBezTo>
                <a:cubicBezTo>
                  <a:pt x="8104" y="22680"/>
                  <a:pt x="7381" y="22680"/>
                  <a:pt x="6648" y="22623"/>
                </a:cubicBezTo>
                <a:cubicBezTo>
                  <a:pt x="-15" y="21102"/>
                  <a:pt x="-2870" y="31368"/>
                  <a:pt x="3792" y="32889"/>
                </a:cubicBezTo>
                <a:cubicBezTo>
                  <a:pt x="5582" y="33231"/>
                  <a:pt x="7399" y="33487"/>
                  <a:pt x="9218" y="33649"/>
                </a:cubicBezTo>
                <a:cubicBezTo>
                  <a:pt x="4839" y="35360"/>
                  <a:pt x="3792" y="42584"/>
                  <a:pt x="9218" y="43154"/>
                </a:cubicBezTo>
                <a:lnTo>
                  <a:pt x="10836" y="43154"/>
                </a:lnTo>
                <a:cubicBezTo>
                  <a:pt x="11645" y="43373"/>
                  <a:pt x="12501" y="43373"/>
                  <a:pt x="13310" y="43154"/>
                </a:cubicBezTo>
                <a:lnTo>
                  <a:pt x="14262" y="43154"/>
                </a:lnTo>
                <a:cubicBezTo>
                  <a:pt x="13701" y="46358"/>
                  <a:pt x="15852" y="49418"/>
                  <a:pt x="19059" y="49970"/>
                </a:cubicBezTo>
                <a:cubicBezTo>
                  <a:pt x="19107" y="49979"/>
                  <a:pt x="19164" y="49989"/>
                  <a:pt x="19212" y="49998"/>
                </a:cubicBezTo>
                <a:cubicBezTo>
                  <a:pt x="35107" y="52089"/>
                  <a:pt x="58522" y="58458"/>
                  <a:pt x="72894" y="45341"/>
                </a:cubicBezTo>
                <a:cubicBezTo>
                  <a:pt x="82774" y="44295"/>
                  <a:pt x="92416" y="41662"/>
                  <a:pt x="101449" y="37546"/>
                </a:cubicBezTo>
                <a:cubicBezTo>
                  <a:pt x="110491" y="33839"/>
                  <a:pt x="110777" y="24904"/>
                  <a:pt x="108112" y="15494"/>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1" name="Google Shape;2585;p47">
            <a:extLst>
              <a:ext uri="{FF2B5EF4-FFF2-40B4-BE49-F238E27FC236}">
                <a16:creationId xmlns:a16="http://schemas.microsoft.com/office/drawing/2014/main" id="{71A83D34-3DB7-FD42-F269-FF54B5D11178}"/>
              </a:ext>
            </a:extLst>
          </p:cNvPr>
          <p:cNvSpPr>
            <a:spLocks noGrp="1"/>
          </p:cNvSpPr>
          <p:nvPr/>
        </p:nvSpPr>
        <p:spPr>
          <a:xfrm>
            <a:off x="10830760" y="3673166"/>
            <a:ext cx="51498" cy="43378"/>
          </a:xfrm>
          <a:custGeom>
            <a:avLst/>
            <a:gdLst/>
            <a:ahLst/>
            <a:cxnLst/>
            <a:rect l="l" t="t" r="r" b="b"/>
            <a:pathLst>
              <a:path w="67863" h="55821">
                <a:moveTo>
                  <a:pt x="62477" y="30335"/>
                </a:moveTo>
                <a:lnTo>
                  <a:pt x="60192" y="30335"/>
                </a:lnTo>
                <a:cubicBezTo>
                  <a:pt x="62420" y="28253"/>
                  <a:pt x="62534" y="24764"/>
                  <a:pt x="60459" y="22540"/>
                </a:cubicBezTo>
                <a:cubicBezTo>
                  <a:pt x="59564" y="21590"/>
                  <a:pt x="58355" y="20981"/>
                  <a:pt x="57051" y="20829"/>
                </a:cubicBezTo>
                <a:cubicBezTo>
                  <a:pt x="53720" y="20829"/>
                  <a:pt x="20216" y="13890"/>
                  <a:pt x="20216" y="13890"/>
                </a:cubicBezTo>
                <a:lnTo>
                  <a:pt x="16123" y="108"/>
                </a:lnTo>
                <a:cubicBezTo>
                  <a:pt x="16123" y="-653"/>
                  <a:pt x="10317" y="2864"/>
                  <a:pt x="10127" y="2959"/>
                </a:cubicBezTo>
                <a:cubicBezTo>
                  <a:pt x="4406" y="6723"/>
                  <a:pt x="694" y="12873"/>
                  <a:pt x="37" y="19689"/>
                </a:cubicBezTo>
                <a:cubicBezTo>
                  <a:pt x="-400" y="29232"/>
                  <a:pt x="3035" y="38557"/>
                  <a:pt x="9555" y="45543"/>
                </a:cubicBezTo>
                <a:cubicBezTo>
                  <a:pt x="15638" y="51503"/>
                  <a:pt x="23785" y="54906"/>
                  <a:pt x="32304" y="55049"/>
                </a:cubicBezTo>
                <a:cubicBezTo>
                  <a:pt x="36302" y="55049"/>
                  <a:pt x="40204" y="55049"/>
                  <a:pt x="43726" y="55809"/>
                </a:cubicBezTo>
                <a:cubicBezTo>
                  <a:pt x="46981" y="56018"/>
                  <a:pt x="49789" y="53556"/>
                  <a:pt x="49998" y="50305"/>
                </a:cubicBezTo>
                <a:cubicBezTo>
                  <a:pt x="49998" y="50210"/>
                  <a:pt x="50008" y="50106"/>
                  <a:pt x="50008" y="50011"/>
                </a:cubicBezTo>
                <a:lnTo>
                  <a:pt x="51055" y="50011"/>
                </a:lnTo>
                <a:cubicBezTo>
                  <a:pt x="51835" y="50201"/>
                  <a:pt x="52654" y="50201"/>
                  <a:pt x="53435" y="50011"/>
                </a:cubicBezTo>
                <a:lnTo>
                  <a:pt x="55148" y="50011"/>
                </a:lnTo>
                <a:cubicBezTo>
                  <a:pt x="60859" y="50011"/>
                  <a:pt x="61334" y="42977"/>
                  <a:pt x="57432" y="40505"/>
                </a:cubicBezTo>
                <a:cubicBezTo>
                  <a:pt x="59240" y="40505"/>
                  <a:pt x="61049" y="40505"/>
                  <a:pt x="62953" y="40505"/>
                </a:cubicBezTo>
                <a:cubicBezTo>
                  <a:pt x="69901" y="40885"/>
                  <a:pt x="69234" y="30239"/>
                  <a:pt x="62477" y="30335"/>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2" name="Google Shape;2586;p47">
            <a:extLst>
              <a:ext uri="{FF2B5EF4-FFF2-40B4-BE49-F238E27FC236}">
                <a16:creationId xmlns:a16="http://schemas.microsoft.com/office/drawing/2014/main" id="{EB9EA8EA-34B3-9E17-2B06-C809851397E7}"/>
              </a:ext>
            </a:extLst>
          </p:cNvPr>
          <p:cNvSpPr>
            <a:spLocks noGrp="1"/>
          </p:cNvSpPr>
          <p:nvPr/>
        </p:nvSpPr>
        <p:spPr>
          <a:xfrm>
            <a:off x="10942672" y="3417597"/>
            <a:ext cx="51066" cy="75934"/>
          </a:xfrm>
          <a:custGeom>
            <a:avLst/>
            <a:gdLst/>
            <a:ahLst/>
            <a:cxnLst/>
            <a:rect l="l" t="t" r="r" b="b"/>
            <a:pathLst>
              <a:path w="67293" h="97715">
                <a:moveTo>
                  <a:pt x="24367" y="97715"/>
                </a:moveTo>
                <a:cubicBezTo>
                  <a:pt x="15153" y="97344"/>
                  <a:pt x="6435" y="93466"/>
                  <a:pt x="0" y="86879"/>
                </a:cubicBezTo>
                <a:cubicBezTo>
                  <a:pt x="1333" y="69769"/>
                  <a:pt x="23224" y="4848"/>
                  <a:pt x="67294" y="0"/>
                </a:cubicBezTo>
                <a:cubicBezTo>
                  <a:pt x="55310" y="8431"/>
                  <a:pt x="45811" y="19923"/>
                  <a:pt x="39786" y="33269"/>
                </a:cubicBezTo>
                <a:cubicBezTo>
                  <a:pt x="33000" y="54323"/>
                  <a:pt x="27841" y="75872"/>
                  <a:pt x="24367" y="97715"/>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3" name="Google Shape;2587;p47">
            <a:extLst>
              <a:ext uri="{FF2B5EF4-FFF2-40B4-BE49-F238E27FC236}">
                <a16:creationId xmlns:a16="http://schemas.microsoft.com/office/drawing/2014/main" id="{DBA2DA08-5CA7-0B76-0403-0B5D5B67338C}"/>
              </a:ext>
            </a:extLst>
          </p:cNvPr>
          <p:cNvSpPr>
            <a:spLocks noGrp="1"/>
          </p:cNvSpPr>
          <p:nvPr/>
        </p:nvSpPr>
        <p:spPr>
          <a:xfrm>
            <a:off x="11073862" y="3469234"/>
            <a:ext cx="62029" cy="94469"/>
          </a:xfrm>
          <a:custGeom>
            <a:avLst/>
            <a:gdLst/>
            <a:ahLst/>
            <a:cxnLst/>
            <a:rect l="l" t="t" r="r" b="b"/>
            <a:pathLst>
              <a:path w="81740" h="121566">
                <a:moveTo>
                  <a:pt x="75168" y="117100"/>
                </a:moveTo>
                <a:cubicBezTo>
                  <a:pt x="75168" y="117100"/>
                  <a:pt x="31289" y="132214"/>
                  <a:pt x="355" y="106834"/>
                </a:cubicBezTo>
                <a:cubicBezTo>
                  <a:pt x="-2977" y="101036"/>
                  <a:pt x="18249" y="26514"/>
                  <a:pt x="18249" y="26514"/>
                </a:cubicBezTo>
                <a:cubicBezTo>
                  <a:pt x="18249" y="26514"/>
                  <a:pt x="36714" y="-11507"/>
                  <a:pt x="65840" y="3511"/>
                </a:cubicBezTo>
                <a:cubicBezTo>
                  <a:pt x="94966" y="18530"/>
                  <a:pt x="75168" y="117100"/>
                  <a:pt x="75168" y="117100"/>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4" name="Google Shape;2588;p47">
            <a:extLst>
              <a:ext uri="{FF2B5EF4-FFF2-40B4-BE49-F238E27FC236}">
                <a16:creationId xmlns:a16="http://schemas.microsoft.com/office/drawing/2014/main" id="{F5FBBBC5-A87E-275A-DF89-EEE39B947F9A}"/>
              </a:ext>
            </a:extLst>
          </p:cNvPr>
          <p:cNvSpPr>
            <a:spLocks noGrp="1"/>
          </p:cNvSpPr>
          <p:nvPr/>
        </p:nvSpPr>
        <p:spPr>
          <a:xfrm>
            <a:off x="9189503" y="3538148"/>
            <a:ext cx="77069" cy="137835"/>
          </a:xfrm>
          <a:custGeom>
            <a:avLst/>
            <a:gdLst/>
            <a:ahLst/>
            <a:cxnLst/>
            <a:rect l="l" t="t" r="r" b="b"/>
            <a:pathLst>
              <a:path w="101559" h="177370">
                <a:moveTo>
                  <a:pt x="0" y="0"/>
                </a:moveTo>
                <a:cubicBezTo>
                  <a:pt x="0" y="0"/>
                  <a:pt x="6092" y="90966"/>
                  <a:pt x="17989" y="104084"/>
                </a:cubicBezTo>
                <a:cubicBezTo>
                  <a:pt x="29887" y="117201"/>
                  <a:pt x="70340" y="126136"/>
                  <a:pt x="70340" y="126136"/>
                </a:cubicBezTo>
                <a:lnTo>
                  <a:pt x="101559" y="177370"/>
                </a:lnTo>
                <a:cubicBezTo>
                  <a:pt x="101559" y="177370"/>
                  <a:pt x="73005" y="14543"/>
                  <a:pt x="66913" y="10646"/>
                </a:cubicBezTo>
                <a:cubicBezTo>
                  <a:pt x="60821" y="6749"/>
                  <a:pt x="0" y="0"/>
                  <a:pt x="0" y="0"/>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5" name="Google Shape;2589;p47">
            <a:extLst>
              <a:ext uri="{FF2B5EF4-FFF2-40B4-BE49-F238E27FC236}">
                <a16:creationId xmlns:a16="http://schemas.microsoft.com/office/drawing/2014/main" id="{EBA080F1-896E-6298-8316-D1B360227074}"/>
              </a:ext>
            </a:extLst>
          </p:cNvPr>
          <p:cNvSpPr>
            <a:spLocks noGrp="1"/>
          </p:cNvSpPr>
          <p:nvPr/>
        </p:nvSpPr>
        <p:spPr>
          <a:xfrm>
            <a:off x="9183507" y="3456932"/>
            <a:ext cx="51427" cy="101555"/>
          </a:xfrm>
          <a:custGeom>
            <a:avLst/>
            <a:gdLst/>
            <a:ahLst/>
            <a:cxnLst/>
            <a:rect l="l" t="t" r="r" b="b"/>
            <a:pathLst>
              <a:path w="67769" h="130685">
                <a:moveTo>
                  <a:pt x="67770" y="3183"/>
                </a:moveTo>
                <a:cubicBezTo>
                  <a:pt x="52097" y="-4127"/>
                  <a:pt x="33430" y="1529"/>
                  <a:pt x="24462" y="16300"/>
                </a:cubicBezTo>
                <a:cubicBezTo>
                  <a:pt x="12945" y="35311"/>
                  <a:pt x="1047" y="100328"/>
                  <a:pt x="0" y="111354"/>
                </a:cubicBezTo>
                <a:cubicBezTo>
                  <a:pt x="0" y="111354"/>
                  <a:pt x="16086" y="133597"/>
                  <a:pt x="40167" y="130365"/>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6" name="Google Shape;2590;p47">
            <a:extLst>
              <a:ext uri="{FF2B5EF4-FFF2-40B4-BE49-F238E27FC236}">
                <a16:creationId xmlns:a16="http://schemas.microsoft.com/office/drawing/2014/main" id="{93634277-A683-C7DF-7C05-4ED55FBA923B}"/>
              </a:ext>
            </a:extLst>
          </p:cNvPr>
          <p:cNvSpPr>
            <a:spLocks noGrp="1"/>
          </p:cNvSpPr>
          <p:nvPr/>
        </p:nvSpPr>
        <p:spPr>
          <a:xfrm>
            <a:off x="9299396" y="4150258"/>
            <a:ext cx="110643" cy="63914"/>
          </a:xfrm>
          <a:custGeom>
            <a:avLst/>
            <a:gdLst/>
            <a:ahLst/>
            <a:cxnLst/>
            <a:rect l="l" t="t" r="r" b="b"/>
            <a:pathLst>
              <a:path w="145801" h="82247">
                <a:moveTo>
                  <a:pt x="7003" y="19800"/>
                </a:moveTo>
                <a:cubicBezTo>
                  <a:pt x="23964" y="24458"/>
                  <a:pt x="42087" y="22272"/>
                  <a:pt x="57449" y="13717"/>
                </a:cubicBezTo>
                <a:cubicBezTo>
                  <a:pt x="69537" y="13717"/>
                  <a:pt x="135498" y="-14134"/>
                  <a:pt x="144446" y="9535"/>
                </a:cubicBezTo>
                <a:cubicBezTo>
                  <a:pt x="152346" y="30256"/>
                  <a:pt x="123791" y="49457"/>
                  <a:pt x="108562" y="53164"/>
                </a:cubicBezTo>
                <a:cubicBezTo>
                  <a:pt x="75248" y="61244"/>
                  <a:pt x="50596" y="77783"/>
                  <a:pt x="37175" y="80635"/>
                </a:cubicBezTo>
                <a:cubicBezTo>
                  <a:pt x="27657" y="82726"/>
                  <a:pt x="14332" y="84057"/>
                  <a:pt x="6432" y="76262"/>
                </a:cubicBezTo>
                <a:cubicBezTo>
                  <a:pt x="-2515" y="66852"/>
                  <a:pt x="-1944" y="32157"/>
                  <a:pt x="7003" y="19800"/>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7" name="Google Shape;2591;p47">
            <a:extLst>
              <a:ext uri="{FF2B5EF4-FFF2-40B4-BE49-F238E27FC236}">
                <a16:creationId xmlns:a16="http://schemas.microsoft.com/office/drawing/2014/main" id="{18B335A7-0F9E-51CB-173B-CB3173E576A0}"/>
              </a:ext>
            </a:extLst>
          </p:cNvPr>
          <p:cNvSpPr>
            <a:spLocks noGrp="1"/>
          </p:cNvSpPr>
          <p:nvPr/>
        </p:nvSpPr>
        <p:spPr>
          <a:xfrm>
            <a:off x="9301243" y="4160918"/>
            <a:ext cx="109099" cy="53255"/>
          </a:xfrm>
          <a:custGeom>
            <a:avLst/>
            <a:gdLst/>
            <a:ahLst/>
            <a:cxnLst/>
            <a:rect l="l" t="t" r="r" b="b"/>
            <a:pathLst>
              <a:path w="143767" h="68530">
                <a:moveTo>
                  <a:pt x="35122" y="61119"/>
                </a:moveTo>
                <a:cubicBezTo>
                  <a:pt x="48543" y="58363"/>
                  <a:pt x="73195" y="42109"/>
                  <a:pt x="106509" y="33649"/>
                </a:cubicBezTo>
                <a:cubicBezTo>
                  <a:pt x="119263" y="30607"/>
                  <a:pt x="141250" y="16634"/>
                  <a:pt x="143535" y="0"/>
                </a:cubicBezTo>
                <a:cubicBezTo>
                  <a:pt x="146485" y="19011"/>
                  <a:pt x="120691" y="36025"/>
                  <a:pt x="106509" y="39447"/>
                </a:cubicBezTo>
                <a:cubicBezTo>
                  <a:pt x="73195" y="47527"/>
                  <a:pt x="48543" y="64066"/>
                  <a:pt x="35122" y="66918"/>
                </a:cubicBezTo>
                <a:cubicBezTo>
                  <a:pt x="25604" y="69009"/>
                  <a:pt x="12278" y="70340"/>
                  <a:pt x="4378" y="62545"/>
                </a:cubicBezTo>
                <a:cubicBezTo>
                  <a:pt x="2265" y="60292"/>
                  <a:pt x="761" y="57545"/>
                  <a:pt x="0" y="54561"/>
                </a:cubicBezTo>
                <a:cubicBezTo>
                  <a:pt x="10013" y="62156"/>
                  <a:pt x="23034" y="64589"/>
                  <a:pt x="35122" y="61119"/>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8" name="Google Shape;2592;p47">
            <a:extLst>
              <a:ext uri="{FF2B5EF4-FFF2-40B4-BE49-F238E27FC236}">
                <a16:creationId xmlns:a16="http://schemas.microsoft.com/office/drawing/2014/main" id="{0AD54262-D533-17C6-A4A0-D944790F0337}"/>
              </a:ext>
            </a:extLst>
          </p:cNvPr>
          <p:cNvSpPr>
            <a:spLocks noGrp="1"/>
          </p:cNvSpPr>
          <p:nvPr/>
        </p:nvSpPr>
        <p:spPr>
          <a:xfrm>
            <a:off x="9221502" y="4125423"/>
            <a:ext cx="110938" cy="63885"/>
          </a:xfrm>
          <a:custGeom>
            <a:avLst/>
            <a:gdLst/>
            <a:ahLst/>
            <a:cxnLst/>
            <a:rect l="l" t="t" r="r" b="b"/>
            <a:pathLst>
              <a:path w="146191" h="82209">
                <a:moveTo>
                  <a:pt x="7327" y="19726"/>
                </a:moveTo>
                <a:cubicBezTo>
                  <a:pt x="24287" y="24431"/>
                  <a:pt x="42423" y="22245"/>
                  <a:pt x="57774" y="13642"/>
                </a:cubicBezTo>
                <a:cubicBezTo>
                  <a:pt x="69957" y="13642"/>
                  <a:pt x="135823" y="-14113"/>
                  <a:pt x="144865" y="9555"/>
                </a:cubicBezTo>
                <a:cubicBezTo>
                  <a:pt x="152670" y="30277"/>
                  <a:pt x="124116" y="49477"/>
                  <a:pt x="108886" y="53185"/>
                </a:cubicBezTo>
                <a:cubicBezTo>
                  <a:pt x="75573" y="61169"/>
                  <a:pt x="50921" y="77804"/>
                  <a:pt x="37595" y="80560"/>
                </a:cubicBezTo>
                <a:cubicBezTo>
                  <a:pt x="27601" y="82651"/>
                  <a:pt x="14656" y="84077"/>
                  <a:pt x="6756" y="76283"/>
                </a:cubicBezTo>
                <a:cubicBezTo>
                  <a:pt x="-2762" y="66872"/>
                  <a:pt x="-1905" y="32178"/>
                  <a:pt x="7327" y="19726"/>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9" name="Google Shape;2593;p47">
            <a:extLst>
              <a:ext uri="{FF2B5EF4-FFF2-40B4-BE49-F238E27FC236}">
                <a16:creationId xmlns:a16="http://schemas.microsoft.com/office/drawing/2014/main" id="{28BC70A6-3678-D3DB-2594-66FA1FFF2074}"/>
              </a:ext>
            </a:extLst>
          </p:cNvPr>
          <p:cNvSpPr>
            <a:spLocks noGrp="1"/>
          </p:cNvSpPr>
          <p:nvPr/>
        </p:nvSpPr>
        <p:spPr>
          <a:xfrm>
            <a:off x="9223307" y="4135729"/>
            <a:ext cx="109099" cy="53282"/>
          </a:xfrm>
          <a:custGeom>
            <a:avLst/>
            <a:gdLst/>
            <a:ahLst/>
            <a:cxnLst/>
            <a:rect l="l" t="t" r="r" b="b"/>
            <a:pathLst>
              <a:path w="143767" h="68566">
                <a:moveTo>
                  <a:pt x="35217" y="61215"/>
                </a:moveTo>
                <a:cubicBezTo>
                  <a:pt x="48543" y="58363"/>
                  <a:pt x="73290" y="42204"/>
                  <a:pt x="106509" y="33744"/>
                </a:cubicBezTo>
                <a:cubicBezTo>
                  <a:pt x="119263" y="30702"/>
                  <a:pt x="141345" y="16730"/>
                  <a:pt x="143534" y="0"/>
                </a:cubicBezTo>
                <a:cubicBezTo>
                  <a:pt x="146485" y="19011"/>
                  <a:pt x="120691" y="36025"/>
                  <a:pt x="106509" y="39542"/>
                </a:cubicBezTo>
                <a:cubicBezTo>
                  <a:pt x="73195" y="47527"/>
                  <a:pt x="48543" y="64161"/>
                  <a:pt x="35217" y="66918"/>
                </a:cubicBezTo>
                <a:cubicBezTo>
                  <a:pt x="25223" y="69009"/>
                  <a:pt x="12278" y="70435"/>
                  <a:pt x="4378" y="62640"/>
                </a:cubicBezTo>
                <a:cubicBezTo>
                  <a:pt x="2320" y="60350"/>
                  <a:pt x="821" y="57622"/>
                  <a:pt x="0" y="54656"/>
                </a:cubicBezTo>
                <a:cubicBezTo>
                  <a:pt x="10052" y="62251"/>
                  <a:pt x="23099" y="64684"/>
                  <a:pt x="35217" y="61215"/>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0" name="Google Shape;2594;p47">
            <a:extLst>
              <a:ext uri="{FF2B5EF4-FFF2-40B4-BE49-F238E27FC236}">
                <a16:creationId xmlns:a16="http://schemas.microsoft.com/office/drawing/2014/main" id="{2777352A-2E57-DF18-BFCD-D401684D6EFA}"/>
              </a:ext>
            </a:extLst>
          </p:cNvPr>
          <p:cNvSpPr>
            <a:spLocks noGrp="1"/>
          </p:cNvSpPr>
          <p:nvPr/>
        </p:nvSpPr>
        <p:spPr>
          <a:xfrm>
            <a:off x="9216945" y="3707302"/>
            <a:ext cx="159994" cy="461776"/>
          </a:xfrm>
          <a:custGeom>
            <a:avLst/>
            <a:gdLst/>
            <a:ahLst/>
            <a:cxnLst/>
            <a:rect l="l" t="t" r="r" b="b"/>
            <a:pathLst>
              <a:path w="210834" h="594226">
                <a:moveTo>
                  <a:pt x="6098" y="372610"/>
                </a:moveTo>
                <a:cubicBezTo>
                  <a:pt x="8933" y="348172"/>
                  <a:pt x="14031" y="324057"/>
                  <a:pt x="21327" y="300559"/>
                </a:cubicBezTo>
                <a:cubicBezTo>
                  <a:pt x="21327" y="300559"/>
                  <a:pt x="16759" y="238299"/>
                  <a:pt x="14474" y="179271"/>
                </a:cubicBezTo>
                <a:cubicBezTo>
                  <a:pt x="11904" y="112734"/>
                  <a:pt x="-11320" y="53420"/>
                  <a:pt x="6955" y="0"/>
                </a:cubicBezTo>
                <a:lnTo>
                  <a:pt x="210835" y="45340"/>
                </a:lnTo>
                <a:cubicBezTo>
                  <a:pt x="210835" y="45340"/>
                  <a:pt x="201317" y="312821"/>
                  <a:pt x="198176" y="345140"/>
                </a:cubicBezTo>
                <a:cubicBezTo>
                  <a:pt x="196596" y="370310"/>
                  <a:pt x="193417" y="395366"/>
                  <a:pt x="188657" y="420137"/>
                </a:cubicBezTo>
                <a:cubicBezTo>
                  <a:pt x="179139" y="471941"/>
                  <a:pt x="168955" y="587907"/>
                  <a:pt x="168955" y="587907"/>
                </a:cubicBezTo>
                <a:cubicBezTo>
                  <a:pt x="147063" y="600644"/>
                  <a:pt x="114987" y="590188"/>
                  <a:pt x="114987" y="590188"/>
                </a:cubicBezTo>
                <a:cubicBezTo>
                  <a:pt x="114987" y="590188"/>
                  <a:pt x="114987" y="445041"/>
                  <a:pt x="116224" y="407685"/>
                </a:cubicBezTo>
                <a:cubicBezTo>
                  <a:pt x="117937" y="362059"/>
                  <a:pt x="119365" y="365576"/>
                  <a:pt x="119365" y="365576"/>
                </a:cubicBezTo>
                <a:lnTo>
                  <a:pt x="112512" y="251987"/>
                </a:lnTo>
                <a:lnTo>
                  <a:pt x="108038" y="195525"/>
                </a:lnTo>
                <a:cubicBezTo>
                  <a:pt x="108038" y="195525"/>
                  <a:pt x="102327" y="236969"/>
                  <a:pt x="98520" y="273945"/>
                </a:cubicBezTo>
                <a:cubicBezTo>
                  <a:pt x="95284" y="306263"/>
                  <a:pt x="87479" y="335444"/>
                  <a:pt x="78722" y="395613"/>
                </a:cubicBezTo>
                <a:cubicBezTo>
                  <a:pt x="71203" y="447703"/>
                  <a:pt x="63398" y="554068"/>
                  <a:pt x="63398" y="554068"/>
                </a:cubicBezTo>
                <a:cubicBezTo>
                  <a:pt x="41506" y="566710"/>
                  <a:pt x="12000" y="557965"/>
                  <a:pt x="12000" y="557965"/>
                </a:cubicBezTo>
                <a:cubicBezTo>
                  <a:pt x="12000" y="557965"/>
                  <a:pt x="197" y="417856"/>
                  <a:pt x="6098" y="372610"/>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1" name="Google Shape;2595;p47">
            <a:extLst>
              <a:ext uri="{FF2B5EF4-FFF2-40B4-BE49-F238E27FC236}">
                <a16:creationId xmlns:a16="http://schemas.microsoft.com/office/drawing/2014/main" id="{5B72CEF1-5DB1-0063-3675-ECD7D426BB70}"/>
              </a:ext>
            </a:extLst>
          </p:cNvPr>
          <p:cNvSpPr>
            <a:spLocks noGrp="1"/>
          </p:cNvSpPr>
          <p:nvPr/>
        </p:nvSpPr>
        <p:spPr>
          <a:xfrm>
            <a:off x="9236591" y="3322875"/>
            <a:ext cx="117900" cy="192485"/>
          </a:xfrm>
          <a:custGeom>
            <a:avLst/>
            <a:gdLst/>
            <a:ahLst/>
            <a:cxnLst/>
            <a:rect l="l" t="t" r="r" b="b"/>
            <a:pathLst>
              <a:path w="155365" h="247695">
                <a:moveTo>
                  <a:pt x="8859" y="177022"/>
                </a:moveTo>
                <a:cubicBezTo>
                  <a:pt x="24564" y="177782"/>
                  <a:pt x="36271" y="181869"/>
                  <a:pt x="38270" y="177022"/>
                </a:cubicBezTo>
                <a:cubicBezTo>
                  <a:pt x="39966" y="168895"/>
                  <a:pt x="41174" y="160673"/>
                  <a:pt x="41887" y="152403"/>
                </a:cubicBezTo>
                <a:cubicBezTo>
                  <a:pt x="40078" y="147840"/>
                  <a:pt x="38460" y="142897"/>
                  <a:pt x="38460" y="142897"/>
                </a:cubicBezTo>
                <a:cubicBezTo>
                  <a:pt x="18662" y="130826"/>
                  <a:pt x="12476" y="109439"/>
                  <a:pt x="9906" y="84535"/>
                </a:cubicBezTo>
                <a:cubicBezTo>
                  <a:pt x="5527" y="42046"/>
                  <a:pt x="28942" y="4880"/>
                  <a:pt x="71013" y="412"/>
                </a:cubicBezTo>
                <a:cubicBezTo>
                  <a:pt x="111084" y="-3770"/>
                  <a:pt x="140495" y="24365"/>
                  <a:pt x="148396" y="62862"/>
                </a:cubicBezTo>
                <a:cubicBezTo>
                  <a:pt x="152584" y="81873"/>
                  <a:pt x="161055" y="117899"/>
                  <a:pt x="149633" y="149171"/>
                </a:cubicBezTo>
                <a:cubicBezTo>
                  <a:pt x="143256" y="166756"/>
                  <a:pt x="135070" y="180634"/>
                  <a:pt x="126884" y="183295"/>
                </a:cubicBezTo>
                <a:cubicBezTo>
                  <a:pt x="118946" y="183143"/>
                  <a:pt x="111027" y="182449"/>
                  <a:pt x="103184" y="181204"/>
                </a:cubicBezTo>
                <a:lnTo>
                  <a:pt x="103184" y="181204"/>
                </a:lnTo>
                <a:cubicBezTo>
                  <a:pt x="103184" y="181204"/>
                  <a:pt x="101090" y="192991"/>
                  <a:pt x="99662" y="200215"/>
                </a:cubicBezTo>
                <a:cubicBezTo>
                  <a:pt x="98235" y="207439"/>
                  <a:pt x="98711" y="211716"/>
                  <a:pt x="113844" y="221031"/>
                </a:cubicBezTo>
                <a:cubicBezTo>
                  <a:pt x="128978" y="230347"/>
                  <a:pt x="91001" y="249548"/>
                  <a:pt x="66253" y="247551"/>
                </a:cubicBezTo>
                <a:cubicBezTo>
                  <a:pt x="41506" y="245555"/>
                  <a:pt x="13523" y="230727"/>
                  <a:pt x="5908" y="214758"/>
                </a:cubicBezTo>
                <a:cubicBezTo>
                  <a:pt x="-2754" y="197553"/>
                  <a:pt x="-1992" y="176451"/>
                  <a:pt x="8859" y="177022"/>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2" name="Google Shape;2596;p47">
            <a:extLst>
              <a:ext uri="{FF2B5EF4-FFF2-40B4-BE49-F238E27FC236}">
                <a16:creationId xmlns:a16="http://schemas.microsoft.com/office/drawing/2014/main" id="{E057DBA3-EAAD-4FD5-2C1C-72CE574F94B2}"/>
              </a:ext>
            </a:extLst>
          </p:cNvPr>
          <p:cNvSpPr>
            <a:spLocks noGrp="1"/>
          </p:cNvSpPr>
          <p:nvPr/>
        </p:nvSpPr>
        <p:spPr>
          <a:xfrm>
            <a:off x="9197358" y="3459392"/>
            <a:ext cx="181526" cy="306762"/>
          </a:xfrm>
          <a:custGeom>
            <a:avLst/>
            <a:gdLst/>
            <a:ahLst/>
            <a:cxnLst/>
            <a:rect l="l" t="t" r="r" b="b"/>
            <a:pathLst>
              <a:path w="239208" h="394751">
                <a:moveTo>
                  <a:pt x="83308" y="3725"/>
                </a:moveTo>
                <a:cubicBezTo>
                  <a:pt x="78930" y="14561"/>
                  <a:pt x="90066" y="27868"/>
                  <a:pt x="119667" y="37088"/>
                </a:cubicBezTo>
                <a:cubicBezTo>
                  <a:pt x="149269" y="46308"/>
                  <a:pt x="151839" y="34427"/>
                  <a:pt x="151839" y="34427"/>
                </a:cubicBezTo>
                <a:cubicBezTo>
                  <a:pt x="171408" y="43257"/>
                  <a:pt x="190473" y="53162"/>
                  <a:pt x="208948" y="64083"/>
                </a:cubicBezTo>
                <a:cubicBezTo>
                  <a:pt x="226652" y="76441"/>
                  <a:pt x="234552" y="112371"/>
                  <a:pt x="236932" y="172920"/>
                </a:cubicBezTo>
                <a:cubicBezTo>
                  <a:pt x="239692" y="242974"/>
                  <a:pt x="239977" y="346963"/>
                  <a:pt x="237598" y="364928"/>
                </a:cubicBezTo>
                <a:cubicBezTo>
                  <a:pt x="237598" y="364928"/>
                  <a:pt x="204475" y="398007"/>
                  <a:pt x="161452" y="394490"/>
                </a:cubicBezTo>
                <a:cubicBezTo>
                  <a:pt x="118430" y="390973"/>
                  <a:pt x="47234" y="353427"/>
                  <a:pt x="30196" y="324435"/>
                </a:cubicBezTo>
                <a:cubicBezTo>
                  <a:pt x="30196" y="263031"/>
                  <a:pt x="37906" y="253050"/>
                  <a:pt x="27912" y="217595"/>
                </a:cubicBezTo>
                <a:cubicBezTo>
                  <a:pt x="5068" y="136514"/>
                  <a:pt x="-6925" y="103531"/>
                  <a:pt x="4212" y="49540"/>
                </a:cubicBezTo>
                <a:cubicBezTo>
                  <a:pt x="13730" y="5150"/>
                  <a:pt x="26103" y="-363"/>
                  <a:pt x="43712" y="17"/>
                </a:cubicBezTo>
                <a:cubicBezTo>
                  <a:pt x="56967" y="550"/>
                  <a:pt x="70185" y="1785"/>
                  <a:pt x="83308" y="3725"/>
                </a:cubicBezTo>
                <a:close/>
              </a:path>
            </a:pathLst>
          </a:custGeom>
          <a:solidFill>
            <a:srgbClr val="F4F4F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3" name="Google Shape;2597;p47">
            <a:extLst>
              <a:ext uri="{FF2B5EF4-FFF2-40B4-BE49-F238E27FC236}">
                <a16:creationId xmlns:a16="http://schemas.microsoft.com/office/drawing/2014/main" id="{2DB04E45-2D78-4166-0831-B4C838821232}"/>
              </a:ext>
            </a:extLst>
          </p:cNvPr>
          <p:cNvSpPr>
            <a:spLocks noGrp="1"/>
          </p:cNvSpPr>
          <p:nvPr/>
        </p:nvSpPr>
        <p:spPr>
          <a:xfrm>
            <a:off x="9333602" y="3576484"/>
            <a:ext cx="48105" cy="224184"/>
          </a:xfrm>
          <a:custGeom>
            <a:avLst/>
            <a:gdLst/>
            <a:ahLst/>
            <a:cxnLst/>
            <a:rect l="l" t="t" r="r" b="b"/>
            <a:pathLst>
              <a:path w="63391" h="288487">
                <a:moveTo>
                  <a:pt x="21226" y="268241"/>
                </a:moveTo>
                <a:lnTo>
                  <a:pt x="0" y="24144"/>
                </a:lnTo>
                <a:lnTo>
                  <a:pt x="45592" y="0"/>
                </a:lnTo>
                <a:lnTo>
                  <a:pt x="63391" y="14923"/>
                </a:lnTo>
                <a:lnTo>
                  <a:pt x="57109" y="234117"/>
                </a:lnTo>
                <a:lnTo>
                  <a:pt x="57109" y="234117"/>
                </a:lnTo>
                <a:lnTo>
                  <a:pt x="57109" y="240200"/>
                </a:lnTo>
                <a:lnTo>
                  <a:pt x="57109" y="240200"/>
                </a:lnTo>
                <a:lnTo>
                  <a:pt x="57109" y="247995"/>
                </a:lnTo>
                <a:cubicBezTo>
                  <a:pt x="57109" y="247995"/>
                  <a:pt x="58061" y="266435"/>
                  <a:pt x="23224" y="288488"/>
                </a:cubicBezTo>
                <a:cubicBezTo>
                  <a:pt x="23224" y="288488"/>
                  <a:pt x="22653" y="282689"/>
                  <a:pt x="22177" y="277271"/>
                </a:cubicBezTo>
                <a:lnTo>
                  <a:pt x="22177" y="277271"/>
                </a:lnTo>
                <a:lnTo>
                  <a:pt x="21321" y="267766"/>
                </a:ln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4" name="Google Shape;2598;p47">
            <a:extLst>
              <a:ext uri="{FF2B5EF4-FFF2-40B4-BE49-F238E27FC236}">
                <a16:creationId xmlns:a16="http://schemas.microsoft.com/office/drawing/2014/main" id="{AE16EC3B-DFDB-021D-C689-99A6FF7A0106}"/>
              </a:ext>
            </a:extLst>
          </p:cNvPr>
          <p:cNvSpPr>
            <a:spLocks noGrp="1"/>
          </p:cNvSpPr>
          <p:nvPr/>
        </p:nvSpPr>
        <p:spPr>
          <a:xfrm>
            <a:off x="9322917" y="3497447"/>
            <a:ext cx="63484" cy="105088"/>
          </a:xfrm>
          <a:custGeom>
            <a:avLst/>
            <a:gdLst/>
            <a:ahLst/>
            <a:cxnLst/>
            <a:rect l="l" t="t" r="r" b="b"/>
            <a:pathLst>
              <a:path w="83658" h="135231">
                <a:moveTo>
                  <a:pt x="29880" y="0"/>
                </a:moveTo>
                <a:cubicBezTo>
                  <a:pt x="53390" y="0"/>
                  <a:pt x="67953" y="11977"/>
                  <a:pt x="74140" y="48192"/>
                </a:cubicBezTo>
                <a:cubicBezTo>
                  <a:pt x="80327" y="84408"/>
                  <a:pt x="83658" y="114064"/>
                  <a:pt x="83658" y="114064"/>
                </a:cubicBezTo>
                <a:cubicBezTo>
                  <a:pt x="72826" y="126070"/>
                  <a:pt x="57807" y="133484"/>
                  <a:pt x="41683" y="134786"/>
                </a:cubicBezTo>
                <a:cubicBezTo>
                  <a:pt x="13128" y="137923"/>
                  <a:pt x="4943" y="123475"/>
                  <a:pt x="4943" y="123475"/>
                </a:cubicBezTo>
                <a:cubicBezTo>
                  <a:pt x="4943" y="123475"/>
                  <a:pt x="1897" y="85929"/>
                  <a:pt x="374" y="60359"/>
                </a:cubicBezTo>
                <a:cubicBezTo>
                  <a:pt x="-1149" y="34790"/>
                  <a:pt x="755" y="570"/>
                  <a:pt x="29880" y="0"/>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5" name="Google Shape;2599;p47">
            <a:extLst>
              <a:ext uri="{FF2B5EF4-FFF2-40B4-BE49-F238E27FC236}">
                <a16:creationId xmlns:a16="http://schemas.microsoft.com/office/drawing/2014/main" id="{853CD049-13B4-C07C-8175-E752DAC63E54}"/>
              </a:ext>
            </a:extLst>
          </p:cNvPr>
          <p:cNvSpPr>
            <a:spLocks noGrp="1"/>
          </p:cNvSpPr>
          <p:nvPr/>
        </p:nvSpPr>
        <p:spPr>
          <a:xfrm>
            <a:off x="9240214" y="3314398"/>
            <a:ext cx="114252" cy="128717"/>
          </a:xfrm>
          <a:custGeom>
            <a:avLst/>
            <a:gdLst/>
            <a:ahLst/>
            <a:cxnLst/>
            <a:rect l="l" t="t" r="r" b="b"/>
            <a:pathLst>
              <a:path w="150557" h="165637">
                <a:moveTo>
                  <a:pt x="142099" y="68353"/>
                </a:moveTo>
                <a:cubicBezTo>
                  <a:pt x="142099" y="68353"/>
                  <a:pt x="178840" y="12557"/>
                  <a:pt x="99172" y="1150"/>
                </a:cubicBezTo>
                <a:cubicBezTo>
                  <a:pt x="42063" y="-7024"/>
                  <a:pt x="4752" y="29667"/>
                  <a:pt x="468" y="69874"/>
                </a:cubicBezTo>
                <a:cubicBezTo>
                  <a:pt x="-3624" y="107896"/>
                  <a:pt x="19981" y="147723"/>
                  <a:pt x="37018" y="163502"/>
                </a:cubicBezTo>
                <a:cubicBezTo>
                  <a:pt x="53749" y="167751"/>
                  <a:pt x="71464" y="165612"/>
                  <a:pt x="86703" y="157514"/>
                </a:cubicBezTo>
                <a:cubicBezTo>
                  <a:pt x="87636" y="147115"/>
                  <a:pt x="87988" y="136678"/>
                  <a:pt x="87750" y="126241"/>
                </a:cubicBezTo>
                <a:cubicBezTo>
                  <a:pt x="87750" y="126241"/>
                  <a:pt x="59862" y="67308"/>
                  <a:pt x="142099" y="68353"/>
                </a:cubicBezTo>
                <a:close/>
              </a:path>
            </a:pathLst>
          </a:custGeom>
          <a:solidFill>
            <a:srgbClr val="3A2C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6" name="Google Shape;2600;p47">
            <a:extLst>
              <a:ext uri="{FF2B5EF4-FFF2-40B4-BE49-F238E27FC236}">
                <a16:creationId xmlns:a16="http://schemas.microsoft.com/office/drawing/2014/main" id="{BF8CB8A0-D586-7271-F4BB-053B63EC868E}"/>
              </a:ext>
            </a:extLst>
          </p:cNvPr>
          <p:cNvSpPr>
            <a:spLocks noGrp="1"/>
          </p:cNvSpPr>
          <p:nvPr/>
        </p:nvSpPr>
        <p:spPr>
          <a:xfrm>
            <a:off x="8635521" y="2431574"/>
            <a:ext cx="159488" cy="238783"/>
          </a:xfrm>
          <a:custGeom>
            <a:avLst/>
            <a:gdLst/>
            <a:ahLst/>
            <a:cxnLst/>
            <a:rect l="l" t="t" r="r" b="b"/>
            <a:pathLst>
              <a:path w="210167" h="307273">
                <a:moveTo>
                  <a:pt x="136175" y="10238"/>
                </a:moveTo>
                <a:cubicBezTo>
                  <a:pt x="127799" y="-3260"/>
                  <a:pt x="63836" y="-12100"/>
                  <a:pt x="42801" y="41986"/>
                </a:cubicBezTo>
                <a:cubicBezTo>
                  <a:pt x="34806" y="62517"/>
                  <a:pt x="36043" y="114987"/>
                  <a:pt x="29380" y="147875"/>
                </a:cubicBezTo>
                <a:cubicBezTo>
                  <a:pt x="22718" y="180764"/>
                  <a:pt x="7013" y="199489"/>
                  <a:pt x="1397" y="226199"/>
                </a:cubicBezTo>
                <a:cubicBezTo>
                  <a:pt x="-4219" y="252910"/>
                  <a:pt x="4919" y="297775"/>
                  <a:pt x="69452" y="305664"/>
                </a:cubicBezTo>
                <a:cubicBezTo>
                  <a:pt x="133985" y="313554"/>
                  <a:pt x="183670" y="290931"/>
                  <a:pt x="198709" y="270399"/>
                </a:cubicBezTo>
                <a:cubicBezTo>
                  <a:pt x="213748" y="249868"/>
                  <a:pt x="214224" y="206238"/>
                  <a:pt x="198709" y="182855"/>
                </a:cubicBezTo>
                <a:cubicBezTo>
                  <a:pt x="183194" y="159472"/>
                  <a:pt x="170916" y="140366"/>
                  <a:pt x="171297" y="109854"/>
                </a:cubicBezTo>
                <a:close/>
              </a:path>
            </a:pathLst>
          </a:custGeom>
          <a:solidFill>
            <a:srgbClr val="CC8B0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7" name="Google Shape;2601;p47">
            <a:extLst>
              <a:ext uri="{FF2B5EF4-FFF2-40B4-BE49-F238E27FC236}">
                <a16:creationId xmlns:a16="http://schemas.microsoft.com/office/drawing/2014/main" id="{0D48502B-B829-145C-B7DC-4D867ACFB2F3}"/>
              </a:ext>
            </a:extLst>
          </p:cNvPr>
          <p:cNvSpPr>
            <a:spLocks noGrp="1"/>
          </p:cNvSpPr>
          <p:nvPr/>
        </p:nvSpPr>
        <p:spPr>
          <a:xfrm>
            <a:off x="8770262" y="2603877"/>
            <a:ext cx="29711" cy="176635"/>
          </a:xfrm>
          <a:custGeom>
            <a:avLst/>
            <a:gdLst/>
            <a:ahLst/>
            <a:cxnLst/>
            <a:rect l="l" t="t" r="r" b="b"/>
            <a:pathLst>
              <a:path w="39152" h="227300">
                <a:moveTo>
                  <a:pt x="35145" y="14835"/>
                </a:moveTo>
                <a:cubicBezTo>
                  <a:pt x="35145" y="14835"/>
                  <a:pt x="50279" y="121866"/>
                  <a:pt x="21725" y="197909"/>
                </a:cubicBezTo>
                <a:cubicBezTo>
                  <a:pt x="-6830" y="273952"/>
                  <a:pt x="975" y="178423"/>
                  <a:pt x="975" y="178423"/>
                </a:cubicBezTo>
                <a:lnTo>
                  <a:pt x="7923" y="155705"/>
                </a:lnTo>
                <a:cubicBezTo>
                  <a:pt x="7923" y="155705"/>
                  <a:pt x="13634" y="68446"/>
                  <a:pt x="11255" y="47059"/>
                </a:cubicBezTo>
                <a:cubicBezTo>
                  <a:pt x="8875" y="25672"/>
                  <a:pt x="9446" y="7231"/>
                  <a:pt x="7923" y="5520"/>
                </a:cubicBezTo>
                <a:cubicBezTo>
                  <a:pt x="6400" y="3809"/>
                  <a:pt x="13539" y="387"/>
                  <a:pt x="16585" y="7"/>
                </a:cubicBezTo>
                <a:cubicBezTo>
                  <a:pt x="19631" y="-373"/>
                  <a:pt x="35145" y="14835"/>
                  <a:pt x="35145" y="14835"/>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8" name="Google Shape;2602;p47">
            <a:extLst>
              <a:ext uri="{FF2B5EF4-FFF2-40B4-BE49-F238E27FC236}">
                <a16:creationId xmlns:a16="http://schemas.microsoft.com/office/drawing/2014/main" id="{6BCCB84D-3B03-5E12-1953-64D41610CC9F}"/>
              </a:ext>
            </a:extLst>
          </p:cNvPr>
          <p:cNvSpPr>
            <a:spLocks noGrp="1"/>
          </p:cNvSpPr>
          <p:nvPr/>
        </p:nvSpPr>
        <p:spPr>
          <a:xfrm>
            <a:off x="8706789" y="2429375"/>
            <a:ext cx="76195" cy="96436"/>
          </a:xfrm>
          <a:custGeom>
            <a:avLst/>
            <a:gdLst/>
            <a:ahLst/>
            <a:cxnLst/>
            <a:rect l="l" t="t" r="r" b="b"/>
            <a:pathLst>
              <a:path w="100407" h="124097">
                <a:moveTo>
                  <a:pt x="0" y="3657"/>
                </a:moveTo>
                <a:cubicBezTo>
                  <a:pt x="0" y="3657"/>
                  <a:pt x="48162" y="-10126"/>
                  <a:pt x="77288" y="15824"/>
                </a:cubicBezTo>
                <a:cubicBezTo>
                  <a:pt x="96918" y="33855"/>
                  <a:pt x="104879" y="61297"/>
                  <a:pt x="97942" y="87019"/>
                </a:cubicBezTo>
                <a:cubicBezTo>
                  <a:pt x="94040" y="102227"/>
                  <a:pt x="86235" y="122949"/>
                  <a:pt x="74147" y="124090"/>
                </a:cubicBezTo>
                <a:cubicBezTo>
                  <a:pt x="62059" y="125230"/>
                  <a:pt x="0" y="3657"/>
                  <a:pt x="0" y="3657"/>
                </a:cubicBezTo>
                <a:close/>
              </a:path>
            </a:pathLst>
          </a:custGeom>
          <a:solidFill>
            <a:srgbClr val="CC8B0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9" name="Google Shape;2603;p47">
            <a:extLst>
              <a:ext uri="{FF2B5EF4-FFF2-40B4-BE49-F238E27FC236}">
                <a16:creationId xmlns:a16="http://schemas.microsoft.com/office/drawing/2014/main" id="{F19CFB68-9EB8-BECC-AB96-A8663368FD75}"/>
              </a:ext>
            </a:extLst>
          </p:cNvPr>
          <p:cNvSpPr>
            <a:spLocks noGrp="1"/>
          </p:cNvSpPr>
          <p:nvPr/>
        </p:nvSpPr>
        <p:spPr>
          <a:xfrm>
            <a:off x="8673753" y="2534152"/>
            <a:ext cx="94177" cy="107523"/>
          </a:xfrm>
          <a:custGeom>
            <a:avLst/>
            <a:gdLst/>
            <a:ahLst/>
            <a:cxnLst/>
            <a:rect l="l" t="t" r="r" b="b"/>
            <a:pathLst>
              <a:path w="124104" h="138364">
                <a:moveTo>
                  <a:pt x="25163" y="0"/>
                </a:moveTo>
                <a:cubicBezTo>
                  <a:pt x="25163" y="0"/>
                  <a:pt x="28304" y="53515"/>
                  <a:pt x="27352" y="57032"/>
                </a:cubicBezTo>
                <a:cubicBezTo>
                  <a:pt x="26400" y="60549"/>
                  <a:pt x="6221" y="64826"/>
                  <a:pt x="606" y="69484"/>
                </a:cubicBezTo>
                <a:cubicBezTo>
                  <a:pt x="-5010" y="74142"/>
                  <a:pt x="29826" y="128513"/>
                  <a:pt x="47530" y="136592"/>
                </a:cubicBezTo>
                <a:cubicBezTo>
                  <a:pt x="65234" y="144671"/>
                  <a:pt x="119964" y="124045"/>
                  <a:pt x="123676" y="96860"/>
                </a:cubicBezTo>
                <a:cubicBezTo>
                  <a:pt x="127198" y="71766"/>
                  <a:pt x="108066" y="52279"/>
                  <a:pt x="100642" y="45531"/>
                </a:cubicBezTo>
                <a:cubicBezTo>
                  <a:pt x="95603" y="45179"/>
                  <a:pt x="90547" y="45179"/>
                  <a:pt x="85508" y="45531"/>
                </a:cubicBezTo>
                <a:lnTo>
                  <a:pt x="83890" y="19486"/>
                </a:lnTo>
                <a:cubicBezTo>
                  <a:pt x="60475" y="11977"/>
                  <a:pt x="25163" y="0"/>
                  <a:pt x="25163" y="0"/>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0" name="Google Shape;2604;p47">
            <a:extLst>
              <a:ext uri="{FF2B5EF4-FFF2-40B4-BE49-F238E27FC236}">
                <a16:creationId xmlns:a16="http://schemas.microsoft.com/office/drawing/2014/main" id="{CFE40738-A5F9-9A7A-683A-70CE9D27BEFC}"/>
              </a:ext>
            </a:extLst>
          </p:cNvPr>
          <p:cNvSpPr>
            <a:spLocks noGrp="1"/>
          </p:cNvSpPr>
          <p:nvPr/>
        </p:nvSpPr>
        <p:spPr>
          <a:xfrm>
            <a:off x="8658086" y="2569479"/>
            <a:ext cx="137337" cy="161640"/>
          </a:xfrm>
          <a:custGeom>
            <a:avLst/>
            <a:gdLst/>
            <a:ahLst/>
            <a:cxnLst/>
            <a:rect l="l" t="t" r="r" b="b"/>
            <a:pathLst>
              <a:path w="180978" h="208003">
                <a:moveTo>
                  <a:pt x="38384" y="17181"/>
                </a:moveTo>
                <a:cubicBezTo>
                  <a:pt x="23345" y="19557"/>
                  <a:pt x="6117" y="27542"/>
                  <a:pt x="3738" y="36192"/>
                </a:cubicBezTo>
                <a:cubicBezTo>
                  <a:pt x="-2445" y="65896"/>
                  <a:pt x="-938" y="96684"/>
                  <a:pt x="8116" y="125637"/>
                </a:cubicBezTo>
                <a:cubicBezTo>
                  <a:pt x="21156" y="160046"/>
                  <a:pt x="29913" y="182004"/>
                  <a:pt x="37432" y="196832"/>
                </a:cubicBezTo>
                <a:cubicBezTo>
                  <a:pt x="37432" y="196832"/>
                  <a:pt x="102632" y="224778"/>
                  <a:pt x="155268" y="192270"/>
                </a:cubicBezTo>
                <a:cubicBezTo>
                  <a:pt x="155268" y="192270"/>
                  <a:pt x="158789" y="155294"/>
                  <a:pt x="159075" y="135238"/>
                </a:cubicBezTo>
                <a:cubicBezTo>
                  <a:pt x="207618" y="92939"/>
                  <a:pt x="166118" y="40849"/>
                  <a:pt x="125000" y="356"/>
                </a:cubicBezTo>
                <a:cubicBezTo>
                  <a:pt x="120062" y="-119"/>
                  <a:pt x="115089" y="-119"/>
                  <a:pt x="110151" y="356"/>
                </a:cubicBezTo>
                <a:cubicBezTo>
                  <a:pt x="110151" y="356"/>
                  <a:pt x="146892" y="43606"/>
                  <a:pt x="121383" y="68225"/>
                </a:cubicBezTo>
                <a:cubicBezTo>
                  <a:pt x="66748" y="51495"/>
                  <a:pt x="55898" y="26971"/>
                  <a:pt x="38384" y="17181"/>
                </a:cubicBezTo>
                <a:close/>
              </a:path>
            </a:pathLst>
          </a:custGeom>
          <a:solidFill>
            <a:srgbClr val="F4F4F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1" name="Google Shape;2605;p47">
            <a:extLst>
              <a:ext uri="{FF2B5EF4-FFF2-40B4-BE49-F238E27FC236}">
                <a16:creationId xmlns:a16="http://schemas.microsoft.com/office/drawing/2014/main" id="{B194234B-FFDD-735C-3437-37843C16F882}"/>
              </a:ext>
            </a:extLst>
          </p:cNvPr>
          <p:cNvSpPr>
            <a:spLocks noGrp="1"/>
          </p:cNvSpPr>
          <p:nvPr/>
        </p:nvSpPr>
        <p:spPr>
          <a:xfrm>
            <a:off x="8669937" y="2437082"/>
            <a:ext cx="101076" cy="127429"/>
          </a:xfrm>
          <a:custGeom>
            <a:avLst/>
            <a:gdLst/>
            <a:ahLst/>
            <a:cxnLst/>
            <a:rect l="l" t="t" r="r" b="b"/>
            <a:pathLst>
              <a:path w="133195" h="163980">
                <a:moveTo>
                  <a:pt x="130419" y="58471"/>
                </a:moveTo>
                <a:lnTo>
                  <a:pt x="130419" y="58471"/>
                </a:lnTo>
                <a:cubicBezTo>
                  <a:pt x="124993" y="24061"/>
                  <a:pt x="100056" y="-1888"/>
                  <a:pt x="64553" y="108"/>
                </a:cubicBezTo>
                <a:cubicBezTo>
                  <a:pt x="26762" y="2399"/>
                  <a:pt x="-2053" y="34793"/>
                  <a:pt x="115" y="72539"/>
                </a:cubicBezTo>
                <a:cubicBezTo>
                  <a:pt x="1384" y="93736"/>
                  <a:pt x="12514" y="113117"/>
                  <a:pt x="30192" y="124913"/>
                </a:cubicBezTo>
                <a:cubicBezTo>
                  <a:pt x="31439" y="130103"/>
                  <a:pt x="33258" y="135141"/>
                  <a:pt x="35618" y="139932"/>
                </a:cubicBezTo>
                <a:cubicBezTo>
                  <a:pt x="48277" y="154570"/>
                  <a:pt x="81686" y="163885"/>
                  <a:pt x="92727" y="163980"/>
                </a:cubicBezTo>
                <a:cubicBezTo>
                  <a:pt x="102245" y="163980"/>
                  <a:pt x="110526" y="155235"/>
                  <a:pt x="119473" y="140407"/>
                </a:cubicBezTo>
                <a:cubicBezTo>
                  <a:pt x="138033" y="109610"/>
                  <a:pt x="133369" y="75485"/>
                  <a:pt x="130419" y="58471"/>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2" name="Google Shape;2606;p47">
            <a:extLst>
              <a:ext uri="{FF2B5EF4-FFF2-40B4-BE49-F238E27FC236}">
                <a16:creationId xmlns:a16="http://schemas.microsoft.com/office/drawing/2014/main" id="{B2B6FAFF-276B-7389-713A-1F9EEBFC072E}"/>
              </a:ext>
            </a:extLst>
          </p:cNvPr>
          <p:cNvSpPr>
            <a:spLocks noGrp="1"/>
          </p:cNvSpPr>
          <p:nvPr/>
        </p:nvSpPr>
        <p:spPr>
          <a:xfrm>
            <a:off x="8665405" y="2436360"/>
            <a:ext cx="101406" cy="97570"/>
          </a:xfrm>
          <a:custGeom>
            <a:avLst/>
            <a:gdLst/>
            <a:ahLst/>
            <a:cxnLst/>
            <a:rect l="l" t="t" r="r" b="b"/>
            <a:pathLst>
              <a:path w="133630" h="125556">
                <a:moveTo>
                  <a:pt x="59484" y="1702"/>
                </a:moveTo>
                <a:cubicBezTo>
                  <a:pt x="34546" y="6549"/>
                  <a:pt x="14082" y="13583"/>
                  <a:pt x="7324" y="38012"/>
                </a:cubicBezTo>
                <a:cubicBezTo>
                  <a:pt x="2660" y="54837"/>
                  <a:pt x="-3432" y="86965"/>
                  <a:pt x="2375" y="100462"/>
                </a:cubicBezTo>
                <a:lnTo>
                  <a:pt x="5991" y="109968"/>
                </a:lnTo>
                <a:lnTo>
                  <a:pt x="36164" y="125557"/>
                </a:lnTo>
                <a:cubicBezTo>
                  <a:pt x="36164" y="125557"/>
                  <a:pt x="50251" y="113770"/>
                  <a:pt x="45682" y="79456"/>
                </a:cubicBezTo>
                <a:cubicBezTo>
                  <a:pt x="45808" y="74807"/>
                  <a:pt x="47261" y="70283"/>
                  <a:pt x="49870" y="66433"/>
                </a:cubicBezTo>
                <a:cubicBezTo>
                  <a:pt x="51779" y="63173"/>
                  <a:pt x="53189" y="59646"/>
                  <a:pt x="54058" y="55977"/>
                </a:cubicBezTo>
                <a:cubicBezTo>
                  <a:pt x="57624" y="46681"/>
                  <a:pt x="64649" y="39124"/>
                  <a:pt x="73666" y="34875"/>
                </a:cubicBezTo>
                <a:cubicBezTo>
                  <a:pt x="96129" y="22233"/>
                  <a:pt x="129062" y="33164"/>
                  <a:pt x="133631" y="37727"/>
                </a:cubicBezTo>
                <a:cubicBezTo>
                  <a:pt x="120538" y="9734"/>
                  <a:pt x="89617" y="-5285"/>
                  <a:pt x="59484" y="1702"/>
                </a:cubicBezTo>
                <a:close/>
              </a:path>
            </a:pathLst>
          </a:custGeom>
          <a:solidFill>
            <a:srgbClr val="CC8B0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3" name="Google Shape;2607;p47">
            <a:extLst>
              <a:ext uri="{FF2B5EF4-FFF2-40B4-BE49-F238E27FC236}">
                <a16:creationId xmlns:a16="http://schemas.microsoft.com/office/drawing/2014/main" id="{29D1E3E2-D51F-CDFF-126F-16C6C0A8D075}"/>
              </a:ext>
            </a:extLst>
          </p:cNvPr>
          <p:cNvSpPr>
            <a:spLocks noGrp="1"/>
          </p:cNvSpPr>
          <p:nvPr/>
        </p:nvSpPr>
        <p:spPr>
          <a:xfrm>
            <a:off x="8670083" y="3280868"/>
            <a:ext cx="80166" cy="62508"/>
          </a:xfrm>
          <a:custGeom>
            <a:avLst/>
            <a:gdLst/>
            <a:ahLst/>
            <a:cxnLst/>
            <a:rect l="l" t="t" r="r" b="b"/>
            <a:pathLst>
              <a:path w="105640" h="80438">
                <a:moveTo>
                  <a:pt x="8202" y="3"/>
                </a:moveTo>
                <a:cubicBezTo>
                  <a:pt x="20862" y="10269"/>
                  <a:pt x="40469" y="3139"/>
                  <a:pt x="41421" y="4090"/>
                </a:cubicBezTo>
                <a:cubicBezTo>
                  <a:pt x="56092" y="16761"/>
                  <a:pt x="71439" y="28623"/>
                  <a:pt x="87394" y="39640"/>
                </a:cubicBezTo>
                <a:cubicBezTo>
                  <a:pt x="95294" y="45818"/>
                  <a:pt x="107572" y="54088"/>
                  <a:pt x="105383" y="65970"/>
                </a:cubicBezTo>
                <a:cubicBezTo>
                  <a:pt x="101386" y="87167"/>
                  <a:pt x="67310" y="80608"/>
                  <a:pt x="54461" y="74145"/>
                </a:cubicBezTo>
                <a:cubicBezTo>
                  <a:pt x="41611" y="67681"/>
                  <a:pt x="31141" y="56845"/>
                  <a:pt x="19053" y="49335"/>
                </a:cubicBezTo>
                <a:cubicBezTo>
                  <a:pt x="10392" y="44012"/>
                  <a:pt x="1825" y="41161"/>
                  <a:pt x="17" y="30325"/>
                </a:cubicBezTo>
                <a:cubicBezTo>
                  <a:pt x="-364" y="23386"/>
                  <a:pt x="5823" y="-283"/>
                  <a:pt x="8202" y="3"/>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4" name="Google Shape;2608;p47">
            <a:extLst>
              <a:ext uri="{FF2B5EF4-FFF2-40B4-BE49-F238E27FC236}">
                <a16:creationId xmlns:a16="http://schemas.microsoft.com/office/drawing/2014/main" id="{7C26512D-F695-37B3-A4A0-CDA6282D2F43}"/>
              </a:ext>
            </a:extLst>
          </p:cNvPr>
          <p:cNvSpPr>
            <a:spLocks noGrp="1"/>
          </p:cNvSpPr>
          <p:nvPr/>
        </p:nvSpPr>
        <p:spPr>
          <a:xfrm>
            <a:off x="8670321" y="3300740"/>
            <a:ext cx="79877" cy="42634"/>
          </a:xfrm>
          <a:custGeom>
            <a:avLst/>
            <a:gdLst/>
            <a:ahLst/>
            <a:cxnLst/>
            <a:rect l="l" t="t" r="r" b="b"/>
            <a:pathLst>
              <a:path w="105259" h="54863">
                <a:moveTo>
                  <a:pt x="369" y="0"/>
                </a:moveTo>
                <a:cubicBezTo>
                  <a:pt x="1987" y="10456"/>
                  <a:pt x="10458" y="13308"/>
                  <a:pt x="19405" y="19011"/>
                </a:cubicBezTo>
                <a:cubicBezTo>
                  <a:pt x="31779" y="26615"/>
                  <a:pt x="42629" y="38021"/>
                  <a:pt x="55479" y="44200"/>
                </a:cubicBezTo>
                <a:cubicBezTo>
                  <a:pt x="68329" y="50379"/>
                  <a:pt x="96883" y="56082"/>
                  <a:pt x="105259" y="40968"/>
                </a:cubicBezTo>
                <a:cubicBezTo>
                  <a:pt x="100690" y="61405"/>
                  <a:pt x="67186" y="55036"/>
                  <a:pt x="54527" y="48573"/>
                </a:cubicBezTo>
                <a:cubicBezTo>
                  <a:pt x="41868" y="42109"/>
                  <a:pt x="31208" y="31273"/>
                  <a:pt x="19119" y="23763"/>
                </a:cubicBezTo>
                <a:cubicBezTo>
                  <a:pt x="10458" y="18440"/>
                  <a:pt x="1891" y="15589"/>
                  <a:pt x="83" y="4753"/>
                </a:cubicBezTo>
                <a:cubicBezTo>
                  <a:pt x="-89" y="3165"/>
                  <a:pt x="7" y="1559"/>
                  <a:pt x="369" y="0"/>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5" name="Google Shape;2609;p47">
            <a:extLst>
              <a:ext uri="{FF2B5EF4-FFF2-40B4-BE49-F238E27FC236}">
                <a16:creationId xmlns:a16="http://schemas.microsoft.com/office/drawing/2014/main" id="{99E6CF69-E9F2-CBAB-923F-4F4433517A10}"/>
              </a:ext>
            </a:extLst>
          </p:cNvPr>
          <p:cNvSpPr>
            <a:spLocks noGrp="1"/>
          </p:cNvSpPr>
          <p:nvPr/>
        </p:nvSpPr>
        <p:spPr>
          <a:xfrm>
            <a:off x="8737631" y="3267353"/>
            <a:ext cx="73058" cy="57783"/>
          </a:xfrm>
          <a:custGeom>
            <a:avLst/>
            <a:gdLst/>
            <a:ahLst/>
            <a:cxnLst/>
            <a:rect l="l" t="t" r="r" b="b"/>
            <a:pathLst>
              <a:path w="96273" h="74358">
                <a:moveTo>
                  <a:pt x="7519" y="0"/>
                </a:moveTo>
                <a:cubicBezTo>
                  <a:pt x="19132" y="9505"/>
                  <a:pt x="36074" y="4087"/>
                  <a:pt x="37407" y="4943"/>
                </a:cubicBezTo>
                <a:cubicBezTo>
                  <a:pt x="50869" y="16473"/>
                  <a:pt x="64979" y="27233"/>
                  <a:pt x="79667" y="37166"/>
                </a:cubicBezTo>
                <a:cubicBezTo>
                  <a:pt x="86806" y="42774"/>
                  <a:pt x="98037" y="50378"/>
                  <a:pt x="96039" y="61215"/>
                </a:cubicBezTo>
                <a:cubicBezTo>
                  <a:pt x="92422" y="80225"/>
                  <a:pt x="61202" y="74712"/>
                  <a:pt x="49495" y="68724"/>
                </a:cubicBezTo>
                <a:cubicBezTo>
                  <a:pt x="37787" y="62735"/>
                  <a:pt x="28079" y="52945"/>
                  <a:pt x="16942" y="46006"/>
                </a:cubicBezTo>
                <a:cubicBezTo>
                  <a:pt x="9042" y="41158"/>
                  <a:pt x="1237" y="38592"/>
                  <a:pt x="0" y="28516"/>
                </a:cubicBezTo>
                <a:cubicBezTo>
                  <a:pt x="386" y="18574"/>
                  <a:pt x="2954" y="8840"/>
                  <a:pt x="7519" y="0"/>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6" name="Google Shape;2610;p47">
            <a:extLst>
              <a:ext uri="{FF2B5EF4-FFF2-40B4-BE49-F238E27FC236}">
                <a16:creationId xmlns:a16="http://schemas.microsoft.com/office/drawing/2014/main" id="{43A49636-1332-5912-41B3-52E82D012D68}"/>
              </a:ext>
            </a:extLst>
          </p:cNvPr>
          <p:cNvSpPr>
            <a:spLocks noGrp="1"/>
          </p:cNvSpPr>
          <p:nvPr/>
        </p:nvSpPr>
        <p:spPr>
          <a:xfrm>
            <a:off x="8737589" y="3286189"/>
            <a:ext cx="72777" cy="38910"/>
          </a:xfrm>
          <a:custGeom>
            <a:avLst/>
            <a:gdLst/>
            <a:ahLst/>
            <a:cxnLst/>
            <a:rect l="l" t="t" r="r" b="b"/>
            <a:pathLst>
              <a:path w="95903" h="50071">
                <a:moveTo>
                  <a:pt x="245" y="0"/>
                </a:moveTo>
                <a:cubicBezTo>
                  <a:pt x="1768" y="9505"/>
                  <a:pt x="9763" y="12262"/>
                  <a:pt x="17283" y="17110"/>
                </a:cubicBezTo>
                <a:cubicBezTo>
                  <a:pt x="28609" y="24144"/>
                  <a:pt x="38604" y="34219"/>
                  <a:pt x="50311" y="40208"/>
                </a:cubicBezTo>
                <a:cubicBezTo>
                  <a:pt x="62018" y="46196"/>
                  <a:pt x="88384" y="51139"/>
                  <a:pt x="95903" y="37261"/>
                </a:cubicBezTo>
                <a:cubicBezTo>
                  <a:pt x="91810" y="56272"/>
                  <a:pt x="61162" y="50093"/>
                  <a:pt x="49549" y="44200"/>
                </a:cubicBezTo>
                <a:cubicBezTo>
                  <a:pt x="37937" y="38307"/>
                  <a:pt x="28134" y="28421"/>
                  <a:pt x="16997" y="21482"/>
                </a:cubicBezTo>
                <a:cubicBezTo>
                  <a:pt x="9097" y="16634"/>
                  <a:pt x="1292" y="14068"/>
                  <a:pt x="55" y="3992"/>
                </a:cubicBezTo>
                <a:cubicBezTo>
                  <a:pt x="-59" y="2661"/>
                  <a:pt x="5" y="1321"/>
                  <a:pt x="245" y="0"/>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7" name="Google Shape;2611;p47">
            <a:extLst>
              <a:ext uri="{FF2B5EF4-FFF2-40B4-BE49-F238E27FC236}">
                <a16:creationId xmlns:a16="http://schemas.microsoft.com/office/drawing/2014/main" id="{91E38AE7-E67A-A4AC-BCE2-F524AC5E72E6}"/>
              </a:ext>
            </a:extLst>
          </p:cNvPr>
          <p:cNvSpPr>
            <a:spLocks noGrp="1"/>
          </p:cNvSpPr>
          <p:nvPr/>
        </p:nvSpPr>
        <p:spPr>
          <a:xfrm>
            <a:off x="8642757" y="2728865"/>
            <a:ext cx="156257" cy="557634"/>
          </a:xfrm>
          <a:custGeom>
            <a:avLst/>
            <a:gdLst/>
            <a:ahLst/>
            <a:cxnLst/>
            <a:rect l="l" t="t" r="r" b="b"/>
            <a:pathLst>
              <a:path w="205910" h="717579">
                <a:moveTo>
                  <a:pt x="200595" y="106555"/>
                </a:moveTo>
                <a:cubicBezTo>
                  <a:pt x="194980" y="63115"/>
                  <a:pt x="178989" y="0"/>
                  <a:pt x="178989" y="0"/>
                </a:cubicBezTo>
                <a:cubicBezTo>
                  <a:pt x="163827" y="7043"/>
                  <a:pt x="147437" y="11083"/>
                  <a:pt x="130732" y="11882"/>
                </a:cubicBezTo>
                <a:cubicBezTo>
                  <a:pt x="106230" y="11825"/>
                  <a:pt x="81788" y="9467"/>
                  <a:pt x="57727" y="4848"/>
                </a:cubicBezTo>
                <a:cubicBezTo>
                  <a:pt x="49855" y="18526"/>
                  <a:pt x="41277" y="31786"/>
                  <a:pt x="32028" y="44580"/>
                </a:cubicBezTo>
                <a:cubicBezTo>
                  <a:pt x="19464" y="61975"/>
                  <a:pt x="-4998" y="100091"/>
                  <a:pt x="904" y="166629"/>
                </a:cubicBezTo>
                <a:cubicBezTo>
                  <a:pt x="4806" y="210163"/>
                  <a:pt x="29458" y="394758"/>
                  <a:pt x="29458" y="394758"/>
                </a:cubicBezTo>
                <a:cubicBezTo>
                  <a:pt x="19982" y="425830"/>
                  <a:pt x="14951" y="458092"/>
                  <a:pt x="14515" y="490572"/>
                </a:cubicBezTo>
                <a:cubicBezTo>
                  <a:pt x="16767" y="529163"/>
                  <a:pt x="21857" y="567546"/>
                  <a:pt x="29744" y="605396"/>
                </a:cubicBezTo>
                <a:lnTo>
                  <a:pt x="44307" y="709955"/>
                </a:lnTo>
                <a:cubicBezTo>
                  <a:pt x="44307" y="709955"/>
                  <a:pt x="63343" y="723928"/>
                  <a:pt x="77525" y="714043"/>
                </a:cubicBezTo>
                <a:lnTo>
                  <a:pt x="75812" y="611385"/>
                </a:lnTo>
                <a:cubicBezTo>
                  <a:pt x="77430" y="586291"/>
                  <a:pt x="79905" y="549220"/>
                  <a:pt x="81523" y="525837"/>
                </a:cubicBezTo>
                <a:cubicBezTo>
                  <a:pt x="84188" y="487340"/>
                  <a:pt x="91041" y="426125"/>
                  <a:pt x="93040" y="410917"/>
                </a:cubicBezTo>
                <a:cubicBezTo>
                  <a:pt x="95039" y="395708"/>
                  <a:pt x="99988" y="368903"/>
                  <a:pt x="102558" y="338961"/>
                </a:cubicBezTo>
                <a:cubicBezTo>
                  <a:pt x="105128" y="309019"/>
                  <a:pt x="116169" y="156933"/>
                  <a:pt x="116169" y="156933"/>
                </a:cubicBezTo>
                <a:lnTo>
                  <a:pt x="117787" y="185449"/>
                </a:lnTo>
                <a:cubicBezTo>
                  <a:pt x="117787" y="185449"/>
                  <a:pt x="119215" y="231741"/>
                  <a:pt x="125878" y="288773"/>
                </a:cubicBezTo>
                <a:cubicBezTo>
                  <a:pt x="132540" y="345805"/>
                  <a:pt x="134920" y="371089"/>
                  <a:pt x="134920" y="371089"/>
                </a:cubicBezTo>
                <a:cubicBezTo>
                  <a:pt x="128461" y="382524"/>
                  <a:pt x="123865" y="394910"/>
                  <a:pt x="121309" y="407780"/>
                </a:cubicBezTo>
                <a:cubicBezTo>
                  <a:pt x="120167" y="420042"/>
                  <a:pt x="105985" y="517567"/>
                  <a:pt x="114456" y="567185"/>
                </a:cubicBezTo>
                <a:lnTo>
                  <a:pt x="131779" y="693321"/>
                </a:lnTo>
                <a:cubicBezTo>
                  <a:pt x="140538" y="699338"/>
                  <a:pt x="151655" y="700783"/>
                  <a:pt x="161666" y="697218"/>
                </a:cubicBezTo>
                <a:lnTo>
                  <a:pt x="171850" y="570131"/>
                </a:lnTo>
                <a:cubicBezTo>
                  <a:pt x="178704" y="521749"/>
                  <a:pt x="193171" y="419186"/>
                  <a:pt x="195360" y="405879"/>
                </a:cubicBezTo>
                <a:cubicBezTo>
                  <a:pt x="200276" y="379007"/>
                  <a:pt x="203171" y="351812"/>
                  <a:pt x="204022" y="324513"/>
                </a:cubicBezTo>
                <a:cubicBezTo>
                  <a:pt x="207394" y="251863"/>
                  <a:pt x="206250" y="179071"/>
                  <a:pt x="200595" y="106555"/>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8" name="Google Shape;2612;p47">
            <a:extLst>
              <a:ext uri="{FF2B5EF4-FFF2-40B4-BE49-F238E27FC236}">
                <a16:creationId xmlns:a16="http://schemas.microsoft.com/office/drawing/2014/main" id="{C5D27BC5-D4DD-DF58-911C-959C9BD5B554}"/>
              </a:ext>
            </a:extLst>
          </p:cNvPr>
          <p:cNvSpPr>
            <a:spLocks noGrp="1"/>
          </p:cNvSpPr>
          <p:nvPr/>
        </p:nvSpPr>
        <p:spPr>
          <a:xfrm>
            <a:off x="8639235" y="2717932"/>
            <a:ext cx="166324" cy="371031"/>
          </a:xfrm>
          <a:custGeom>
            <a:avLst/>
            <a:gdLst/>
            <a:ahLst/>
            <a:cxnLst/>
            <a:rect l="l" t="t" r="r" b="b"/>
            <a:pathLst>
              <a:path w="219176" h="477454">
                <a:moveTo>
                  <a:pt x="62274" y="5418"/>
                </a:moveTo>
                <a:lnTo>
                  <a:pt x="24773" y="80606"/>
                </a:lnTo>
                <a:cubicBezTo>
                  <a:pt x="24773" y="80606"/>
                  <a:pt x="-32337" y="164158"/>
                  <a:pt x="26867" y="378979"/>
                </a:cubicBezTo>
                <a:lnTo>
                  <a:pt x="15730" y="445516"/>
                </a:lnTo>
                <a:cubicBezTo>
                  <a:pt x="15730" y="445516"/>
                  <a:pt x="127855" y="517377"/>
                  <a:pt x="202953" y="445516"/>
                </a:cubicBezTo>
                <a:cubicBezTo>
                  <a:pt x="202953" y="445516"/>
                  <a:pt x="228938" y="247044"/>
                  <a:pt x="215137" y="155508"/>
                </a:cubicBezTo>
                <a:cubicBezTo>
                  <a:pt x="207420" y="102867"/>
                  <a:pt x="195743" y="50882"/>
                  <a:pt x="180205" y="0"/>
                </a:cubicBezTo>
                <a:cubicBezTo>
                  <a:pt x="180205" y="0"/>
                  <a:pt x="161835" y="20246"/>
                  <a:pt x="67224" y="6844"/>
                </a:cubicBezTo>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9" name="Google Shape;2613;p47">
            <a:extLst>
              <a:ext uri="{FF2B5EF4-FFF2-40B4-BE49-F238E27FC236}">
                <a16:creationId xmlns:a16="http://schemas.microsoft.com/office/drawing/2014/main" id="{D2976A85-2B14-1077-26A5-089164871E24}"/>
              </a:ext>
            </a:extLst>
          </p:cNvPr>
          <p:cNvSpPr>
            <a:spLocks noGrp="1"/>
          </p:cNvSpPr>
          <p:nvPr/>
        </p:nvSpPr>
        <p:spPr>
          <a:xfrm>
            <a:off x="8653475" y="2606673"/>
            <a:ext cx="239803" cy="213343"/>
          </a:xfrm>
          <a:custGeom>
            <a:avLst/>
            <a:gdLst/>
            <a:ahLst/>
            <a:cxnLst/>
            <a:rect l="l" t="t" r="r" b="b"/>
            <a:pathLst>
              <a:path w="316003" h="274536">
                <a:moveTo>
                  <a:pt x="278037" y="202010"/>
                </a:moveTo>
                <a:cubicBezTo>
                  <a:pt x="268463" y="202400"/>
                  <a:pt x="258924" y="203417"/>
                  <a:pt x="249482" y="205052"/>
                </a:cubicBezTo>
                <a:cubicBezTo>
                  <a:pt x="240488" y="207875"/>
                  <a:pt x="231117" y="209320"/>
                  <a:pt x="221689" y="209329"/>
                </a:cubicBezTo>
                <a:cubicBezTo>
                  <a:pt x="211410" y="209329"/>
                  <a:pt x="182760" y="195071"/>
                  <a:pt x="158203" y="177867"/>
                </a:cubicBezTo>
                <a:cubicBezTo>
                  <a:pt x="131540" y="157867"/>
                  <a:pt x="108492" y="133467"/>
                  <a:pt x="90052" y="105721"/>
                </a:cubicBezTo>
                <a:cubicBezTo>
                  <a:pt x="70714" y="76112"/>
                  <a:pt x="53873" y="44963"/>
                  <a:pt x="39701" y="12568"/>
                </a:cubicBezTo>
                <a:cubicBezTo>
                  <a:pt x="31706" y="-10435"/>
                  <a:pt x="31896" y="5249"/>
                  <a:pt x="18285" y="4869"/>
                </a:cubicBezTo>
                <a:cubicBezTo>
                  <a:pt x="2199" y="4869"/>
                  <a:pt x="-6367" y="10382"/>
                  <a:pt x="5626" y="41655"/>
                </a:cubicBezTo>
                <a:cubicBezTo>
                  <a:pt x="17624" y="74011"/>
                  <a:pt x="34368" y="104419"/>
                  <a:pt x="55311" y="131861"/>
                </a:cubicBezTo>
                <a:cubicBezTo>
                  <a:pt x="74979" y="159540"/>
                  <a:pt x="99215" y="183675"/>
                  <a:pt x="126983" y="203246"/>
                </a:cubicBezTo>
                <a:cubicBezTo>
                  <a:pt x="151440" y="220356"/>
                  <a:pt x="177868" y="234452"/>
                  <a:pt x="205699" y="245260"/>
                </a:cubicBezTo>
                <a:cubicBezTo>
                  <a:pt x="213694" y="248492"/>
                  <a:pt x="218834" y="252959"/>
                  <a:pt x="233301" y="260944"/>
                </a:cubicBezTo>
                <a:cubicBezTo>
                  <a:pt x="247832" y="269251"/>
                  <a:pt x="264161" y="273918"/>
                  <a:pt x="280892" y="274536"/>
                </a:cubicBezTo>
                <a:cubicBezTo>
                  <a:pt x="294789" y="274536"/>
                  <a:pt x="299929" y="271875"/>
                  <a:pt x="300881" y="269023"/>
                </a:cubicBezTo>
                <a:cubicBezTo>
                  <a:pt x="301832" y="266171"/>
                  <a:pt x="299643" y="263035"/>
                  <a:pt x="293266" y="262465"/>
                </a:cubicBezTo>
                <a:cubicBezTo>
                  <a:pt x="283123" y="262312"/>
                  <a:pt x="273092" y="260316"/>
                  <a:pt x="263664" y="256571"/>
                </a:cubicBezTo>
                <a:cubicBezTo>
                  <a:pt x="263664" y="256571"/>
                  <a:pt x="277466" y="258567"/>
                  <a:pt x="285842" y="258947"/>
                </a:cubicBezTo>
                <a:cubicBezTo>
                  <a:pt x="293341" y="259394"/>
                  <a:pt x="300865" y="258814"/>
                  <a:pt x="308210" y="257236"/>
                </a:cubicBezTo>
                <a:cubicBezTo>
                  <a:pt x="315253" y="255525"/>
                  <a:pt x="319156" y="245640"/>
                  <a:pt x="312778" y="244880"/>
                </a:cubicBezTo>
                <a:cubicBezTo>
                  <a:pt x="306401" y="244119"/>
                  <a:pt x="301166" y="244880"/>
                  <a:pt x="288793" y="244404"/>
                </a:cubicBezTo>
                <a:cubicBezTo>
                  <a:pt x="282333" y="243967"/>
                  <a:pt x="275944" y="242788"/>
                  <a:pt x="269756" y="240887"/>
                </a:cubicBezTo>
                <a:cubicBezTo>
                  <a:pt x="278072" y="240944"/>
                  <a:pt x="286380" y="240345"/>
                  <a:pt x="294599" y="239081"/>
                </a:cubicBezTo>
                <a:cubicBezTo>
                  <a:pt x="301263" y="238425"/>
                  <a:pt x="307602" y="235887"/>
                  <a:pt x="312874" y="231762"/>
                </a:cubicBezTo>
                <a:cubicBezTo>
                  <a:pt x="315634" y="229481"/>
                  <a:pt x="316110" y="223112"/>
                  <a:pt x="308019" y="223207"/>
                </a:cubicBezTo>
                <a:cubicBezTo>
                  <a:pt x="298031" y="224947"/>
                  <a:pt x="287865" y="225460"/>
                  <a:pt x="277751" y="224728"/>
                </a:cubicBezTo>
                <a:cubicBezTo>
                  <a:pt x="267757" y="223302"/>
                  <a:pt x="260809" y="220926"/>
                  <a:pt x="262332" y="219595"/>
                </a:cubicBezTo>
                <a:cubicBezTo>
                  <a:pt x="263855" y="218264"/>
                  <a:pt x="269756" y="219595"/>
                  <a:pt x="278132" y="216553"/>
                </a:cubicBezTo>
                <a:cubicBezTo>
                  <a:pt x="286508" y="213512"/>
                  <a:pt x="292219" y="206193"/>
                  <a:pt x="290315" y="201915"/>
                </a:cubicBezTo>
                <a:cubicBezTo>
                  <a:pt x="288412" y="197638"/>
                  <a:pt x="287079" y="200395"/>
                  <a:pt x="278037" y="202010"/>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0" name="Google Shape;2614;p47">
            <a:extLst>
              <a:ext uri="{FF2B5EF4-FFF2-40B4-BE49-F238E27FC236}">
                <a16:creationId xmlns:a16="http://schemas.microsoft.com/office/drawing/2014/main" id="{F253E135-7D22-725E-843F-922E8EB127FF}"/>
              </a:ext>
            </a:extLst>
          </p:cNvPr>
          <p:cNvSpPr>
            <a:spLocks noGrp="1"/>
          </p:cNvSpPr>
          <p:nvPr/>
        </p:nvSpPr>
        <p:spPr>
          <a:xfrm>
            <a:off x="8649194" y="2592742"/>
            <a:ext cx="57666" cy="69376"/>
          </a:xfrm>
          <a:custGeom>
            <a:avLst/>
            <a:gdLst/>
            <a:ahLst/>
            <a:cxnLst/>
            <a:rect l="l" t="t" r="r" b="b"/>
            <a:pathLst>
              <a:path w="75991" h="89275">
                <a:moveTo>
                  <a:pt x="18406" y="89237"/>
                </a:moveTo>
                <a:cubicBezTo>
                  <a:pt x="18406" y="89237"/>
                  <a:pt x="55147" y="91139"/>
                  <a:pt x="75991" y="68231"/>
                </a:cubicBezTo>
                <a:lnTo>
                  <a:pt x="53338" y="20704"/>
                </a:lnTo>
                <a:cubicBezTo>
                  <a:pt x="53338" y="20704"/>
                  <a:pt x="42963" y="-5436"/>
                  <a:pt x="18501" y="1028"/>
                </a:cubicBezTo>
                <a:cubicBezTo>
                  <a:pt x="-5960" y="7491"/>
                  <a:pt x="-6341" y="42186"/>
                  <a:pt x="18406" y="89237"/>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1" name="Google Shape;2615;p47">
            <a:extLst>
              <a:ext uri="{FF2B5EF4-FFF2-40B4-BE49-F238E27FC236}">
                <a16:creationId xmlns:a16="http://schemas.microsoft.com/office/drawing/2014/main" id="{C971B0D9-F029-E2EB-0C7B-6C0433E6949C}"/>
              </a:ext>
            </a:extLst>
          </p:cNvPr>
          <p:cNvSpPr>
            <a:spLocks noGrp="1"/>
          </p:cNvSpPr>
          <p:nvPr/>
        </p:nvSpPr>
        <p:spPr>
          <a:xfrm>
            <a:off x="8752943" y="2569317"/>
            <a:ext cx="46588" cy="50224"/>
          </a:xfrm>
          <a:custGeom>
            <a:avLst/>
            <a:gdLst/>
            <a:ahLst/>
            <a:cxnLst/>
            <a:rect l="l" t="t" r="r" b="b"/>
            <a:pathLst>
              <a:path w="61392" h="64630">
                <a:moveTo>
                  <a:pt x="0" y="469"/>
                </a:moveTo>
                <a:cubicBezTo>
                  <a:pt x="0" y="469"/>
                  <a:pt x="29792" y="-9036"/>
                  <a:pt x="61392" y="57501"/>
                </a:cubicBezTo>
                <a:lnTo>
                  <a:pt x="49590" y="64630"/>
                </a:lnTo>
                <a:cubicBezTo>
                  <a:pt x="49590" y="64630"/>
                  <a:pt x="18465" y="17294"/>
                  <a:pt x="0" y="469"/>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2" name="Google Shape;2616;p47">
            <a:extLst>
              <a:ext uri="{FF2B5EF4-FFF2-40B4-BE49-F238E27FC236}">
                <a16:creationId xmlns:a16="http://schemas.microsoft.com/office/drawing/2014/main" id="{22787AFA-B21F-E771-F758-7D15D810AF23}"/>
              </a:ext>
            </a:extLst>
          </p:cNvPr>
          <p:cNvSpPr>
            <a:spLocks noGrp="1"/>
          </p:cNvSpPr>
          <p:nvPr/>
        </p:nvSpPr>
        <p:spPr>
          <a:xfrm>
            <a:off x="8635570" y="1260896"/>
            <a:ext cx="506982" cy="400447"/>
          </a:xfrm>
          <a:custGeom>
            <a:avLst/>
            <a:gdLst/>
            <a:ahLst/>
            <a:cxnLst/>
            <a:rect l="l" t="t" r="r" b="b"/>
            <a:pathLst>
              <a:path w="668082" h="515307">
                <a:moveTo>
                  <a:pt x="668083" y="310182"/>
                </a:moveTo>
                <a:lnTo>
                  <a:pt x="141345" y="6010"/>
                </a:lnTo>
                <a:lnTo>
                  <a:pt x="139346" y="4869"/>
                </a:lnTo>
                <a:lnTo>
                  <a:pt x="139346" y="4869"/>
                </a:lnTo>
                <a:cubicBezTo>
                  <a:pt x="124498" y="-3020"/>
                  <a:pt x="104415" y="-1594"/>
                  <a:pt x="82237" y="11143"/>
                </a:cubicBezTo>
                <a:cubicBezTo>
                  <a:pt x="36835" y="37378"/>
                  <a:pt x="0" y="101064"/>
                  <a:pt x="0" y="153723"/>
                </a:cubicBezTo>
                <a:cubicBezTo>
                  <a:pt x="0" y="180814"/>
                  <a:pt x="9994" y="199539"/>
                  <a:pt x="25890" y="207619"/>
                </a:cubicBezTo>
                <a:lnTo>
                  <a:pt x="559765" y="515307"/>
                </a:lnTo>
                <a:close/>
              </a:path>
            </a:pathLst>
          </a:custGeom>
          <a:solidFill>
            <a:srgbClr val="3A2C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3" name="Google Shape;2617;p47">
            <a:extLst>
              <a:ext uri="{FF2B5EF4-FFF2-40B4-BE49-F238E27FC236}">
                <a16:creationId xmlns:a16="http://schemas.microsoft.com/office/drawing/2014/main" id="{2A19EFA4-F6C3-7D45-AEF0-801187949010}"/>
              </a:ext>
            </a:extLst>
          </p:cNvPr>
          <p:cNvSpPr>
            <a:spLocks noGrp="1"/>
          </p:cNvSpPr>
          <p:nvPr/>
        </p:nvSpPr>
        <p:spPr>
          <a:xfrm rot="-3598236">
            <a:off x="9013637" y="1529812"/>
            <a:ext cx="176372" cy="104059"/>
          </a:xfrm>
          <a:custGeom>
            <a:avLst/>
            <a:gdLst/>
            <a:ahLst/>
            <a:cxnLst/>
            <a:rect l="l" t="t" r="r" b="b"/>
            <a:pathLst>
              <a:path w="232624" h="134025">
                <a:moveTo>
                  <a:pt x="232625" y="67013"/>
                </a:moveTo>
                <a:cubicBezTo>
                  <a:pt x="232625" y="104023"/>
                  <a:pt x="180550" y="134026"/>
                  <a:pt x="116312" y="134026"/>
                </a:cubicBezTo>
                <a:cubicBezTo>
                  <a:pt x="52075" y="134026"/>
                  <a:pt x="0" y="104023"/>
                  <a:pt x="0" y="67013"/>
                </a:cubicBezTo>
                <a:cubicBezTo>
                  <a:pt x="0" y="30003"/>
                  <a:pt x="52075" y="0"/>
                  <a:pt x="116312" y="0"/>
                </a:cubicBezTo>
                <a:cubicBezTo>
                  <a:pt x="180550" y="0"/>
                  <a:pt x="232625" y="30003"/>
                  <a:pt x="232625" y="67013"/>
                </a:cubicBezTo>
                <a:close/>
              </a:path>
            </a:pathLst>
          </a:custGeom>
          <a:solidFill>
            <a:srgbClr val="616E8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4" name="Google Shape;2618;p47">
            <a:extLst>
              <a:ext uri="{FF2B5EF4-FFF2-40B4-BE49-F238E27FC236}">
                <a16:creationId xmlns:a16="http://schemas.microsoft.com/office/drawing/2014/main" id="{B2CFC05F-7FE7-780B-5BFD-1BFE03B39F6B}"/>
              </a:ext>
            </a:extLst>
          </p:cNvPr>
          <p:cNvSpPr>
            <a:spLocks noGrp="1"/>
          </p:cNvSpPr>
          <p:nvPr/>
        </p:nvSpPr>
        <p:spPr>
          <a:xfrm>
            <a:off x="9072201" y="1549362"/>
            <a:ext cx="208238" cy="209189"/>
          </a:xfrm>
          <a:custGeom>
            <a:avLst/>
            <a:gdLst/>
            <a:ahLst/>
            <a:cxnLst/>
            <a:rect l="l" t="t" r="r" b="b"/>
            <a:pathLst>
              <a:path w="274409" h="269191">
                <a:moveTo>
                  <a:pt x="274410" y="269192"/>
                </a:moveTo>
                <a:lnTo>
                  <a:pt x="0" y="111023"/>
                </a:lnTo>
                <a:lnTo>
                  <a:pt x="0" y="0"/>
                </a:lnTo>
                <a:lnTo>
                  <a:pt x="274410" y="158264"/>
                </a:lnTo>
                <a:lnTo>
                  <a:pt x="274410" y="269192"/>
                </a:lnTo>
                <a:close/>
              </a:path>
            </a:pathLst>
          </a:custGeom>
          <a:solidFill>
            <a:srgbClr val="D6D8E5"/>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5" name="Google Shape;2619;p47">
            <a:extLst>
              <a:ext uri="{FF2B5EF4-FFF2-40B4-BE49-F238E27FC236}">
                <a16:creationId xmlns:a16="http://schemas.microsoft.com/office/drawing/2014/main" id="{3D8ADD4D-6F32-7A13-C3C9-D3E7083C339E}"/>
              </a:ext>
            </a:extLst>
          </p:cNvPr>
          <p:cNvSpPr>
            <a:spLocks noGrp="1"/>
          </p:cNvSpPr>
          <p:nvPr/>
        </p:nvSpPr>
        <p:spPr>
          <a:xfrm>
            <a:off x="9072201" y="1521219"/>
            <a:ext cx="256199" cy="151278"/>
          </a:xfrm>
          <a:custGeom>
            <a:avLst/>
            <a:gdLst/>
            <a:ahLst/>
            <a:cxnLst/>
            <a:rect l="l" t="t" r="r" b="b"/>
            <a:pathLst>
              <a:path w="337610" h="194669">
                <a:moveTo>
                  <a:pt x="274410" y="194670"/>
                </a:moveTo>
                <a:lnTo>
                  <a:pt x="0" y="36501"/>
                </a:lnTo>
                <a:lnTo>
                  <a:pt x="63201" y="0"/>
                </a:lnTo>
                <a:lnTo>
                  <a:pt x="337611" y="158264"/>
                </a:lnTo>
                <a:lnTo>
                  <a:pt x="274410" y="194670"/>
                </a:lnTo>
                <a:close/>
              </a:path>
            </a:pathLst>
          </a:custGeom>
          <a:solidFill>
            <a:srgbClr val="C4C7D6"/>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6" name="Google Shape;2620;p47">
            <a:extLst>
              <a:ext uri="{FF2B5EF4-FFF2-40B4-BE49-F238E27FC236}">
                <a16:creationId xmlns:a16="http://schemas.microsoft.com/office/drawing/2014/main" id="{F4E103D3-D406-D85F-ADD2-BF977BD88E2C}"/>
              </a:ext>
            </a:extLst>
          </p:cNvPr>
          <p:cNvSpPr>
            <a:spLocks noGrp="1"/>
          </p:cNvSpPr>
          <p:nvPr/>
        </p:nvSpPr>
        <p:spPr>
          <a:xfrm rot="-1801764">
            <a:off x="9301026" y="1370285"/>
            <a:ext cx="523636" cy="927530"/>
          </a:xfrm>
          <a:custGeom>
            <a:avLst/>
            <a:gdLst/>
            <a:ahLst/>
            <a:cxnLst/>
            <a:rect l="l" t="t" r="r" b="b"/>
            <a:pathLst>
              <a:path w="690640" h="1194633">
                <a:moveTo>
                  <a:pt x="690640" y="597317"/>
                </a:moveTo>
                <a:cubicBezTo>
                  <a:pt x="690640" y="927206"/>
                  <a:pt x="536035" y="1194633"/>
                  <a:pt x="345320" y="1194633"/>
                </a:cubicBezTo>
                <a:cubicBezTo>
                  <a:pt x="154605" y="1194633"/>
                  <a:pt x="0" y="927206"/>
                  <a:pt x="0" y="597317"/>
                </a:cubicBezTo>
                <a:cubicBezTo>
                  <a:pt x="0" y="267428"/>
                  <a:pt x="154605" y="0"/>
                  <a:pt x="345320" y="0"/>
                </a:cubicBezTo>
                <a:cubicBezTo>
                  <a:pt x="536035" y="0"/>
                  <a:pt x="690640" y="267428"/>
                  <a:pt x="690640" y="597317"/>
                </a:cubicBezTo>
                <a:close/>
              </a:path>
            </a:pathLst>
          </a:custGeom>
          <a:solidFill>
            <a:srgbClr val="3E7EFF">
              <a:alpha val="98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7" name="Google Shape;2621;p47">
            <a:extLst>
              <a:ext uri="{FF2B5EF4-FFF2-40B4-BE49-F238E27FC236}">
                <a16:creationId xmlns:a16="http://schemas.microsoft.com/office/drawing/2014/main" id="{45642DC1-E52A-E68E-2569-3C2037F4D0FC}"/>
              </a:ext>
            </a:extLst>
          </p:cNvPr>
          <p:cNvSpPr>
            <a:spLocks noGrp="1"/>
          </p:cNvSpPr>
          <p:nvPr/>
        </p:nvSpPr>
        <p:spPr>
          <a:xfrm>
            <a:off x="9216878" y="1294080"/>
            <a:ext cx="780084" cy="1029047"/>
          </a:xfrm>
          <a:custGeom>
            <a:avLst/>
            <a:gdLst/>
            <a:ahLst/>
            <a:cxnLst/>
            <a:rect l="l" t="t" r="r" b="b"/>
            <a:pathLst>
              <a:path w="1027965" h="1324206">
                <a:moveTo>
                  <a:pt x="513983" y="1254422"/>
                </a:moveTo>
                <a:cubicBezTo>
                  <a:pt x="230816" y="1091119"/>
                  <a:pt x="0" y="692560"/>
                  <a:pt x="0" y="365955"/>
                </a:cubicBezTo>
                <a:cubicBezTo>
                  <a:pt x="0" y="39351"/>
                  <a:pt x="230436" y="-93439"/>
                  <a:pt x="513983" y="69863"/>
                </a:cubicBezTo>
                <a:cubicBezTo>
                  <a:pt x="797530" y="233165"/>
                  <a:pt x="1027966" y="631725"/>
                  <a:pt x="1027966" y="958234"/>
                </a:cubicBezTo>
                <a:cubicBezTo>
                  <a:pt x="1027966" y="1284744"/>
                  <a:pt x="797245" y="1417629"/>
                  <a:pt x="513983" y="1254422"/>
                </a:cubicBezTo>
                <a:close/>
                <a:moveTo>
                  <a:pt x="513983" y="256929"/>
                </a:moveTo>
                <a:cubicBezTo>
                  <a:pt x="320192" y="145146"/>
                  <a:pt x="162571" y="236017"/>
                  <a:pt x="162571" y="459488"/>
                </a:cubicBezTo>
                <a:cubicBezTo>
                  <a:pt x="162571" y="682959"/>
                  <a:pt x="320192" y="955668"/>
                  <a:pt x="513983" y="1067831"/>
                </a:cubicBezTo>
                <a:cubicBezTo>
                  <a:pt x="707773" y="1179995"/>
                  <a:pt x="865395" y="1088648"/>
                  <a:pt x="865395" y="865272"/>
                </a:cubicBezTo>
                <a:cubicBezTo>
                  <a:pt x="865395" y="641896"/>
                  <a:pt x="707773" y="368617"/>
                  <a:pt x="513983" y="256929"/>
                </a:cubicBez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8" name="Google Shape;2622;p47">
            <a:extLst>
              <a:ext uri="{FF2B5EF4-FFF2-40B4-BE49-F238E27FC236}">
                <a16:creationId xmlns:a16="http://schemas.microsoft.com/office/drawing/2014/main" id="{7236A51D-CD43-3AED-BC88-6C55000CFF6E}"/>
              </a:ext>
            </a:extLst>
          </p:cNvPr>
          <p:cNvSpPr>
            <a:spLocks noGrp="1"/>
          </p:cNvSpPr>
          <p:nvPr/>
        </p:nvSpPr>
        <p:spPr>
          <a:xfrm>
            <a:off x="9173106" y="1319934"/>
            <a:ext cx="780084" cy="1029079"/>
          </a:xfrm>
          <a:custGeom>
            <a:avLst/>
            <a:gdLst/>
            <a:ahLst/>
            <a:cxnLst/>
            <a:rect l="l" t="t" r="r" b="b"/>
            <a:pathLst>
              <a:path w="1027965" h="1324248">
                <a:moveTo>
                  <a:pt x="513983" y="1254422"/>
                </a:moveTo>
                <a:cubicBezTo>
                  <a:pt x="230721" y="1091119"/>
                  <a:pt x="0" y="692560"/>
                  <a:pt x="0" y="365955"/>
                </a:cubicBezTo>
                <a:cubicBezTo>
                  <a:pt x="0" y="39351"/>
                  <a:pt x="230341" y="-93439"/>
                  <a:pt x="513983" y="69863"/>
                </a:cubicBezTo>
                <a:cubicBezTo>
                  <a:pt x="797625" y="233165"/>
                  <a:pt x="1027966" y="631725"/>
                  <a:pt x="1027966" y="958234"/>
                </a:cubicBezTo>
                <a:cubicBezTo>
                  <a:pt x="1027966" y="1284744"/>
                  <a:pt x="797149" y="1417724"/>
                  <a:pt x="513983" y="1254422"/>
                </a:cubicBezTo>
                <a:close/>
                <a:moveTo>
                  <a:pt x="513983" y="256929"/>
                </a:moveTo>
                <a:cubicBezTo>
                  <a:pt x="320192" y="145146"/>
                  <a:pt x="162571" y="236017"/>
                  <a:pt x="162571" y="459488"/>
                </a:cubicBezTo>
                <a:cubicBezTo>
                  <a:pt x="162571" y="682959"/>
                  <a:pt x="320192" y="955668"/>
                  <a:pt x="513983" y="1067831"/>
                </a:cubicBezTo>
                <a:cubicBezTo>
                  <a:pt x="707773" y="1179995"/>
                  <a:pt x="865395" y="1088648"/>
                  <a:pt x="865395" y="865272"/>
                </a:cubicBezTo>
                <a:cubicBezTo>
                  <a:pt x="865395" y="641896"/>
                  <a:pt x="707773" y="368617"/>
                  <a:pt x="513983" y="256929"/>
                </a:cubicBezTo>
                <a:close/>
              </a:path>
            </a:pathLst>
          </a:custGeom>
          <a:solidFill>
            <a:srgbClr val="D6D8E5"/>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4246478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3E70026-5C8A-4020-BC67-E3E4F072B279}"/>
              </a:ext>
            </a:extLst>
          </p:cNvPr>
          <p:cNvSpPr>
            <a:spLocks noGrp="1"/>
          </p:cNvSpPr>
          <p:nvPr/>
        </p:nvSpPr>
        <p:spPr>
          <a:xfrm>
            <a:off x="0" y="0"/>
            <a:ext cx="12191695" cy="137160"/>
          </a:xfrm>
          <a:prstGeom prst="rect">
            <a:avLst/>
          </a:prstGeom>
          <a:solidFill>
            <a:srgbClr val="08A9C9"/>
          </a:solidFill>
          <a:ln w="12700">
            <a:solidFill>
              <a:srgbClr val="08A9C9"/>
            </a:solidFill>
            <a:prstDash val="solid"/>
          </a:ln>
        </p:spPr>
        <p:txBody>
          <a:bodyPr/>
          <a:lstStyle/>
          <a:p>
            <a:endParaRPr/>
          </a:p>
        </p:txBody>
      </p:sp>
      <p:sp>
        <p:nvSpPr>
          <p:cNvPr id="3" name="Shape 1">
            <a:extLst>
              <a:ext uri="{FF2B5EF4-FFF2-40B4-BE49-F238E27FC236}">
                <a16:creationId xmlns:a16="http://schemas.microsoft.com/office/drawing/2014/main" id="{D19803FF-9723-4B24-AEA8-339F76A89596}"/>
              </a:ext>
            </a:extLst>
          </p:cNvPr>
          <p:cNvSpPr>
            <a:spLocks noGrp="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a:p>
        </p:txBody>
      </p:sp>
      <p:sp>
        <p:nvSpPr>
          <p:cNvPr id="4" name="Text 2">
            <a:extLst>
              <a:ext uri="{FF2B5EF4-FFF2-40B4-BE49-F238E27FC236}">
                <a16:creationId xmlns:a16="http://schemas.microsoft.com/office/drawing/2014/main" id="{83CFD4A9-04F1-4475-B8B1-9825D783620C}"/>
              </a:ext>
            </a:extLst>
          </p:cNvPr>
          <p:cNvSpPr>
            <a:spLocks noGrp="1"/>
          </p:cNvSpPr>
          <p:nvPr/>
        </p:nvSpPr>
        <p:spPr>
          <a:xfrm>
            <a:off x="502920" y="6464808"/>
            <a:ext cx="5943600" cy="201168"/>
          </a:xfrm>
          <a:prstGeom prst="rect">
            <a:avLst/>
          </a:prstGeom>
          <a:noFill/>
        </p:spPr>
        <p:txBody>
          <a:bodyPr wrap="square" lIns="0" tIns="0" rIns="0" bIns="0" anchor="ctr"/>
          <a:lstStyle/>
          <a:p>
            <a:r>
              <a:rPr lang="en-US" sz="1500" b="0">
                <a:solidFill>
                  <a:srgbClr val="374151"/>
                </a:solidFill>
                <a:latin typeface="Aptos"/>
                <a:ea typeface="Aptos"/>
                <a:cs typeface="Aptos"/>
              </a:rPr>
              <a:t>Section 1 · Roadmap</a:t>
            </a:r>
          </a:p>
        </p:txBody>
      </p:sp>
      <p:sp>
        <p:nvSpPr>
          <p:cNvPr id="5" name="Text 3">
            <a:extLst>
              <a:ext uri="{FF2B5EF4-FFF2-40B4-BE49-F238E27FC236}">
                <a16:creationId xmlns:a16="http://schemas.microsoft.com/office/drawing/2014/main" id="{912125FB-EAB5-428E-B863-8C83723F1BC0}"/>
              </a:ext>
            </a:extLst>
          </p:cNvPr>
          <p:cNvSpPr>
            <a:spLocks noGrp="1"/>
          </p:cNvSpPr>
          <p:nvPr/>
        </p:nvSpPr>
        <p:spPr>
          <a:xfrm>
            <a:off x="502920" y="621792"/>
            <a:ext cx="8686800" cy="502920"/>
          </a:xfrm>
          <a:prstGeom prst="rect">
            <a:avLst/>
          </a:prstGeom>
          <a:noFill/>
        </p:spPr>
        <p:txBody>
          <a:bodyPr wrap="square" lIns="0" tIns="0" rIns="0" bIns="0" anchor="ctr">
            <a:normAutofit/>
          </a:bodyPr>
          <a:lstStyle/>
          <a:p>
            <a:r>
              <a:rPr lang="en-US" sz="2800" b="0">
                <a:solidFill>
                  <a:srgbClr val="08A9C9"/>
                </a:solidFill>
                <a:latin typeface="Aptos Display"/>
                <a:ea typeface="Aptos Display"/>
                <a:cs typeface="Aptos Display"/>
              </a:rPr>
              <a:t>Meet Northstar</a:t>
            </a:r>
            <a:endParaRPr sz="2800" b="0">
              <a:solidFill>
                <a:srgbClr val="08A9C9"/>
              </a:solidFill>
              <a:latin typeface="Aptos Display"/>
              <a:ea typeface="Aptos Display"/>
              <a:cs typeface="Aptos Display"/>
            </a:endParaRPr>
          </a:p>
        </p:txBody>
      </p:sp>
      <p:sp>
        <p:nvSpPr>
          <p:cNvPr id="6" name="Text 4">
            <a:extLst>
              <a:ext uri="{FF2B5EF4-FFF2-40B4-BE49-F238E27FC236}">
                <a16:creationId xmlns:a16="http://schemas.microsoft.com/office/drawing/2014/main" id="{D5755E29-4BD0-4C00-B856-A8B49A4C680E}"/>
              </a:ext>
            </a:extLst>
          </p:cNvPr>
          <p:cNvSpPr>
            <a:spLocks noGrp="1"/>
          </p:cNvSpPr>
          <p:nvPr/>
        </p:nvSpPr>
        <p:spPr>
          <a:xfrm>
            <a:off x="502920" y="1298448"/>
            <a:ext cx="7772400" cy="347472"/>
          </a:xfrm>
          <a:prstGeom prst="rect">
            <a:avLst/>
          </a:prstGeom>
          <a:noFill/>
        </p:spPr>
        <p:txBody>
          <a:bodyPr wrap="square" lIns="0" tIns="0" rIns="0" bIns="0" anchor="ctr">
            <a:normAutofit/>
          </a:bodyPr>
          <a:lstStyle/>
          <a:p>
            <a:r>
              <a:rPr lang="en-US" sz="1500" b="0">
                <a:solidFill>
                  <a:srgbClr val="374151"/>
                </a:solidFill>
                <a:latin typeface="Aptos"/>
                <a:ea typeface="Aptos"/>
                <a:cs typeface="Aptos"/>
              </a:rPr>
              <a:t>A fictional multi-department organization with distributed operations.</a:t>
            </a:r>
          </a:p>
        </p:txBody>
      </p:sp>
      <p:sp>
        <p:nvSpPr>
          <p:cNvPr id="7" name="Text 5">
            <a:extLst>
              <a:ext uri="{FF2B5EF4-FFF2-40B4-BE49-F238E27FC236}">
                <a16:creationId xmlns:a16="http://schemas.microsoft.com/office/drawing/2014/main" id="{01402118-677D-4B11-820B-AE8955590F71}"/>
              </a:ext>
            </a:extLst>
          </p:cNvPr>
          <p:cNvSpPr>
            <a:spLocks noGrp="1"/>
          </p:cNvSpPr>
          <p:nvPr/>
        </p:nvSpPr>
        <p:spPr>
          <a:xfrm>
            <a:off x="640080" y="1783080"/>
            <a:ext cx="6995160" cy="4160520"/>
          </a:xfrm>
          <a:prstGeom prst="rect">
            <a:avLst/>
          </a:prstGeom>
          <a:noFill/>
        </p:spPr>
        <p:txBody>
          <a:bodyPr wrap="square" lIns="508" tIns="508" rIns="508" bIns="508" anchor="t">
            <a:normAutofit/>
          </a:bodyPr>
          <a:lstStyle/>
          <a:p>
            <a:pPr>
              <a:spcAft>
                <a:spcPts val="200"/>
              </a:spcAft>
              <a:buNone/>
            </a:pPr>
            <a:r>
              <a:rPr lang="en-US" sz="2200">
                <a:solidFill>
                  <a:srgbClr val="374151"/>
                </a:solidFill>
                <a:latin typeface="Aptos"/>
                <a:ea typeface="Aptos"/>
                <a:cs typeface="Aptos"/>
              </a:rPr>
              <a:t>▸ Knowledge is scattered across many manuals.</a:t>
            </a:r>
          </a:p>
          <a:p>
            <a:pPr>
              <a:spcAft>
                <a:spcPts val="200"/>
              </a:spcAft>
              <a:buNone/>
            </a:pPr>
            <a:r>
              <a:rPr lang="en-US" sz="2200">
                <a:solidFill>
                  <a:srgbClr val="374151"/>
                </a:solidFill>
                <a:latin typeface="Aptos"/>
                <a:ea typeface="Aptos"/>
                <a:cs typeface="Aptos"/>
              </a:rPr>
              <a:t>▸ Incidents, assets, and tickets sit in separate systems.</a:t>
            </a:r>
          </a:p>
          <a:p>
            <a:pPr>
              <a:spcAft>
                <a:spcPts val="200"/>
              </a:spcAft>
              <a:buNone/>
            </a:pPr>
            <a:r>
              <a:rPr lang="en-US" sz="2200">
                <a:solidFill>
                  <a:srgbClr val="374151"/>
                </a:solidFill>
                <a:latin typeface="Aptos"/>
                <a:ea typeface="Aptos"/>
                <a:cs typeface="Aptos"/>
              </a:rPr>
              <a:t>▸ Policies and compliance rules sit apart from the work.</a:t>
            </a:r>
          </a:p>
          <a:p>
            <a:pPr>
              <a:spcAft>
                <a:spcPts val="200"/>
              </a:spcAft>
              <a:buNone/>
            </a:pPr>
            <a:r>
              <a:rPr lang="en-US" sz="2200">
                <a:solidFill>
                  <a:srgbClr val="374151"/>
                </a:solidFill>
                <a:latin typeface="Aptos"/>
                <a:ea typeface="Aptos"/>
                <a:cs typeface="Aptos"/>
              </a:rPr>
              <a:t>▸ Departments built isolated chatbots and experiments.</a:t>
            </a:r>
          </a:p>
          <a:p>
            <a:pPr>
              <a:spcAft>
                <a:spcPts val="200"/>
              </a:spcAft>
              <a:buNone/>
            </a:pPr>
            <a:r>
              <a:rPr lang="en-US" sz="2200">
                <a:solidFill>
                  <a:srgbClr val="374151"/>
                </a:solidFill>
                <a:latin typeface="Aptos"/>
                <a:ea typeface="Aptos"/>
                <a:cs typeface="Aptos"/>
              </a:rPr>
              <a:t>▸ None of it is grounded, secured, or governed.</a:t>
            </a:r>
          </a:p>
        </p:txBody>
      </p:sp>
      <p:sp>
        <p:nvSpPr>
          <p:cNvPr id="8" name="Shape 6">
            <a:extLst>
              <a:ext uri="{FF2B5EF4-FFF2-40B4-BE49-F238E27FC236}">
                <a16:creationId xmlns:a16="http://schemas.microsoft.com/office/drawing/2014/main" id="{42525F18-79FA-4BDB-A8C8-526C98D353B3}"/>
              </a:ext>
            </a:extLst>
          </p:cNvPr>
          <p:cNvSpPr>
            <a:spLocks noGrp="1"/>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a:p>
        </p:txBody>
      </p:sp>
      <p:sp>
        <p:nvSpPr>
          <p:cNvPr id="9" name="Shape 7">
            <a:extLst>
              <a:ext uri="{FF2B5EF4-FFF2-40B4-BE49-F238E27FC236}">
                <a16:creationId xmlns:a16="http://schemas.microsoft.com/office/drawing/2014/main" id="{30C81CD0-3BEF-479A-A1B9-7E5A3FE1B81B}"/>
              </a:ext>
            </a:extLst>
          </p:cNvPr>
          <p:cNvSpPr>
            <a:spLocks noGrp="1"/>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a:p>
        </p:txBody>
      </p:sp>
      <p:sp>
        <p:nvSpPr>
          <p:cNvPr id="10" name="Text 8">
            <a:extLst>
              <a:ext uri="{FF2B5EF4-FFF2-40B4-BE49-F238E27FC236}">
                <a16:creationId xmlns:a16="http://schemas.microsoft.com/office/drawing/2014/main" id="{903FA7C7-45D4-4EEE-AE9F-47F7E4F7F885}"/>
              </a:ext>
            </a:extLst>
          </p:cNvPr>
          <p:cNvSpPr>
            <a:spLocks noGrp="1"/>
          </p:cNvSpPr>
          <p:nvPr/>
        </p:nvSpPr>
        <p:spPr>
          <a:xfrm>
            <a:off x="8138160" y="2002536"/>
            <a:ext cx="329184" cy="109728"/>
          </a:xfrm>
          <a:prstGeom prst="rect">
            <a:avLst/>
          </a:prstGeom>
          <a:noFill/>
        </p:spPr>
        <p:txBody>
          <a:bodyPr wrap="square" lIns="0" tIns="0" rIns="0" bIns="0" anchor="ctr"/>
          <a:lstStyle/>
          <a:p>
            <a:pPr marL="0" indent="0" algn="ctr">
              <a:buNone/>
            </a:pPr>
            <a:r>
              <a:rPr lang="en-US" sz="1500" b="1">
                <a:solidFill>
                  <a:srgbClr val="FFFFFF"/>
                </a:solidFill>
                <a:latin typeface="Aptos"/>
                <a:ea typeface="Aptos"/>
                <a:cs typeface="Aptos"/>
              </a:rPr>
              <a:t>i</a:t>
            </a:r>
          </a:p>
        </p:txBody>
      </p:sp>
      <p:sp>
        <p:nvSpPr>
          <p:cNvPr id="11" name="Text 9">
            <a:extLst>
              <a:ext uri="{FF2B5EF4-FFF2-40B4-BE49-F238E27FC236}">
                <a16:creationId xmlns:a16="http://schemas.microsoft.com/office/drawing/2014/main" id="{3CA0A762-7FB0-4E80-990B-EE0FBA46885B}"/>
              </a:ext>
            </a:extLst>
          </p:cNvPr>
          <p:cNvSpPr>
            <a:spLocks noGrp="1"/>
          </p:cNvSpPr>
          <p:nvPr/>
        </p:nvSpPr>
        <p:spPr>
          <a:xfrm>
            <a:off x="8567928" y="1947672"/>
            <a:ext cx="2148840" cy="320040"/>
          </a:xfrm>
          <a:prstGeom prst="rect">
            <a:avLst/>
          </a:prstGeom>
          <a:noFill/>
        </p:spPr>
        <p:txBody>
          <a:bodyPr wrap="square" lIns="0" tIns="0" rIns="0" bIns="0" anchor="ctr">
            <a:normAutofit/>
          </a:bodyPr>
          <a:lstStyle/>
          <a:p>
            <a:r>
              <a:rPr lang="en-US" sz="1500" b="1">
                <a:solidFill>
                  <a:srgbClr val="1F2A37"/>
                </a:solidFill>
                <a:latin typeface="Aptos"/>
                <a:ea typeface="Aptos"/>
                <a:cs typeface="Aptos"/>
              </a:rPr>
              <a:t>Why it matters</a:t>
            </a:r>
          </a:p>
        </p:txBody>
      </p:sp>
      <p:sp>
        <p:nvSpPr>
          <p:cNvPr id="12" name="Text 10">
            <a:extLst>
              <a:ext uri="{FF2B5EF4-FFF2-40B4-BE49-F238E27FC236}">
                <a16:creationId xmlns:a16="http://schemas.microsoft.com/office/drawing/2014/main" id="{6F222253-0603-4055-8F66-A3D97A58AF7E}"/>
              </a:ext>
            </a:extLst>
          </p:cNvPr>
          <p:cNvSpPr>
            <a:spLocks noGrp="1"/>
          </p:cNvSpPr>
          <p:nvPr/>
        </p:nvSpPr>
        <p:spPr>
          <a:xfrm>
            <a:off x="8138160" y="2340864"/>
            <a:ext cx="2514600" cy="1453896"/>
          </a:xfrm>
          <a:prstGeom prst="rect">
            <a:avLst/>
          </a:prstGeom>
          <a:noFill/>
        </p:spPr>
        <p:txBody>
          <a:bodyPr wrap="square" lIns="73152" rIns="73152" anchor="ctr">
            <a:normAutofit/>
          </a:bodyPr>
          <a:lstStyle/>
          <a:p>
            <a:pPr>
              <a:lnSpc>
                <a:spcPct val="90000"/>
              </a:lnSpc>
              <a:buNone/>
            </a:pPr>
            <a:r>
              <a:rPr lang="en-US" sz="1400" b="0" dirty="0">
                <a:solidFill>
                  <a:srgbClr val="374151"/>
                </a:solidFill>
                <a:latin typeface="Aptos"/>
                <a:ea typeface="Aptos"/>
                <a:cs typeface="Aptos"/>
              </a:rPr>
              <a:t>Northstar represents the current state of many enterprises and companies. </a:t>
            </a:r>
          </a:p>
        </p:txBody>
      </p:sp>
    </p:spTree>
    <p:extLst>
      <p:ext uri="{BB962C8B-B14F-4D97-AF65-F5344CB8AC3E}">
        <p14:creationId xmlns:p14="http://schemas.microsoft.com/office/powerpoint/2010/main" val="2063561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674B232-EE43-4AA2-8DD9-6D142B5D581D}"/>
              </a:ext>
            </a:extLst>
          </p:cNvPr>
          <p:cNvSpPr>
            <a:spLocks noGrp="1"/>
          </p:cNvSpPr>
          <p:nvPr/>
        </p:nvSpPr>
        <p:spPr>
          <a:xfrm>
            <a:off x="0" y="0"/>
            <a:ext cx="12191695" cy="137160"/>
          </a:xfrm>
          <a:prstGeom prst="rect">
            <a:avLst/>
          </a:prstGeom>
          <a:solidFill>
            <a:srgbClr val="08A9C9"/>
          </a:solidFill>
          <a:ln w="12700">
            <a:solidFill>
              <a:srgbClr val="08A9C9"/>
            </a:solidFill>
            <a:prstDash val="solid"/>
          </a:ln>
        </p:spPr>
        <p:txBody>
          <a:bodyPr/>
          <a:lstStyle/>
          <a:p>
            <a:endParaRPr/>
          </a:p>
        </p:txBody>
      </p:sp>
      <p:sp>
        <p:nvSpPr>
          <p:cNvPr id="3" name="Shape 1">
            <a:extLst>
              <a:ext uri="{FF2B5EF4-FFF2-40B4-BE49-F238E27FC236}">
                <a16:creationId xmlns:a16="http://schemas.microsoft.com/office/drawing/2014/main" id="{CCB4CB1B-FEA0-4172-9CB2-945ACA5219B5}"/>
              </a:ext>
            </a:extLst>
          </p:cNvPr>
          <p:cNvSpPr>
            <a:spLocks noGrp="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a:p>
        </p:txBody>
      </p:sp>
      <p:sp>
        <p:nvSpPr>
          <p:cNvPr id="4" name="Text 2">
            <a:extLst>
              <a:ext uri="{FF2B5EF4-FFF2-40B4-BE49-F238E27FC236}">
                <a16:creationId xmlns:a16="http://schemas.microsoft.com/office/drawing/2014/main" id="{2364F9FD-9264-421B-9609-3D95D0ED299D}"/>
              </a:ext>
            </a:extLst>
          </p:cNvPr>
          <p:cNvSpPr>
            <a:spLocks noGrp="1"/>
          </p:cNvSpPr>
          <p:nvPr/>
        </p:nvSpPr>
        <p:spPr>
          <a:xfrm>
            <a:off x="502920" y="6464808"/>
            <a:ext cx="5943600" cy="201168"/>
          </a:xfrm>
          <a:prstGeom prst="rect">
            <a:avLst/>
          </a:prstGeom>
          <a:noFill/>
        </p:spPr>
        <p:txBody>
          <a:bodyPr wrap="square" lIns="0" tIns="0" rIns="0" bIns="0" anchor="ctr"/>
          <a:lstStyle/>
          <a:p>
            <a:r>
              <a:rPr sz="1300" b="0">
                <a:solidFill>
                  <a:srgbClr val="374151"/>
                </a:solidFill>
                <a:latin typeface="Aptos"/>
                <a:ea typeface="Aptos"/>
                <a:cs typeface="Aptos"/>
              </a:rPr>
              <a:t>Section 1 · Roadmap</a:t>
            </a:r>
          </a:p>
        </p:txBody>
      </p:sp>
      <p:sp>
        <p:nvSpPr>
          <p:cNvPr id="5" name="Text 3">
            <a:extLst>
              <a:ext uri="{FF2B5EF4-FFF2-40B4-BE49-F238E27FC236}">
                <a16:creationId xmlns:a16="http://schemas.microsoft.com/office/drawing/2014/main" id="{8BC19B21-C84B-4A8D-8794-4FFC8526A8D8}"/>
              </a:ext>
            </a:extLst>
          </p:cNvPr>
          <p:cNvSpPr>
            <a:spLocks noGrp="1"/>
          </p:cNvSpPr>
          <p:nvPr/>
        </p:nvSpPr>
        <p:spPr>
          <a:xfrm>
            <a:off x="502920" y="621792"/>
            <a:ext cx="8229600" cy="502920"/>
          </a:xfrm>
          <a:prstGeom prst="rect">
            <a:avLst/>
          </a:prstGeom>
          <a:noFill/>
        </p:spPr>
        <p:txBody>
          <a:bodyPr wrap="square" lIns="0" tIns="0" rIns="0" bIns="0" anchor="ctr">
            <a:normAutofit/>
          </a:bodyPr>
          <a:lstStyle/>
          <a:p>
            <a:r>
              <a:rPr lang="en-US" sz="2800" b="0">
                <a:solidFill>
                  <a:srgbClr val="08A9C9"/>
                </a:solidFill>
                <a:latin typeface="Aptos Display"/>
                <a:ea typeface="Aptos Display"/>
                <a:cs typeface="Aptos Display"/>
              </a:rPr>
              <a:t>The Problems You Are Solving</a:t>
            </a:r>
            <a:endParaRPr sz="2800" b="0">
              <a:solidFill>
                <a:srgbClr val="08A9C9"/>
              </a:solidFill>
              <a:latin typeface="Aptos Display"/>
              <a:ea typeface="Aptos Display"/>
              <a:cs typeface="Aptos Display"/>
            </a:endParaRPr>
          </a:p>
        </p:txBody>
      </p:sp>
      <p:sp>
        <p:nvSpPr>
          <p:cNvPr id="6" name="Text 4">
            <a:extLst>
              <a:ext uri="{FF2B5EF4-FFF2-40B4-BE49-F238E27FC236}">
                <a16:creationId xmlns:a16="http://schemas.microsoft.com/office/drawing/2014/main" id="{7D584979-C7AC-4846-B97B-D6B038A13981}"/>
              </a:ext>
            </a:extLst>
          </p:cNvPr>
          <p:cNvSpPr>
            <a:spLocks noGrp="1"/>
          </p:cNvSpPr>
          <p:nvPr/>
        </p:nvSpPr>
        <p:spPr>
          <a:xfrm>
            <a:off x="502920" y="1298448"/>
            <a:ext cx="7772400" cy="320040"/>
          </a:xfrm>
          <a:prstGeom prst="rect">
            <a:avLst/>
          </a:prstGeom>
          <a:noFill/>
        </p:spPr>
        <p:txBody>
          <a:bodyPr wrap="square" lIns="0" tIns="0" rIns="0" bIns="0" anchor="ctr">
            <a:normAutofit/>
          </a:bodyPr>
          <a:lstStyle/>
          <a:p>
            <a:r>
              <a:rPr lang="en-US" sz="1300" b="0">
                <a:solidFill>
                  <a:srgbClr val="374151"/>
                </a:solidFill>
                <a:latin typeface="Aptos"/>
                <a:ea typeface="Aptos"/>
                <a:cs typeface="Aptos"/>
              </a:rPr>
              <a:t>Every course section closes one of these gaps in the Northstar platform.</a:t>
            </a:r>
          </a:p>
        </p:txBody>
      </p:sp>
      <p:sp>
        <p:nvSpPr>
          <p:cNvPr id="7" name="Shape 5">
            <a:extLst>
              <a:ext uri="{FF2B5EF4-FFF2-40B4-BE49-F238E27FC236}">
                <a16:creationId xmlns:a16="http://schemas.microsoft.com/office/drawing/2014/main" id="{F54AE28E-404D-4E36-A597-4B77D3C95C16}"/>
              </a:ext>
            </a:extLst>
          </p:cNvPr>
          <p:cNvSpPr>
            <a:spLocks noGrp="1"/>
          </p:cNvSpPr>
          <p:nvPr/>
        </p:nvSpPr>
        <p:spPr>
          <a:xfrm>
            <a:off x="685800" y="1783080"/>
            <a:ext cx="2606040" cy="1143000"/>
          </a:xfrm>
          <a:prstGeom prst="roundRect">
            <a:avLst>
              <a:gd name="adj" fmla="val 4000"/>
            </a:avLst>
          </a:prstGeom>
          <a:solidFill>
            <a:srgbClr val="FFFFFF"/>
          </a:solidFill>
          <a:ln w="12700">
            <a:solidFill>
              <a:srgbClr val="B8C7D6"/>
            </a:solidFill>
            <a:prstDash val="solid"/>
          </a:ln>
        </p:spPr>
        <p:txBody>
          <a:bodyPr wrap="square"/>
          <a:lstStyle/>
          <a:p>
            <a:pPr>
              <a:spcAft>
                <a:spcPts val="200"/>
              </a:spcAft>
              <a:buNone/>
            </a:pPr>
            <a:endParaRPr/>
          </a:p>
        </p:txBody>
      </p:sp>
      <p:sp>
        <p:nvSpPr>
          <p:cNvPr id="8" name="Text 6">
            <a:extLst>
              <a:ext uri="{FF2B5EF4-FFF2-40B4-BE49-F238E27FC236}">
                <a16:creationId xmlns:a16="http://schemas.microsoft.com/office/drawing/2014/main" id="{CCB28AE4-D6E8-49EE-B5F6-702992B3D4E5}"/>
              </a:ext>
            </a:extLst>
          </p:cNvPr>
          <p:cNvSpPr>
            <a:spLocks noGrp="1"/>
          </p:cNvSpPr>
          <p:nvPr/>
        </p:nvSpPr>
        <p:spPr>
          <a:xfrm>
            <a:off x="850392" y="196596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Fragmented knowledge</a:t>
            </a:r>
          </a:p>
        </p:txBody>
      </p:sp>
      <p:sp>
        <p:nvSpPr>
          <p:cNvPr id="9" name="Text 7">
            <a:extLst>
              <a:ext uri="{FF2B5EF4-FFF2-40B4-BE49-F238E27FC236}">
                <a16:creationId xmlns:a16="http://schemas.microsoft.com/office/drawing/2014/main" id="{5C1B6057-0B60-4A39-A3E3-32DF13125FFF}"/>
              </a:ext>
            </a:extLst>
          </p:cNvPr>
          <p:cNvSpPr>
            <a:spLocks noGrp="1"/>
          </p:cNvSpPr>
          <p:nvPr/>
        </p:nvSpPr>
        <p:spPr>
          <a:xfrm>
            <a:off x="850392" y="2286000"/>
            <a:ext cx="2240280" cy="640080"/>
          </a:xfrm>
          <a:prstGeom prst="rect">
            <a:avLst/>
          </a:prstGeom>
          <a:noFill/>
        </p:spPr>
        <p:txBody>
          <a:bodyPr wrap="square" lIns="64008" tIns="27432" rIns="64008" bIns="27432" anchor="ctr">
            <a:normAutofit/>
          </a:bodyPr>
          <a:lstStyle/>
          <a:p>
            <a:pPr>
              <a:lnSpc>
                <a:spcPct val="92000"/>
              </a:lnSpc>
              <a:buNone/>
            </a:pPr>
            <a:r>
              <a:rPr lang="en-US" sz="1200" b="0">
                <a:solidFill>
                  <a:srgbClr val="253040"/>
                </a:solidFill>
                <a:latin typeface="Aptos"/>
                <a:ea typeface="Aptos"/>
                <a:cs typeface="Aptos"/>
              </a:rPr>
              <a:t>Nobody can tell which policy</a:t>
            </a:r>
          </a:p>
          <a:p>
            <a:pPr>
              <a:lnSpc>
                <a:spcPct val="92000"/>
              </a:lnSpc>
              <a:buNone/>
            </a:pPr>
            <a:r>
              <a:rPr lang="en-US" sz="1200" b="0">
                <a:solidFill>
                  <a:srgbClr val="253040"/>
                </a:solidFill>
                <a:latin typeface="Aptos"/>
                <a:ea typeface="Aptos"/>
                <a:cs typeface="Aptos"/>
              </a:rPr>
              <a:t>or document is authoritative.</a:t>
            </a:r>
            <a:endParaRPr sz="1200" b="0">
              <a:solidFill>
                <a:srgbClr val="253040"/>
              </a:solidFill>
              <a:latin typeface="Aptos"/>
              <a:ea typeface="Aptos"/>
              <a:cs typeface="Aptos"/>
            </a:endParaRPr>
          </a:p>
        </p:txBody>
      </p:sp>
      <p:sp>
        <p:nvSpPr>
          <p:cNvPr id="10" name="Shape 8">
            <a:extLst>
              <a:ext uri="{FF2B5EF4-FFF2-40B4-BE49-F238E27FC236}">
                <a16:creationId xmlns:a16="http://schemas.microsoft.com/office/drawing/2014/main" id="{2495F1A4-D138-4AD8-ACCF-49A79A08497D}"/>
              </a:ext>
            </a:extLst>
          </p:cNvPr>
          <p:cNvSpPr>
            <a:spLocks noGrp="1"/>
          </p:cNvSpPr>
          <p:nvPr/>
        </p:nvSpPr>
        <p:spPr>
          <a:xfrm>
            <a:off x="3703320" y="1783080"/>
            <a:ext cx="2606040" cy="1143000"/>
          </a:xfrm>
          <a:prstGeom prst="roundRect">
            <a:avLst>
              <a:gd name="adj" fmla="val 4000"/>
            </a:avLst>
          </a:prstGeom>
          <a:solidFill>
            <a:srgbClr val="FFFFFF"/>
          </a:solidFill>
          <a:ln w="12700">
            <a:solidFill>
              <a:srgbClr val="B8C7D6"/>
            </a:solidFill>
            <a:prstDash val="solid"/>
          </a:ln>
        </p:spPr>
        <p:txBody>
          <a:bodyPr wrap="square"/>
          <a:lstStyle/>
          <a:p>
            <a:r>
              <a:rPr sz="1300" b="1">
                <a:solidFill>
                  <a:srgbClr val="FFFFFF"/>
                </a:solidFill>
                <a:latin typeface="Aptos"/>
                <a:ea typeface="Aptos"/>
                <a:cs typeface="Aptos"/>
              </a:rPr>
              <a:t>i</a:t>
            </a:r>
          </a:p>
        </p:txBody>
      </p:sp>
      <p:sp>
        <p:nvSpPr>
          <p:cNvPr id="11" name="Text 9">
            <a:extLst>
              <a:ext uri="{FF2B5EF4-FFF2-40B4-BE49-F238E27FC236}">
                <a16:creationId xmlns:a16="http://schemas.microsoft.com/office/drawing/2014/main" id="{4F9EF2A8-86B1-4F31-A4A8-6E88E544EB52}"/>
              </a:ext>
            </a:extLst>
          </p:cNvPr>
          <p:cNvSpPr>
            <a:spLocks noGrp="1"/>
          </p:cNvSpPr>
          <p:nvPr/>
        </p:nvSpPr>
        <p:spPr>
          <a:xfrm>
            <a:off x="3867912" y="196596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Slow investigation</a:t>
            </a:r>
          </a:p>
        </p:txBody>
      </p:sp>
      <p:sp>
        <p:nvSpPr>
          <p:cNvPr id="12" name="Text 10">
            <a:extLst>
              <a:ext uri="{FF2B5EF4-FFF2-40B4-BE49-F238E27FC236}">
                <a16:creationId xmlns:a16="http://schemas.microsoft.com/office/drawing/2014/main" id="{5E15C583-9251-4EF1-B649-8077DD832193}"/>
              </a:ext>
            </a:extLst>
          </p:cNvPr>
          <p:cNvSpPr>
            <a:spLocks noGrp="1"/>
          </p:cNvSpPr>
          <p:nvPr/>
        </p:nvSpPr>
        <p:spPr>
          <a:xfrm>
            <a:off x="3867912" y="2286000"/>
            <a:ext cx="2362620" cy="640080"/>
          </a:xfrm>
          <a:prstGeom prst="rect">
            <a:avLst/>
          </a:prstGeom>
          <a:noFill/>
        </p:spPr>
        <p:txBody>
          <a:bodyPr wrap="square" lIns="64008" tIns="27432" rIns="64008" bIns="27432" anchor="ctr">
            <a:noAutofit/>
          </a:bodyPr>
          <a:lstStyle/>
          <a:p>
            <a:pPr>
              <a:lnSpc>
                <a:spcPct val="92000"/>
              </a:lnSpc>
              <a:buNone/>
            </a:pPr>
            <a:r>
              <a:rPr lang="en-US" sz="1100" b="0">
                <a:solidFill>
                  <a:srgbClr val="253040"/>
                </a:solidFill>
                <a:latin typeface="Aptos"/>
                <a:ea typeface="Aptos"/>
                <a:cs typeface="Aptos"/>
              </a:rPr>
              <a:t>One issue means checking</a:t>
            </a:r>
          </a:p>
          <a:p>
            <a:pPr>
              <a:lnSpc>
                <a:spcPct val="92000"/>
              </a:lnSpc>
              <a:buNone/>
            </a:pPr>
            <a:r>
              <a:rPr lang="en-US" sz="1100" b="0">
                <a:solidFill>
                  <a:srgbClr val="253040"/>
                </a:solidFill>
                <a:latin typeface="Aptos"/>
                <a:ea typeface="Aptos"/>
                <a:cs typeface="Aptos"/>
              </a:rPr>
              <a:t>several systems by hand.</a:t>
            </a:r>
            <a:endParaRPr sz="1100" b="0">
              <a:solidFill>
                <a:srgbClr val="253040"/>
              </a:solidFill>
              <a:latin typeface="Aptos"/>
              <a:ea typeface="Aptos"/>
              <a:cs typeface="Aptos"/>
            </a:endParaRPr>
          </a:p>
        </p:txBody>
      </p:sp>
      <p:sp>
        <p:nvSpPr>
          <p:cNvPr id="13" name="Shape 11">
            <a:extLst>
              <a:ext uri="{FF2B5EF4-FFF2-40B4-BE49-F238E27FC236}">
                <a16:creationId xmlns:a16="http://schemas.microsoft.com/office/drawing/2014/main" id="{6FE6BAF8-A46C-4E06-A867-A0AD5D0EF316}"/>
              </a:ext>
            </a:extLst>
          </p:cNvPr>
          <p:cNvSpPr>
            <a:spLocks noGrp="1"/>
          </p:cNvSpPr>
          <p:nvPr/>
        </p:nvSpPr>
        <p:spPr>
          <a:xfrm>
            <a:off x="685800" y="3291840"/>
            <a:ext cx="2606040" cy="1143000"/>
          </a:xfrm>
          <a:prstGeom prst="roundRect">
            <a:avLst>
              <a:gd name="adj" fmla="val 4000"/>
            </a:avLst>
          </a:prstGeom>
          <a:solidFill>
            <a:srgbClr val="FFFFFF"/>
          </a:solidFill>
          <a:ln w="12700">
            <a:solidFill>
              <a:srgbClr val="B8C7D6"/>
            </a:solidFill>
            <a:prstDash val="solid"/>
          </a:ln>
        </p:spPr>
        <p:txBody>
          <a:bodyPr/>
          <a:lstStyle/>
          <a:p>
            <a:endParaRPr/>
          </a:p>
        </p:txBody>
      </p:sp>
      <p:sp>
        <p:nvSpPr>
          <p:cNvPr id="14" name="Text 12">
            <a:extLst>
              <a:ext uri="{FF2B5EF4-FFF2-40B4-BE49-F238E27FC236}">
                <a16:creationId xmlns:a16="http://schemas.microsoft.com/office/drawing/2014/main" id="{7041F956-59EA-4EA6-8B17-0A75C38413F3}"/>
              </a:ext>
            </a:extLst>
          </p:cNvPr>
          <p:cNvSpPr>
            <a:spLocks noGrp="1"/>
          </p:cNvSpPr>
          <p:nvPr/>
        </p:nvSpPr>
        <p:spPr>
          <a:xfrm>
            <a:off x="850392" y="347472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Uncontrolled actions</a:t>
            </a:r>
          </a:p>
        </p:txBody>
      </p:sp>
      <p:sp>
        <p:nvSpPr>
          <p:cNvPr id="15" name="Text 13">
            <a:extLst>
              <a:ext uri="{FF2B5EF4-FFF2-40B4-BE49-F238E27FC236}">
                <a16:creationId xmlns:a16="http://schemas.microsoft.com/office/drawing/2014/main" id="{FAAE0C44-0717-4D1C-AEE4-A2BADD906DB3}"/>
              </a:ext>
            </a:extLst>
          </p:cNvPr>
          <p:cNvSpPr>
            <a:spLocks noGrp="1"/>
          </p:cNvSpPr>
          <p:nvPr/>
        </p:nvSpPr>
        <p:spPr>
          <a:xfrm>
            <a:off x="850392" y="3794760"/>
            <a:ext cx="2240280" cy="640080"/>
          </a:xfrm>
          <a:prstGeom prst="rect">
            <a:avLst/>
          </a:prstGeom>
          <a:noFill/>
        </p:spPr>
        <p:txBody>
          <a:bodyPr wrap="square" lIns="64008" tIns="27432" rIns="64008" bIns="27432" anchor="ctr">
            <a:normAutofit/>
          </a:bodyPr>
          <a:lstStyle/>
          <a:p>
            <a:pPr>
              <a:lnSpc>
                <a:spcPct val="92000"/>
              </a:lnSpc>
              <a:buNone/>
            </a:pPr>
            <a:r>
              <a:rPr lang="en-US" sz="1100" b="0">
                <a:solidFill>
                  <a:srgbClr val="253040"/>
                </a:solidFill>
                <a:latin typeface="Aptos"/>
                <a:ea typeface="Aptos"/>
                <a:cs typeface="Aptos"/>
              </a:rPr>
              <a:t>Agents that call tools need approval and audit boundaries.</a:t>
            </a:r>
            <a:endParaRPr sz="1100" b="0">
              <a:solidFill>
                <a:srgbClr val="253040"/>
              </a:solidFill>
              <a:latin typeface="Aptos"/>
              <a:ea typeface="Aptos"/>
              <a:cs typeface="Aptos"/>
            </a:endParaRPr>
          </a:p>
        </p:txBody>
      </p:sp>
      <p:sp>
        <p:nvSpPr>
          <p:cNvPr id="16" name="Shape 14">
            <a:extLst>
              <a:ext uri="{FF2B5EF4-FFF2-40B4-BE49-F238E27FC236}">
                <a16:creationId xmlns:a16="http://schemas.microsoft.com/office/drawing/2014/main" id="{4662C995-3A9B-4B7A-BC4F-BBFE3506FF42}"/>
              </a:ext>
            </a:extLst>
          </p:cNvPr>
          <p:cNvSpPr>
            <a:spLocks noGrp="1"/>
          </p:cNvSpPr>
          <p:nvPr/>
        </p:nvSpPr>
        <p:spPr>
          <a:xfrm>
            <a:off x="3703320" y="3291840"/>
            <a:ext cx="2606040" cy="1143000"/>
          </a:xfrm>
          <a:prstGeom prst="roundRect">
            <a:avLst>
              <a:gd name="adj" fmla="val 4000"/>
            </a:avLst>
          </a:prstGeom>
          <a:solidFill>
            <a:srgbClr val="FFFFFF"/>
          </a:solidFill>
          <a:ln w="12700">
            <a:solidFill>
              <a:srgbClr val="B8C7D6"/>
            </a:solidFill>
            <a:prstDash val="solid"/>
          </a:ln>
        </p:spPr>
        <p:txBody>
          <a:bodyPr/>
          <a:lstStyle/>
          <a:p>
            <a:endParaRPr/>
          </a:p>
        </p:txBody>
      </p:sp>
      <p:sp>
        <p:nvSpPr>
          <p:cNvPr id="17" name="Text 15">
            <a:extLst>
              <a:ext uri="{FF2B5EF4-FFF2-40B4-BE49-F238E27FC236}">
                <a16:creationId xmlns:a16="http://schemas.microsoft.com/office/drawing/2014/main" id="{4A88422B-71A9-4D28-9E0F-42B47D98713A}"/>
              </a:ext>
            </a:extLst>
          </p:cNvPr>
          <p:cNvSpPr>
            <a:spLocks noGrp="1"/>
          </p:cNvSpPr>
          <p:nvPr/>
        </p:nvSpPr>
        <p:spPr>
          <a:xfrm>
            <a:off x="3867912" y="347472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Unsupported answers</a:t>
            </a:r>
          </a:p>
        </p:txBody>
      </p:sp>
      <p:sp>
        <p:nvSpPr>
          <p:cNvPr id="18" name="Text 16">
            <a:extLst>
              <a:ext uri="{FF2B5EF4-FFF2-40B4-BE49-F238E27FC236}">
                <a16:creationId xmlns:a16="http://schemas.microsoft.com/office/drawing/2014/main" id="{F250CB8E-8A94-42A4-9A57-DE9733066DD1}"/>
              </a:ext>
            </a:extLst>
          </p:cNvPr>
          <p:cNvSpPr>
            <a:spLocks noGrp="1"/>
          </p:cNvSpPr>
          <p:nvPr/>
        </p:nvSpPr>
        <p:spPr>
          <a:xfrm>
            <a:off x="3867912" y="3794760"/>
            <a:ext cx="2240280" cy="640080"/>
          </a:xfrm>
          <a:prstGeom prst="rect">
            <a:avLst/>
          </a:prstGeom>
          <a:noFill/>
        </p:spPr>
        <p:txBody>
          <a:bodyPr wrap="square" lIns="64008" tIns="27432" rIns="64008" bIns="27432" anchor="ctr">
            <a:normAutofit/>
          </a:bodyPr>
          <a:lstStyle/>
          <a:p>
            <a:pPr>
              <a:lnSpc>
                <a:spcPct val="92000"/>
              </a:lnSpc>
              <a:buNone/>
            </a:pPr>
            <a:r>
              <a:rPr lang="en-US" sz="1200" b="0">
                <a:solidFill>
                  <a:srgbClr val="253040"/>
                </a:solidFill>
                <a:latin typeface="Aptos"/>
                <a:ea typeface="Aptos"/>
                <a:cs typeface="Aptos"/>
              </a:rPr>
              <a:t>Plausible output is not evidence</a:t>
            </a:r>
          </a:p>
          <a:p>
            <a:pPr>
              <a:lnSpc>
                <a:spcPct val="92000"/>
              </a:lnSpc>
              <a:buNone/>
            </a:pPr>
            <a:r>
              <a:rPr lang="en-US" sz="1200" b="0">
                <a:solidFill>
                  <a:srgbClr val="253040"/>
                </a:solidFill>
                <a:latin typeface="Aptos"/>
                <a:ea typeface="Aptos"/>
                <a:cs typeface="Aptos"/>
              </a:rPr>
              <a:t>for an operational decision.</a:t>
            </a:r>
            <a:endParaRPr sz="1200" b="0">
              <a:solidFill>
                <a:srgbClr val="253040"/>
              </a:solidFill>
              <a:latin typeface="Aptos"/>
              <a:ea typeface="Aptos"/>
              <a:cs typeface="Aptos"/>
            </a:endParaRPr>
          </a:p>
        </p:txBody>
      </p:sp>
      <p:sp>
        <p:nvSpPr>
          <p:cNvPr id="19" name="Shape 17">
            <a:extLst>
              <a:ext uri="{FF2B5EF4-FFF2-40B4-BE49-F238E27FC236}">
                <a16:creationId xmlns:a16="http://schemas.microsoft.com/office/drawing/2014/main" id="{D7BDD658-7792-4775-A87A-1E4EE280393A}"/>
              </a:ext>
            </a:extLst>
          </p:cNvPr>
          <p:cNvSpPr>
            <a:spLocks noGrp="1"/>
          </p:cNvSpPr>
          <p:nvPr/>
        </p:nvSpPr>
        <p:spPr>
          <a:xfrm>
            <a:off x="7150162" y="2788920"/>
            <a:ext cx="3456878" cy="777240"/>
          </a:xfrm>
          <a:prstGeom prst="chevron">
            <a:avLst/>
          </a:prstGeom>
          <a:solidFill>
            <a:srgbClr val="08A9C9"/>
          </a:solidFill>
          <a:ln w="12700">
            <a:solidFill>
              <a:srgbClr val="08A9C9"/>
            </a:solidFill>
            <a:prstDash val="solid"/>
          </a:ln>
        </p:spPr>
        <p:txBody>
          <a:bodyPr/>
          <a:lstStyle/>
          <a:p>
            <a:endParaRPr/>
          </a:p>
        </p:txBody>
      </p:sp>
      <p:sp>
        <p:nvSpPr>
          <p:cNvPr id="20" name="Text 18">
            <a:extLst>
              <a:ext uri="{FF2B5EF4-FFF2-40B4-BE49-F238E27FC236}">
                <a16:creationId xmlns:a16="http://schemas.microsoft.com/office/drawing/2014/main" id="{B8CB7147-85EA-45E2-9D3E-662BC79DBBA8}"/>
              </a:ext>
            </a:extLst>
          </p:cNvPr>
          <p:cNvSpPr>
            <a:spLocks noGrp="1"/>
          </p:cNvSpPr>
          <p:nvPr/>
        </p:nvSpPr>
        <p:spPr>
          <a:xfrm>
            <a:off x="7383780" y="2985358"/>
            <a:ext cx="2697480" cy="384048"/>
          </a:xfrm>
          <a:prstGeom prst="rect">
            <a:avLst/>
          </a:prstGeom>
          <a:noFill/>
        </p:spPr>
        <p:txBody>
          <a:bodyPr wrap="square" lIns="64008" tIns="27432" rIns="64008" bIns="27432" anchor="ctr">
            <a:noAutofit/>
          </a:bodyPr>
          <a:lstStyle/>
          <a:p>
            <a:pPr algn="ctr">
              <a:lnSpc>
                <a:spcPct val="90000"/>
              </a:lnSpc>
              <a:buNone/>
            </a:pPr>
            <a:r>
              <a:rPr lang="en-US" sz="1600" b="1">
                <a:solidFill>
                  <a:schemeClr val="bg1"/>
                </a:solidFill>
                <a:latin typeface="Aptos"/>
                <a:ea typeface="Aptos"/>
                <a:cs typeface="Aptos"/>
              </a:rPr>
              <a:t>No governance or</a:t>
            </a:r>
          </a:p>
          <a:p>
            <a:pPr algn="ctr">
              <a:lnSpc>
                <a:spcPct val="90000"/>
              </a:lnSpc>
              <a:buNone/>
            </a:pPr>
            <a:r>
              <a:rPr lang="en-US" sz="1600" b="1">
                <a:solidFill>
                  <a:schemeClr val="bg1"/>
                </a:solidFill>
                <a:latin typeface="Aptos"/>
                <a:ea typeface="Aptos"/>
                <a:cs typeface="Aptos"/>
              </a:rPr>
              <a:t>operational visibility</a:t>
            </a:r>
            <a:endParaRPr sz="1600" b="1">
              <a:solidFill>
                <a:schemeClr val="bg1"/>
              </a:solidFill>
              <a:latin typeface="Aptos"/>
              <a:ea typeface="Aptos"/>
              <a:cs typeface="Aptos"/>
            </a:endParaRPr>
          </a:p>
        </p:txBody>
      </p:sp>
    </p:spTree>
    <p:extLst>
      <p:ext uri="{BB962C8B-B14F-4D97-AF65-F5344CB8AC3E}">
        <p14:creationId xmlns:p14="http://schemas.microsoft.com/office/powerpoint/2010/main" val="107188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animBg="1"/>
      <p:bldP spid="11" grpId="0"/>
      <p:bldP spid="12" grpId="0"/>
      <p:bldP spid="13" grpId="0" animBg="1"/>
      <p:bldP spid="14" grpId="0"/>
      <p:bldP spid="15" grpId="0"/>
      <p:bldP spid="16" grpId="0" animBg="1"/>
      <p:bldP spid="17"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C06EF9-FD19-4271-AA81-BD30FE369FFD}"/>
              </a:ext>
            </a:extLst>
          </p:cNvPr>
          <p:cNvSpPr>
            <a:spLocks noGrp="1"/>
          </p:cNvSpPr>
          <p:nvPr/>
        </p:nvSpPr>
        <p:spPr>
          <a:xfrm>
            <a:off x="0" y="0"/>
            <a:ext cx="12191695" cy="137160"/>
          </a:xfrm>
          <a:prstGeom prst="rect">
            <a:avLst/>
          </a:prstGeom>
          <a:solidFill>
            <a:srgbClr val="08A9C9"/>
          </a:solidFill>
          <a:ln w="12700">
            <a:solidFill>
              <a:srgbClr val="08A9C9"/>
            </a:solidFill>
            <a:prstDash val="solid"/>
          </a:ln>
        </p:spPr>
        <p:txBody>
          <a:bodyPr/>
          <a:lstStyle/>
          <a:p>
            <a:endParaRPr/>
          </a:p>
        </p:txBody>
      </p:sp>
      <p:sp>
        <p:nvSpPr>
          <p:cNvPr id="3" name="Shape 1">
            <a:extLst>
              <a:ext uri="{FF2B5EF4-FFF2-40B4-BE49-F238E27FC236}">
                <a16:creationId xmlns:a16="http://schemas.microsoft.com/office/drawing/2014/main" id="{1820F763-80DE-47AE-8672-3AC62213A9A6}"/>
              </a:ext>
            </a:extLst>
          </p:cNvPr>
          <p:cNvSpPr>
            <a:spLocks noGrp="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a:p>
        </p:txBody>
      </p:sp>
      <p:sp>
        <p:nvSpPr>
          <p:cNvPr id="4" name="Text 2">
            <a:extLst>
              <a:ext uri="{FF2B5EF4-FFF2-40B4-BE49-F238E27FC236}">
                <a16:creationId xmlns:a16="http://schemas.microsoft.com/office/drawing/2014/main" id="{552235D6-2487-469B-9BEF-C92CA2F1C24F}"/>
              </a:ext>
            </a:extLst>
          </p:cNvPr>
          <p:cNvSpPr>
            <a:spLocks noGrp="1"/>
          </p:cNvSpPr>
          <p:nvPr/>
        </p:nvSpPr>
        <p:spPr>
          <a:xfrm>
            <a:off x="502920" y="6464808"/>
            <a:ext cx="5943600" cy="201168"/>
          </a:xfrm>
          <a:prstGeom prst="rect">
            <a:avLst/>
          </a:prstGeom>
          <a:noFill/>
        </p:spPr>
        <p:txBody>
          <a:bodyPr wrap="square" lIns="0" tIns="0" rIns="0" bIns="0" anchor="ctr"/>
          <a:lstStyle/>
          <a:p>
            <a:r>
              <a:rPr lang="en-US" sz="1500" b="0">
                <a:solidFill>
                  <a:srgbClr val="374151"/>
                </a:solidFill>
                <a:latin typeface="Aptos"/>
                <a:ea typeface="Aptos"/>
                <a:cs typeface="Aptos"/>
              </a:rPr>
              <a:t>Section 1 · Roadmap</a:t>
            </a:r>
          </a:p>
        </p:txBody>
      </p:sp>
      <p:sp>
        <p:nvSpPr>
          <p:cNvPr id="5" name="Text 3">
            <a:extLst>
              <a:ext uri="{FF2B5EF4-FFF2-40B4-BE49-F238E27FC236}">
                <a16:creationId xmlns:a16="http://schemas.microsoft.com/office/drawing/2014/main" id="{34FA6910-ECED-4D10-81BE-19C493133A82}"/>
              </a:ext>
            </a:extLst>
          </p:cNvPr>
          <p:cNvSpPr>
            <a:spLocks noGrp="1"/>
          </p:cNvSpPr>
          <p:nvPr/>
        </p:nvSpPr>
        <p:spPr>
          <a:xfrm>
            <a:off x="502920" y="621792"/>
            <a:ext cx="8686800" cy="502920"/>
          </a:xfrm>
          <a:prstGeom prst="rect">
            <a:avLst/>
          </a:prstGeom>
          <a:noFill/>
        </p:spPr>
        <p:txBody>
          <a:bodyPr wrap="square" lIns="0" tIns="0" rIns="0" bIns="0" anchor="ctr">
            <a:normAutofit/>
          </a:bodyPr>
          <a:lstStyle/>
          <a:p>
            <a:r>
              <a:rPr lang="en-US" sz="2800" b="0">
                <a:solidFill>
                  <a:srgbClr val="08A9C9"/>
                </a:solidFill>
                <a:latin typeface="Aptos Display"/>
                <a:ea typeface="Aptos Display"/>
                <a:cs typeface="Aptos Display"/>
              </a:rPr>
              <a:t>Northstar Operations Assistant</a:t>
            </a:r>
            <a:endParaRPr sz="2800" b="0">
              <a:solidFill>
                <a:srgbClr val="08A9C9"/>
              </a:solidFill>
              <a:latin typeface="Aptos Display"/>
              <a:ea typeface="Aptos Display"/>
              <a:cs typeface="Aptos Display"/>
            </a:endParaRPr>
          </a:p>
        </p:txBody>
      </p:sp>
      <p:sp>
        <p:nvSpPr>
          <p:cNvPr id="6" name="Text 4">
            <a:extLst>
              <a:ext uri="{FF2B5EF4-FFF2-40B4-BE49-F238E27FC236}">
                <a16:creationId xmlns:a16="http://schemas.microsoft.com/office/drawing/2014/main" id="{F822870C-C980-4314-ADA4-311543ABE0E5}"/>
              </a:ext>
            </a:extLst>
          </p:cNvPr>
          <p:cNvSpPr>
            <a:spLocks noGrp="1"/>
          </p:cNvSpPr>
          <p:nvPr/>
        </p:nvSpPr>
        <p:spPr>
          <a:xfrm>
            <a:off x="502920" y="1298448"/>
            <a:ext cx="7772400" cy="347472"/>
          </a:xfrm>
          <a:prstGeom prst="rect">
            <a:avLst/>
          </a:prstGeom>
          <a:noFill/>
        </p:spPr>
        <p:txBody>
          <a:bodyPr wrap="square" lIns="0" tIns="0" rIns="0" bIns="0" anchor="ctr">
            <a:normAutofit/>
          </a:bodyPr>
          <a:lstStyle/>
          <a:p>
            <a:r>
              <a:rPr lang="en-US" sz="1500" b="0">
                <a:solidFill>
                  <a:srgbClr val="374151"/>
                </a:solidFill>
                <a:latin typeface="Aptos"/>
                <a:ea typeface="Aptos"/>
                <a:cs typeface="Aptos"/>
              </a:rPr>
              <a:t>A governed enterprise support system you build with Microsoft Foundry.</a:t>
            </a:r>
          </a:p>
        </p:txBody>
      </p:sp>
      <p:sp>
        <p:nvSpPr>
          <p:cNvPr id="7" name="Text 5">
            <a:extLst>
              <a:ext uri="{FF2B5EF4-FFF2-40B4-BE49-F238E27FC236}">
                <a16:creationId xmlns:a16="http://schemas.microsoft.com/office/drawing/2014/main" id="{4AA74571-F3C9-4B5B-9E66-4A9605FD7695}"/>
              </a:ext>
            </a:extLst>
          </p:cNvPr>
          <p:cNvSpPr>
            <a:spLocks noGrp="1"/>
          </p:cNvSpPr>
          <p:nvPr/>
        </p:nvSpPr>
        <p:spPr>
          <a:xfrm>
            <a:off x="640080" y="1783080"/>
            <a:ext cx="6995160" cy="4160520"/>
          </a:xfrm>
          <a:prstGeom prst="rect">
            <a:avLst/>
          </a:prstGeom>
          <a:noFill/>
        </p:spPr>
        <p:txBody>
          <a:bodyPr wrap="square" lIns="508" tIns="508" rIns="508" bIns="508" anchor="t">
            <a:normAutofit/>
          </a:bodyPr>
          <a:lstStyle/>
          <a:p>
            <a:pPr>
              <a:spcAft>
                <a:spcPts val="200"/>
              </a:spcAft>
              <a:buNone/>
            </a:pPr>
            <a:r>
              <a:rPr lang="en-US" sz="2200">
                <a:solidFill>
                  <a:srgbClr val="374151"/>
                </a:solidFill>
                <a:latin typeface="Aptos"/>
                <a:ea typeface="Aptos"/>
                <a:cs typeface="Aptos"/>
              </a:rPr>
              <a:t>▸ Approved enterprise knowledge and citations.</a:t>
            </a:r>
          </a:p>
          <a:p>
            <a:pPr>
              <a:spcAft>
                <a:spcPts val="200"/>
              </a:spcAft>
              <a:buNone/>
            </a:pPr>
            <a:r>
              <a:rPr lang="en-US" sz="2200">
                <a:solidFill>
                  <a:srgbClr val="374151"/>
                </a:solidFill>
                <a:latin typeface="Aptos"/>
                <a:ea typeface="Aptos"/>
                <a:cs typeface="Aptos"/>
              </a:rPr>
              <a:t>▸ Live operational data through controlled tools.</a:t>
            </a:r>
          </a:p>
          <a:p>
            <a:pPr>
              <a:spcAft>
                <a:spcPts val="200"/>
              </a:spcAft>
              <a:buNone/>
            </a:pPr>
            <a:r>
              <a:rPr lang="en-US" sz="2200">
                <a:solidFill>
                  <a:srgbClr val="374151"/>
                </a:solidFill>
                <a:latin typeface="Aptos"/>
                <a:ea typeface="Aptos"/>
                <a:cs typeface="Aptos"/>
              </a:rPr>
              <a:t>▸ Specialist agents for focused investigation.</a:t>
            </a:r>
          </a:p>
          <a:p>
            <a:pPr>
              <a:spcAft>
                <a:spcPts val="200"/>
              </a:spcAft>
              <a:buNone/>
            </a:pPr>
            <a:r>
              <a:rPr lang="en-US" sz="2200">
                <a:solidFill>
                  <a:srgbClr val="374151"/>
                </a:solidFill>
                <a:latin typeface="Aptos"/>
                <a:ea typeface="Aptos"/>
                <a:cs typeface="Aptos"/>
              </a:rPr>
              <a:t>▸ Human approval for sensitive actions.</a:t>
            </a:r>
          </a:p>
          <a:p>
            <a:pPr>
              <a:spcAft>
                <a:spcPts val="200"/>
              </a:spcAft>
              <a:buNone/>
            </a:pPr>
            <a:r>
              <a:rPr lang="en-US" sz="2200">
                <a:solidFill>
                  <a:srgbClr val="374151"/>
                </a:solidFill>
                <a:latin typeface="Aptos"/>
                <a:ea typeface="Aptos"/>
                <a:cs typeface="Aptos"/>
              </a:rPr>
              <a:t>▸ Evaluation, monitoring, and governance.</a:t>
            </a:r>
          </a:p>
        </p:txBody>
      </p:sp>
      <p:sp>
        <p:nvSpPr>
          <p:cNvPr id="8" name="Shape 6">
            <a:extLst>
              <a:ext uri="{FF2B5EF4-FFF2-40B4-BE49-F238E27FC236}">
                <a16:creationId xmlns:a16="http://schemas.microsoft.com/office/drawing/2014/main" id="{DE2C5761-14C0-4B01-B422-04887A0A72A5}"/>
              </a:ext>
            </a:extLst>
          </p:cNvPr>
          <p:cNvSpPr>
            <a:spLocks noGrp="1"/>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a:p>
        </p:txBody>
      </p:sp>
      <p:sp>
        <p:nvSpPr>
          <p:cNvPr id="9" name="Shape 7">
            <a:extLst>
              <a:ext uri="{FF2B5EF4-FFF2-40B4-BE49-F238E27FC236}">
                <a16:creationId xmlns:a16="http://schemas.microsoft.com/office/drawing/2014/main" id="{76EE822B-32E2-4453-8215-470D0D3B8167}"/>
              </a:ext>
            </a:extLst>
          </p:cNvPr>
          <p:cNvSpPr>
            <a:spLocks noGrp="1"/>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a:p>
        </p:txBody>
      </p:sp>
      <p:sp>
        <p:nvSpPr>
          <p:cNvPr id="10" name="Text 8">
            <a:extLst>
              <a:ext uri="{FF2B5EF4-FFF2-40B4-BE49-F238E27FC236}">
                <a16:creationId xmlns:a16="http://schemas.microsoft.com/office/drawing/2014/main" id="{96EA9A05-AF9C-4A7F-8583-708C69F29ECA}"/>
              </a:ext>
            </a:extLst>
          </p:cNvPr>
          <p:cNvSpPr>
            <a:spLocks noGrp="1"/>
          </p:cNvSpPr>
          <p:nvPr/>
        </p:nvSpPr>
        <p:spPr>
          <a:xfrm>
            <a:off x="8138160" y="2002536"/>
            <a:ext cx="329184" cy="109728"/>
          </a:xfrm>
          <a:prstGeom prst="rect">
            <a:avLst/>
          </a:prstGeom>
          <a:noFill/>
        </p:spPr>
        <p:txBody>
          <a:bodyPr wrap="square" lIns="0" tIns="0" rIns="0" bIns="0" anchor="ctr"/>
          <a:lstStyle/>
          <a:p>
            <a:pPr marL="0" indent="0" algn="ctr">
              <a:buNone/>
            </a:pPr>
            <a:r>
              <a:rPr lang="en-US" sz="1500" b="1">
                <a:solidFill>
                  <a:srgbClr val="FFFFFF"/>
                </a:solidFill>
                <a:latin typeface="Aptos"/>
                <a:ea typeface="Aptos"/>
                <a:cs typeface="Aptos"/>
              </a:rPr>
              <a:t>i</a:t>
            </a:r>
          </a:p>
        </p:txBody>
      </p:sp>
      <p:sp>
        <p:nvSpPr>
          <p:cNvPr id="11" name="Text 9">
            <a:extLst>
              <a:ext uri="{FF2B5EF4-FFF2-40B4-BE49-F238E27FC236}">
                <a16:creationId xmlns:a16="http://schemas.microsoft.com/office/drawing/2014/main" id="{C8A718D2-8182-454E-BA66-06E0EC68BF5A}"/>
              </a:ext>
            </a:extLst>
          </p:cNvPr>
          <p:cNvSpPr>
            <a:spLocks noGrp="1"/>
          </p:cNvSpPr>
          <p:nvPr/>
        </p:nvSpPr>
        <p:spPr>
          <a:xfrm>
            <a:off x="8567928" y="1947672"/>
            <a:ext cx="2148840" cy="320040"/>
          </a:xfrm>
          <a:prstGeom prst="rect">
            <a:avLst/>
          </a:prstGeom>
          <a:noFill/>
        </p:spPr>
        <p:txBody>
          <a:bodyPr wrap="square" lIns="0" tIns="0" rIns="0" bIns="0" anchor="ctr">
            <a:normAutofit/>
          </a:bodyPr>
          <a:lstStyle/>
          <a:p>
            <a:r>
              <a:rPr lang="en-US" sz="1500" b="1">
                <a:solidFill>
                  <a:srgbClr val="1F2A37"/>
                </a:solidFill>
                <a:latin typeface="Aptos"/>
                <a:ea typeface="Aptos"/>
                <a:cs typeface="Aptos"/>
              </a:rPr>
              <a:t>Course objective</a:t>
            </a:r>
          </a:p>
        </p:txBody>
      </p:sp>
      <p:sp>
        <p:nvSpPr>
          <p:cNvPr id="12" name="Text 10">
            <a:extLst>
              <a:ext uri="{FF2B5EF4-FFF2-40B4-BE49-F238E27FC236}">
                <a16:creationId xmlns:a16="http://schemas.microsoft.com/office/drawing/2014/main" id="{EA02734C-2727-4105-9F6C-7DB841C916D6}"/>
              </a:ext>
            </a:extLst>
          </p:cNvPr>
          <p:cNvSpPr>
            <a:spLocks noGrp="1"/>
          </p:cNvSpPr>
          <p:nvPr/>
        </p:nvSpPr>
        <p:spPr>
          <a:xfrm>
            <a:off x="8138160" y="2340864"/>
            <a:ext cx="2514600" cy="1453896"/>
          </a:xfrm>
          <a:prstGeom prst="rect">
            <a:avLst/>
          </a:prstGeom>
          <a:noFill/>
        </p:spPr>
        <p:txBody>
          <a:bodyPr wrap="square" lIns="73152" rIns="73152" anchor="ctr">
            <a:normAutofit/>
          </a:bodyPr>
          <a:lstStyle/>
          <a:p>
            <a:pPr>
              <a:lnSpc>
                <a:spcPct val="90000"/>
              </a:lnSpc>
              <a:buNone/>
            </a:pPr>
            <a:r>
              <a:rPr lang="en-US" sz="1400" b="0">
                <a:solidFill>
                  <a:srgbClr val="374151"/>
                </a:solidFill>
                <a:latin typeface="Aptos"/>
                <a:ea typeface="Aptos"/>
                <a:cs typeface="Aptos"/>
              </a:rPr>
              <a:t>Build one agent system that can be secured, grounded, tested, operated, and governed.</a:t>
            </a:r>
          </a:p>
        </p:txBody>
      </p:sp>
    </p:spTree>
    <p:extLst>
      <p:ext uri="{BB962C8B-B14F-4D97-AF65-F5344CB8AC3E}">
        <p14:creationId xmlns:p14="http://schemas.microsoft.com/office/powerpoint/2010/main" val="3081216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6823F23-D09A-4B92-8386-49E892115BC7}"/>
              </a:ext>
            </a:extLst>
          </p:cNvPr>
          <p:cNvSpPr>
            <a:spLocks noGrp="1"/>
          </p:cNvSpPr>
          <p:nvPr/>
        </p:nvSpPr>
        <p:spPr>
          <a:xfrm>
            <a:off x="0" y="0"/>
            <a:ext cx="12191695" cy="137160"/>
          </a:xfrm>
          <a:prstGeom prst="rect">
            <a:avLst/>
          </a:prstGeom>
          <a:solidFill>
            <a:srgbClr val="08A9C9"/>
          </a:solidFill>
          <a:ln w="12700">
            <a:solidFill>
              <a:srgbClr val="08A9C9"/>
            </a:solidFill>
            <a:prstDash val="solid"/>
          </a:ln>
        </p:spPr>
        <p:txBody>
          <a:bodyPr/>
          <a:lstStyle/>
          <a:p>
            <a:endParaRPr/>
          </a:p>
        </p:txBody>
      </p:sp>
      <p:sp>
        <p:nvSpPr>
          <p:cNvPr id="3" name="Shape 1">
            <a:extLst>
              <a:ext uri="{FF2B5EF4-FFF2-40B4-BE49-F238E27FC236}">
                <a16:creationId xmlns:a16="http://schemas.microsoft.com/office/drawing/2014/main" id="{3995BDD4-30CA-4CFB-B7F7-B1867F07BE3A}"/>
              </a:ext>
            </a:extLst>
          </p:cNvPr>
          <p:cNvSpPr>
            <a:spLocks noGrp="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a:p>
        </p:txBody>
      </p:sp>
      <p:sp>
        <p:nvSpPr>
          <p:cNvPr id="4" name="Text 2">
            <a:extLst>
              <a:ext uri="{FF2B5EF4-FFF2-40B4-BE49-F238E27FC236}">
                <a16:creationId xmlns:a16="http://schemas.microsoft.com/office/drawing/2014/main" id="{3B27E18F-C10B-439E-80BD-6DDA794B34BA}"/>
              </a:ext>
            </a:extLst>
          </p:cNvPr>
          <p:cNvSpPr>
            <a:spLocks noGrp="1"/>
          </p:cNvSpPr>
          <p:nvPr/>
        </p:nvSpPr>
        <p:spPr>
          <a:xfrm>
            <a:off x="502920" y="6464808"/>
            <a:ext cx="5943600" cy="201168"/>
          </a:xfrm>
          <a:prstGeom prst="rect">
            <a:avLst/>
          </a:prstGeom>
          <a:noFill/>
        </p:spPr>
        <p:txBody>
          <a:bodyPr wrap="square" lIns="0" tIns="0" rIns="0" bIns="0" anchor="ctr"/>
          <a:lstStyle/>
          <a:p>
            <a:r>
              <a:rPr lang="en-US" sz="1500" b="0">
                <a:solidFill>
                  <a:srgbClr val="374151"/>
                </a:solidFill>
                <a:latin typeface="Aptos"/>
                <a:ea typeface="Aptos"/>
                <a:cs typeface="Aptos"/>
              </a:rPr>
              <a:t>Section 1 · Roadmap</a:t>
            </a:r>
          </a:p>
        </p:txBody>
      </p:sp>
      <p:sp>
        <p:nvSpPr>
          <p:cNvPr id="5" name="Text 3">
            <a:extLst>
              <a:ext uri="{FF2B5EF4-FFF2-40B4-BE49-F238E27FC236}">
                <a16:creationId xmlns:a16="http://schemas.microsoft.com/office/drawing/2014/main" id="{8EC4466A-EAC8-4042-AE66-F32CF0FDFF66}"/>
              </a:ext>
            </a:extLst>
          </p:cNvPr>
          <p:cNvSpPr>
            <a:spLocks noGrp="1"/>
          </p:cNvSpPr>
          <p:nvPr/>
        </p:nvSpPr>
        <p:spPr>
          <a:xfrm>
            <a:off x="502920" y="621792"/>
            <a:ext cx="8686800" cy="502920"/>
          </a:xfrm>
          <a:prstGeom prst="rect">
            <a:avLst/>
          </a:prstGeom>
          <a:noFill/>
        </p:spPr>
        <p:txBody>
          <a:bodyPr wrap="square" lIns="0" tIns="0" rIns="0" bIns="0" anchor="ctr">
            <a:normAutofit/>
          </a:bodyPr>
          <a:lstStyle/>
          <a:p>
            <a:r>
              <a:rPr lang="en-US" sz="2800" b="0">
                <a:solidFill>
                  <a:srgbClr val="08A9C9"/>
                </a:solidFill>
                <a:latin typeface="Aptos Display"/>
                <a:ea typeface="Aptos Display"/>
                <a:cs typeface="Aptos Display"/>
              </a:rPr>
              <a:t>How the Course Builds Northstar</a:t>
            </a:r>
            <a:endParaRPr sz="2800" b="0">
              <a:solidFill>
                <a:srgbClr val="08A9C9"/>
              </a:solidFill>
              <a:latin typeface="Aptos Display"/>
              <a:ea typeface="Aptos Display"/>
              <a:cs typeface="Aptos Display"/>
            </a:endParaRPr>
          </a:p>
        </p:txBody>
      </p:sp>
      <p:sp>
        <p:nvSpPr>
          <p:cNvPr id="6" name="Text 4">
            <a:extLst>
              <a:ext uri="{FF2B5EF4-FFF2-40B4-BE49-F238E27FC236}">
                <a16:creationId xmlns:a16="http://schemas.microsoft.com/office/drawing/2014/main" id="{C12E9D69-BE91-46B9-B3EF-A3B3A4AE2134}"/>
              </a:ext>
            </a:extLst>
          </p:cNvPr>
          <p:cNvSpPr>
            <a:spLocks noGrp="1"/>
          </p:cNvSpPr>
          <p:nvPr/>
        </p:nvSpPr>
        <p:spPr>
          <a:xfrm>
            <a:off x="502920" y="1298448"/>
            <a:ext cx="7772400" cy="347472"/>
          </a:xfrm>
          <a:prstGeom prst="rect">
            <a:avLst/>
          </a:prstGeom>
          <a:noFill/>
        </p:spPr>
        <p:txBody>
          <a:bodyPr wrap="square" lIns="0" tIns="0" rIns="0" bIns="0" anchor="ctr">
            <a:normAutofit/>
          </a:bodyPr>
          <a:lstStyle/>
          <a:p>
            <a:r>
              <a:rPr lang="en-US" sz="1500" b="0">
                <a:solidFill>
                  <a:srgbClr val="374151"/>
                </a:solidFill>
                <a:latin typeface="Aptos"/>
                <a:ea typeface="Aptos"/>
                <a:cs typeface="Aptos"/>
              </a:rPr>
              <a:t>Each section adds one production capability to the same system.</a:t>
            </a:r>
          </a:p>
        </p:txBody>
      </p:sp>
      <p:sp>
        <p:nvSpPr>
          <p:cNvPr id="7" name="Text 5">
            <a:extLst>
              <a:ext uri="{FF2B5EF4-FFF2-40B4-BE49-F238E27FC236}">
                <a16:creationId xmlns:a16="http://schemas.microsoft.com/office/drawing/2014/main" id="{97F83042-8E97-434B-A68A-E0C180E2A042}"/>
              </a:ext>
            </a:extLst>
          </p:cNvPr>
          <p:cNvSpPr>
            <a:spLocks noGrp="1"/>
          </p:cNvSpPr>
          <p:nvPr/>
        </p:nvSpPr>
        <p:spPr>
          <a:xfrm>
            <a:off x="640080" y="1783080"/>
            <a:ext cx="6995160" cy="4160520"/>
          </a:xfrm>
          <a:prstGeom prst="rect">
            <a:avLst/>
          </a:prstGeom>
          <a:noFill/>
        </p:spPr>
        <p:txBody>
          <a:bodyPr wrap="square" lIns="508" tIns="508" rIns="508" bIns="508" anchor="t">
            <a:normAutofit/>
          </a:bodyPr>
          <a:lstStyle/>
          <a:p>
            <a:pPr>
              <a:spcAft>
                <a:spcPts val="200"/>
              </a:spcAft>
              <a:buNone/>
            </a:pPr>
            <a:r>
              <a:rPr lang="en-US" sz="2200" dirty="0">
                <a:solidFill>
                  <a:srgbClr val="374151"/>
                </a:solidFill>
                <a:latin typeface="Aptos"/>
                <a:ea typeface="Aptos"/>
                <a:cs typeface="Aptos"/>
              </a:rPr>
              <a:t>▸ Establish the platform, identity, and cost boundaries.</a:t>
            </a:r>
          </a:p>
          <a:p>
            <a:pPr>
              <a:spcAft>
                <a:spcPts val="200"/>
              </a:spcAft>
              <a:buNone/>
            </a:pPr>
            <a:r>
              <a:rPr lang="en-US" sz="2200" dirty="0">
                <a:solidFill>
                  <a:srgbClr val="374151"/>
                </a:solidFill>
                <a:latin typeface="Aptos"/>
                <a:ea typeface="Aptos"/>
                <a:cs typeface="Aptos"/>
              </a:rPr>
              <a:t>▸ Create, test, and publish the capabilities.</a:t>
            </a:r>
          </a:p>
          <a:p>
            <a:pPr>
              <a:spcAft>
                <a:spcPts val="200"/>
              </a:spcAft>
              <a:buNone/>
            </a:pPr>
            <a:r>
              <a:rPr lang="en-US" sz="2200" dirty="0">
                <a:solidFill>
                  <a:srgbClr val="374151"/>
                </a:solidFill>
                <a:latin typeface="Aptos"/>
                <a:ea typeface="Aptos"/>
                <a:cs typeface="Aptos"/>
              </a:rPr>
              <a:t>▸ Add enterprise knowledge, permissions, and citations.</a:t>
            </a:r>
          </a:p>
          <a:p>
            <a:pPr>
              <a:spcAft>
                <a:spcPts val="200"/>
              </a:spcAft>
              <a:buNone/>
            </a:pPr>
            <a:r>
              <a:rPr lang="en-US" sz="2200" dirty="0">
                <a:solidFill>
                  <a:srgbClr val="374151"/>
                </a:solidFill>
                <a:latin typeface="Aptos"/>
                <a:ea typeface="Aptos"/>
                <a:cs typeface="Aptos"/>
              </a:rPr>
              <a:t>▸ Connect operational tools and specialist delegation.</a:t>
            </a:r>
          </a:p>
          <a:p>
            <a:pPr>
              <a:spcAft>
                <a:spcPts val="200"/>
              </a:spcAft>
              <a:buNone/>
            </a:pPr>
            <a:r>
              <a:rPr lang="en-US" sz="2200" dirty="0">
                <a:solidFill>
                  <a:srgbClr val="374151"/>
                </a:solidFill>
                <a:latin typeface="Aptos"/>
                <a:ea typeface="Aptos"/>
                <a:cs typeface="Aptos"/>
              </a:rPr>
              <a:t>▸ Evaluate, monitor, and govern for production.</a:t>
            </a:r>
          </a:p>
        </p:txBody>
      </p:sp>
      <p:sp>
        <p:nvSpPr>
          <p:cNvPr id="8" name="Shape 6">
            <a:extLst>
              <a:ext uri="{FF2B5EF4-FFF2-40B4-BE49-F238E27FC236}">
                <a16:creationId xmlns:a16="http://schemas.microsoft.com/office/drawing/2014/main" id="{AD5AA1B0-44CB-479F-978C-B0DC674F022A}"/>
              </a:ext>
            </a:extLst>
          </p:cNvPr>
          <p:cNvSpPr>
            <a:spLocks noGrp="1"/>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a:p>
        </p:txBody>
      </p:sp>
      <p:sp>
        <p:nvSpPr>
          <p:cNvPr id="9" name="Shape 7">
            <a:extLst>
              <a:ext uri="{FF2B5EF4-FFF2-40B4-BE49-F238E27FC236}">
                <a16:creationId xmlns:a16="http://schemas.microsoft.com/office/drawing/2014/main" id="{D3934E71-513C-48AF-ABFB-865D890CB4A5}"/>
              </a:ext>
            </a:extLst>
          </p:cNvPr>
          <p:cNvSpPr>
            <a:spLocks noGrp="1"/>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a:p>
        </p:txBody>
      </p:sp>
      <p:sp>
        <p:nvSpPr>
          <p:cNvPr id="10" name="Text 8">
            <a:extLst>
              <a:ext uri="{FF2B5EF4-FFF2-40B4-BE49-F238E27FC236}">
                <a16:creationId xmlns:a16="http://schemas.microsoft.com/office/drawing/2014/main" id="{B4CC4316-09E6-4193-A083-28FC10C90B12}"/>
              </a:ext>
            </a:extLst>
          </p:cNvPr>
          <p:cNvSpPr>
            <a:spLocks noGrp="1"/>
          </p:cNvSpPr>
          <p:nvPr/>
        </p:nvSpPr>
        <p:spPr>
          <a:xfrm>
            <a:off x="8138160" y="2002536"/>
            <a:ext cx="329184" cy="109728"/>
          </a:xfrm>
          <a:prstGeom prst="rect">
            <a:avLst/>
          </a:prstGeom>
          <a:noFill/>
        </p:spPr>
        <p:txBody>
          <a:bodyPr wrap="square" lIns="0" tIns="0" rIns="0" bIns="0" anchor="ctr"/>
          <a:lstStyle/>
          <a:p>
            <a:pPr marL="0" indent="0" algn="ctr">
              <a:buNone/>
            </a:pPr>
            <a:r>
              <a:rPr lang="en-US" sz="1500" b="1">
                <a:solidFill>
                  <a:srgbClr val="FFFFFF"/>
                </a:solidFill>
                <a:latin typeface="Aptos"/>
                <a:ea typeface="Aptos"/>
                <a:cs typeface="Aptos"/>
              </a:rPr>
              <a:t>i</a:t>
            </a:r>
          </a:p>
        </p:txBody>
      </p:sp>
      <p:sp>
        <p:nvSpPr>
          <p:cNvPr id="11" name="Text 9">
            <a:extLst>
              <a:ext uri="{FF2B5EF4-FFF2-40B4-BE49-F238E27FC236}">
                <a16:creationId xmlns:a16="http://schemas.microsoft.com/office/drawing/2014/main" id="{9A66F8BF-8C25-4D3D-8E77-7648094EE661}"/>
              </a:ext>
            </a:extLst>
          </p:cNvPr>
          <p:cNvSpPr>
            <a:spLocks noGrp="1"/>
          </p:cNvSpPr>
          <p:nvPr/>
        </p:nvSpPr>
        <p:spPr>
          <a:xfrm>
            <a:off x="8567928" y="1947672"/>
            <a:ext cx="2148840" cy="320040"/>
          </a:xfrm>
          <a:prstGeom prst="rect">
            <a:avLst/>
          </a:prstGeom>
          <a:noFill/>
        </p:spPr>
        <p:txBody>
          <a:bodyPr wrap="square" lIns="0" tIns="0" rIns="0" bIns="0" anchor="ctr">
            <a:normAutofit/>
          </a:bodyPr>
          <a:lstStyle/>
          <a:p>
            <a:r>
              <a:rPr lang="en-US" sz="1500" b="1">
                <a:solidFill>
                  <a:srgbClr val="1F2A37"/>
                </a:solidFill>
                <a:latin typeface="Aptos"/>
                <a:ea typeface="Aptos"/>
                <a:cs typeface="Aptos"/>
              </a:rPr>
              <a:t>Build order</a:t>
            </a:r>
          </a:p>
        </p:txBody>
      </p:sp>
      <p:sp>
        <p:nvSpPr>
          <p:cNvPr id="12" name="Text 10">
            <a:extLst>
              <a:ext uri="{FF2B5EF4-FFF2-40B4-BE49-F238E27FC236}">
                <a16:creationId xmlns:a16="http://schemas.microsoft.com/office/drawing/2014/main" id="{49B2A2B9-A457-4462-BD4F-819231E999EF}"/>
              </a:ext>
            </a:extLst>
          </p:cNvPr>
          <p:cNvSpPr>
            <a:spLocks noGrp="1"/>
          </p:cNvSpPr>
          <p:nvPr/>
        </p:nvSpPr>
        <p:spPr>
          <a:xfrm>
            <a:off x="8138160" y="2743200"/>
            <a:ext cx="2514600" cy="1051560"/>
          </a:xfrm>
          <a:prstGeom prst="rect">
            <a:avLst/>
          </a:prstGeom>
          <a:noFill/>
        </p:spPr>
        <p:txBody>
          <a:bodyPr wrap="square" lIns="73152" rIns="73152" anchor="ctr">
            <a:normAutofit/>
          </a:bodyPr>
          <a:lstStyle/>
          <a:p>
            <a:pPr>
              <a:lnSpc>
                <a:spcPct val="90000"/>
              </a:lnSpc>
              <a:buNone/>
            </a:pPr>
            <a:r>
              <a:rPr lang="en-US" sz="1400" b="0">
                <a:solidFill>
                  <a:srgbClr val="374151"/>
                </a:solidFill>
                <a:latin typeface="Aptos"/>
                <a:ea typeface="Aptos"/>
                <a:cs typeface="Aptos"/>
              </a:rPr>
              <a:t>You never start over; every section extends what you already built.</a:t>
            </a:r>
          </a:p>
        </p:txBody>
      </p:sp>
    </p:spTree>
    <p:extLst>
      <p:ext uri="{BB962C8B-B14F-4D97-AF65-F5344CB8AC3E}">
        <p14:creationId xmlns:p14="http://schemas.microsoft.com/office/powerpoint/2010/main" val="541999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FA626DE-D4BA-4463-A7D1-A2E13459A5F4}"/>
              </a:ext>
            </a:extLst>
          </p:cNvPr>
          <p:cNvSpPr>
            <a:spLocks noGrp="1"/>
          </p:cNvSpPr>
          <p:nvPr/>
        </p:nvSpPr>
        <p:spPr>
          <a:xfrm>
            <a:off x="0" y="0"/>
            <a:ext cx="12191695" cy="137160"/>
          </a:xfrm>
          <a:prstGeom prst="rect">
            <a:avLst/>
          </a:prstGeom>
          <a:solidFill>
            <a:srgbClr val="08A9C9"/>
          </a:solidFill>
          <a:ln w="12700">
            <a:solidFill>
              <a:srgbClr val="08A9C9"/>
            </a:solidFill>
            <a:prstDash val="solid"/>
          </a:ln>
        </p:spPr>
        <p:txBody>
          <a:bodyPr/>
          <a:lstStyle/>
          <a:p>
            <a:endParaRPr/>
          </a:p>
        </p:txBody>
      </p:sp>
      <p:sp>
        <p:nvSpPr>
          <p:cNvPr id="3" name="Shape 1">
            <a:extLst>
              <a:ext uri="{FF2B5EF4-FFF2-40B4-BE49-F238E27FC236}">
                <a16:creationId xmlns:a16="http://schemas.microsoft.com/office/drawing/2014/main" id="{BB68FF3F-6CA1-48C7-B80C-592F20107E16}"/>
              </a:ext>
            </a:extLst>
          </p:cNvPr>
          <p:cNvSpPr>
            <a:spLocks noGrp="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a:p>
        </p:txBody>
      </p:sp>
      <p:sp>
        <p:nvSpPr>
          <p:cNvPr id="4" name="Text 2">
            <a:extLst>
              <a:ext uri="{FF2B5EF4-FFF2-40B4-BE49-F238E27FC236}">
                <a16:creationId xmlns:a16="http://schemas.microsoft.com/office/drawing/2014/main" id="{297BC49C-5A11-4D8E-AD16-56D158F97B73}"/>
              </a:ext>
            </a:extLst>
          </p:cNvPr>
          <p:cNvSpPr>
            <a:spLocks noGrp="1"/>
          </p:cNvSpPr>
          <p:nvPr/>
        </p:nvSpPr>
        <p:spPr>
          <a:xfrm>
            <a:off x="502920" y="6464808"/>
            <a:ext cx="5943600" cy="201168"/>
          </a:xfrm>
          <a:prstGeom prst="rect">
            <a:avLst/>
          </a:prstGeom>
          <a:noFill/>
        </p:spPr>
        <p:txBody>
          <a:bodyPr wrap="square" lIns="0" tIns="0" rIns="0" bIns="0" anchor="ctr"/>
          <a:lstStyle/>
          <a:p>
            <a:r>
              <a:rPr lang="en-US" sz="1500" b="0">
                <a:solidFill>
                  <a:srgbClr val="374151"/>
                </a:solidFill>
                <a:latin typeface="Aptos"/>
                <a:ea typeface="Aptos"/>
                <a:cs typeface="Aptos"/>
              </a:rPr>
              <a:t>Section 1 · Roadmap</a:t>
            </a:r>
          </a:p>
        </p:txBody>
      </p:sp>
      <p:sp>
        <p:nvSpPr>
          <p:cNvPr id="5" name="Text 3">
            <a:extLst>
              <a:ext uri="{FF2B5EF4-FFF2-40B4-BE49-F238E27FC236}">
                <a16:creationId xmlns:a16="http://schemas.microsoft.com/office/drawing/2014/main" id="{0A557867-3261-4C42-8CE7-5979B92F6256}"/>
              </a:ext>
            </a:extLst>
          </p:cNvPr>
          <p:cNvSpPr>
            <a:spLocks noGrp="1"/>
          </p:cNvSpPr>
          <p:nvPr/>
        </p:nvSpPr>
        <p:spPr>
          <a:xfrm>
            <a:off x="502920" y="621792"/>
            <a:ext cx="8686800" cy="502920"/>
          </a:xfrm>
          <a:prstGeom prst="rect">
            <a:avLst/>
          </a:prstGeom>
          <a:noFill/>
        </p:spPr>
        <p:txBody>
          <a:bodyPr wrap="square" lIns="0" tIns="0" rIns="0" bIns="0" anchor="ctr">
            <a:normAutofit/>
          </a:bodyPr>
          <a:lstStyle/>
          <a:p>
            <a:r>
              <a:rPr lang="en-US" sz="2800" b="0">
                <a:solidFill>
                  <a:srgbClr val="08A9C9"/>
                </a:solidFill>
                <a:latin typeface="Aptos Display"/>
                <a:ea typeface="Aptos Display"/>
                <a:cs typeface="Aptos Display"/>
              </a:rPr>
              <a:t>Where Microsoft Foundry Fits</a:t>
            </a:r>
            <a:endParaRPr sz="2800" b="0">
              <a:solidFill>
                <a:srgbClr val="08A9C9"/>
              </a:solidFill>
              <a:latin typeface="Aptos Display"/>
              <a:ea typeface="Aptos Display"/>
              <a:cs typeface="Aptos Display"/>
            </a:endParaRPr>
          </a:p>
        </p:txBody>
      </p:sp>
      <p:sp>
        <p:nvSpPr>
          <p:cNvPr id="6" name="Text 4">
            <a:extLst>
              <a:ext uri="{FF2B5EF4-FFF2-40B4-BE49-F238E27FC236}">
                <a16:creationId xmlns:a16="http://schemas.microsoft.com/office/drawing/2014/main" id="{9A7FEC97-48E5-4479-A7D3-A6E86605F8B2}"/>
              </a:ext>
            </a:extLst>
          </p:cNvPr>
          <p:cNvSpPr>
            <a:spLocks noGrp="1"/>
          </p:cNvSpPr>
          <p:nvPr/>
        </p:nvSpPr>
        <p:spPr>
          <a:xfrm>
            <a:off x="502920" y="1298448"/>
            <a:ext cx="7772400" cy="347472"/>
          </a:xfrm>
          <a:prstGeom prst="rect">
            <a:avLst/>
          </a:prstGeom>
          <a:noFill/>
        </p:spPr>
        <p:txBody>
          <a:bodyPr wrap="square" lIns="0" tIns="0" rIns="0" bIns="0" anchor="ctr">
            <a:normAutofit/>
          </a:bodyPr>
          <a:lstStyle/>
          <a:p>
            <a:r>
              <a:rPr lang="en-US" sz="1500" b="0">
                <a:solidFill>
                  <a:srgbClr val="374151"/>
                </a:solidFill>
                <a:latin typeface="Aptos"/>
                <a:ea typeface="Aptos"/>
                <a:cs typeface="Aptos"/>
              </a:rPr>
              <a:t>Each Foundry pillar carries a specific Northstar responsibility.</a:t>
            </a:r>
          </a:p>
        </p:txBody>
      </p:sp>
      <p:sp>
        <p:nvSpPr>
          <p:cNvPr id="7" name="Text 5">
            <a:extLst>
              <a:ext uri="{FF2B5EF4-FFF2-40B4-BE49-F238E27FC236}">
                <a16:creationId xmlns:a16="http://schemas.microsoft.com/office/drawing/2014/main" id="{808450AD-7984-4BB8-AE94-78C366D3B356}"/>
              </a:ext>
            </a:extLst>
          </p:cNvPr>
          <p:cNvSpPr>
            <a:spLocks noGrp="1"/>
          </p:cNvSpPr>
          <p:nvPr/>
        </p:nvSpPr>
        <p:spPr>
          <a:xfrm>
            <a:off x="640080" y="1783080"/>
            <a:ext cx="6995160" cy="4160520"/>
          </a:xfrm>
          <a:prstGeom prst="rect">
            <a:avLst/>
          </a:prstGeom>
          <a:noFill/>
        </p:spPr>
        <p:txBody>
          <a:bodyPr wrap="square" lIns="508" tIns="508" rIns="508" bIns="508" anchor="t">
            <a:normAutofit/>
          </a:bodyPr>
          <a:lstStyle/>
          <a:p>
            <a:pPr>
              <a:spcAft>
                <a:spcPts val="200"/>
              </a:spcAft>
              <a:buNone/>
            </a:pPr>
            <a:r>
              <a:rPr lang="en-US" sz="2200">
                <a:solidFill>
                  <a:srgbClr val="374151"/>
                </a:solidFill>
                <a:latin typeface="Aptos"/>
                <a:ea typeface="Aptos"/>
                <a:cs typeface="Aptos"/>
              </a:rPr>
              <a:t>▸ Foundry Models deploys approved models.</a:t>
            </a:r>
          </a:p>
          <a:p>
            <a:pPr>
              <a:spcAft>
                <a:spcPts val="200"/>
              </a:spcAft>
              <a:buNone/>
            </a:pPr>
            <a:r>
              <a:rPr lang="en-US" sz="2200">
                <a:solidFill>
                  <a:srgbClr val="374151"/>
                </a:solidFill>
                <a:latin typeface="Aptos"/>
                <a:ea typeface="Aptos"/>
                <a:cs typeface="Aptos"/>
              </a:rPr>
              <a:t>▸ Agent Service versions and publishes agents.</a:t>
            </a:r>
          </a:p>
          <a:p>
            <a:pPr>
              <a:spcAft>
                <a:spcPts val="200"/>
              </a:spcAft>
              <a:buNone/>
            </a:pPr>
            <a:r>
              <a:rPr lang="en-US" sz="2200">
                <a:solidFill>
                  <a:srgbClr val="374151"/>
                </a:solidFill>
                <a:latin typeface="Aptos"/>
                <a:ea typeface="Aptos"/>
                <a:cs typeface="Aptos"/>
              </a:rPr>
              <a:t>▸ Foundry IQ grounds answers with citations.</a:t>
            </a:r>
          </a:p>
          <a:p>
            <a:pPr>
              <a:spcAft>
                <a:spcPts val="200"/>
              </a:spcAft>
              <a:buNone/>
            </a:pPr>
            <a:r>
              <a:rPr lang="en-US" sz="2200">
                <a:solidFill>
                  <a:srgbClr val="374151"/>
                </a:solidFill>
                <a:latin typeface="Aptos"/>
                <a:ea typeface="Aptos"/>
                <a:cs typeface="Aptos"/>
              </a:rPr>
              <a:t>▸ Foundry Tools connects approved APIs and MCP.</a:t>
            </a:r>
          </a:p>
          <a:p>
            <a:pPr>
              <a:spcAft>
                <a:spcPts val="200"/>
              </a:spcAft>
              <a:buNone/>
            </a:pPr>
            <a:r>
              <a:rPr lang="en-US" sz="2200">
                <a:solidFill>
                  <a:srgbClr val="374151"/>
                </a:solidFill>
                <a:latin typeface="Aptos"/>
                <a:ea typeface="Aptos"/>
                <a:cs typeface="Aptos"/>
              </a:rPr>
              <a:t>▸ The control plane governs cost, health, and policy.</a:t>
            </a:r>
          </a:p>
        </p:txBody>
      </p:sp>
      <p:sp>
        <p:nvSpPr>
          <p:cNvPr id="8" name="Shape 6">
            <a:extLst>
              <a:ext uri="{FF2B5EF4-FFF2-40B4-BE49-F238E27FC236}">
                <a16:creationId xmlns:a16="http://schemas.microsoft.com/office/drawing/2014/main" id="{DFE5FDC7-FF5B-474F-A52E-755500FE6ECB}"/>
              </a:ext>
            </a:extLst>
          </p:cNvPr>
          <p:cNvSpPr>
            <a:spLocks noGrp="1"/>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a:p>
        </p:txBody>
      </p:sp>
      <p:sp>
        <p:nvSpPr>
          <p:cNvPr id="9" name="Shape 7">
            <a:extLst>
              <a:ext uri="{FF2B5EF4-FFF2-40B4-BE49-F238E27FC236}">
                <a16:creationId xmlns:a16="http://schemas.microsoft.com/office/drawing/2014/main" id="{3A4F66CD-C3A5-46CE-82FF-6053E9BC7B81}"/>
              </a:ext>
            </a:extLst>
          </p:cNvPr>
          <p:cNvSpPr>
            <a:spLocks noGrp="1"/>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a:p>
        </p:txBody>
      </p:sp>
      <p:sp>
        <p:nvSpPr>
          <p:cNvPr id="10" name="Text 8">
            <a:extLst>
              <a:ext uri="{FF2B5EF4-FFF2-40B4-BE49-F238E27FC236}">
                <a16:creationId xmlns:a16="http://schemas.microsoft.com/office/drawing/2014/main" id="{A2F99756-56C2-4D07-AF44-EABF5CC3FA02}"/>
              </a:ext>
            </a:extLst>
          </p:cNvPr>
          <p:cNvSpPr>
            <a:spLocks noGrp="1"/>
          </p:cNvSpPr>
          <p:nvPr/>
        </p:nvSpPr>
        <p:spPr>
          <a:xfrm>
            <a:off x="8138160" y="2002536"/>
            <a:ext cx="329184" cy="109728"/>
          </a:xfrm>
          <a:prstGeom prst="rect">
            <a:avLst/>
          </a:prstGeom>
          <a:noFill/>
        </p:spPr>
        <p:txBody>
          <a:bodyPr wrap="square" lIns="0" tIns="0" rIns="0" bIns="0" anchor="ctr"/>
          <a:lstStyle/>
          <a:p>
            <a:pPr marL="0" indent="0" algn="ctr">
              <a:buNone/>
            </a:pPr>
            <a:r>
              <a:rPr lang="en-US" sz="1500" b="1">
                <a:solidFill>
                  <a:srgbClr val="FFFFFF"/>
                </a:solidFill>
                <a:latin typeface="Aptos"/>
                <a:ea typeface="Aptos"/>
                <a:cs typeface="Aptos"/>
              </a:rPr>
              <a:t>i</a:t>
            </a:r>
          </a:p>
        </p:txBody>
      </p:sp>
      <p:sp>
        <p:nvSpPr>
          <p:cNvPr id="11" name="Text 9">
            <a:extLst>
              <a:ext uri="{FF2B5EF4-FFF2-40B4-BE49-F238E27FC236}">
                <a16:creationId xmlns:a16="http://schemas.microsoft.com/office/drawing/2014/main" id="{3B69D0B4-3BBC-4D01-B271-B11D412549C6}"/>
              </a:ext>
            </a:extLst>
          </p:cNvPr>
          <p:cNvSpPr>
            <a:spLocks noGrp="1"/>
          </p:cNvSpPr>
          <p:nvPr/>
        </p:nvSpPr>
        <p:spPr>
          <a:xfrm>
            <a:off x="8567928" y="1947672"/>
            <a:ext cx="2148840" cy="320040"/>
          </a:xfrm>
          <a:prstGeom prst="rect">
            <a:avLst/>
          </a:prstGeom>
          <a:noFill/>
        </p:spPr>
        <p:txBody>
          <a:bodyPr wrap="square" lIns="0" tIns="0" rIns="0" bIns="0" anchor="ctr">
            <a:normAutofit/>
          </a:bodyPr>
          <a:lstStyle/>
          <a:p>
            <a:r>
              <a:rPr lang="en-US" sz="1500" b="1">
                <a:solidFill>
                  <a:srgbClr val="1F2A37"/>
                </a:solidFill>
                <a:latin typeface="Aptos"/>
                <a:ea typeface="Aptos"/>
                <a:cs typeface="Aptos"/>
              </a:rPr>
              <a:t>Platform view</a:t>
            </a:r>
          </a:p>
        </p:txBody>
      </p:sp>
      <p:sp>
        <p:nvSpPr>
          <p:cNvPr id="12" name="Text 10">
            <a:extLst>
              <a:ext uri="{FF2B5EF4-FFF2-40B4-BE49-F238E27FC236}">
                <a16:creationId xmlns:a16="http://schemas.microsoft.com/office/drawing/2014/main" id="{9587B17E-5654-4734-8090-136246FFFC13}"/>
              </a:ext>
            </a:extLst>
          </p:cNvPr>
          <p:cNvSpPr>
            <a:spLocks noGrp="1"/>
          </p:cNvSpPr>
          <p:nvPr/>
        </p:nvSpPr>
        <p:spPr>
          <a:xfrm>
            <a:off x="8138160" y="2743200"/>
            <a:ext cx="2514600" cy="1051560"/>
          </a:xfrm>
          <a:prstGeom prst="rect">
            <a:avLst/>
          </a:prstGeom>
          <a:noFill/>
        </p:spPr>
        <p:txBody>
          <a:bodyPr wrap="square" lIns="73152" rIns="73152" anchor="ctr">
            <a:normAutofit/>
          </a:bodyPr>
          <a:lstStyle/>
          <a:p>
            <a:pPr>
              <a:lnSpc>
                <a:spcPct val="90000"/>
              </a:lnSpc>
              <a:buNone/>
            </a:pPr>
            <a:r>
              <a:rPr lang="en-US" sz="1400" b="0">
                <a:solidFill>
                  <a:srgbClr val="374151"/>
                </a:solidFill>
                <a:latin typeface="Aptos"/>
                <a:ea typeface="Aptos"/>
                <a:cs typeface="Aptos"/>
              </a:rPr>
              <a:t>Foundry manages the full agent lifecycle, not only model inference.</a:t>
            </a:r>
          </a:p>
        </p:txBody>
      </p:sp>
    </p:spTree>
    <p:extLst>
      <p:ext uri="{BB962C8B-B14F-4D97-AF65-F5344CB8AC3E}">
        <p14:creationId xmlns:p14="http://schemas.microsoft.com/office/powerpoint/2010/main" val="3027230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455F107-B526-4E2A-99FA-A87BF53ACCA1}"/>
              </a:ext>
            </a:extLst>
          </p:cNvPr>
          <p:cNvSpPr>
            <a:spLocks noGrp="1"/>
          </p:cNvSpPr>
          <p:nvPr/>
        </p:nvSpPr>
        <p:spPr>
          <a:xfrm>
            <a:off x="0" y="0"/>
            <a:ext cx="12191695" cy="137160"/>
          </a:xfrm>
          <a:prstGeom prst="rect">
            <a:avLst/>
          </a:prstGeom>
          <a:solidFill>
            <a:srgbClr val="08A9C9"/>
          </a:solidFill>
          <a:ln w="12700">
            <a:solidFill>
              <a:srgbClr val="08A9C9"/>
            </a:solidFill>
            <a:prstDash val="solid"/>
          </a:ln>
        </p:spPr>
        <p:txBody>
          <a:bodyPr/>
          <a:lstStyle/>
          <a:p>
            <a:endParaRPr/>
          </a:p>
        </p:txBody>
      </p:sp>
      <p:sp>
        <p:nvSpPr>
          <p:cNvPr id="3" name="Shape 1">
            <a:extLst>
              <a:ext uri="{FF2B5EF4-FFF2-40B4-BE49-F238E27FC236}">
                <a16:creationId xmlns:a16="http://schemas.microsoft.com/office/drawing/2014/main" id="{E9487027-8C23-44DC-93F1-4C1DA8EE78B7}"/>
              </a:ext>
            </a:extLst>
          </p:cNvPr>
          <p:cNvSpPr>
            <a:spLocks noGrp="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a:p>
        </p:txBody>
      </p:sp>
      <p:sp>
        <p:nvSpPr>
          <p:cNvPr id="4" name="Text 2">
            <a:extLst>
              <a:ext uri="{FF2B5EF4-FFF2-40B4-BE49-F238E27FC236}">
                <a16:creationId xmlns:a16="http://schemas.microsoft.com/office/drawing/2014/main" id="{802CFB35-FC41-4608-BE3B-08FB172F57FE}"/>
              </a:ext>
            </a:extLst>
          </p:cNvPr>
          <p:cNvSpPr>
            <a:spLocks noGrp="1"/>
          </p:cNvSpPr>
          <p:nvPr/>
        </p:nvSpPr>
        <p:spPr>
          <a:xfrm>
            <a:off x="502920" y="6464808"/>
            <a:ext cx="5943600" cy="201168"/>
          </a:xfrm>
          <a:prstGeom prst="rect">
            <a:avLst/>
          </a:prstGeom>
          <a:noFill/>
        </p:spPr>
        <p:txBody>
          <a:bodyPr wrap="square" lIns="0" tIns="0" rIns="0" bIns="0" anchor="ctr"/>
          <a:lstStyle/>
          <a:p>
            <a:r>
              <a:rPr sz="1300" b="0">
                <a:solidFill>
                  <a:srgbClr val="374151"/>
                </a:solidFill>
                <a:latin typeface="Aptos"/>
                <a:ea typeface="Aptos"/>
                <a:cs typeface="Aptos"/>
              </a:rPr>
              <a:t>Section 1 · Roadmap</a:t>
            </a:r>
          </a:p>
        </p:txBody>
      </p:sp>
      <p:sp>
        <p:nvSpPr>
          <p:cNvPr id="5" name="Text 3">
            <a:extLst>
              <a:ext uri="{FF2B5EF4-FFF2-40B4-BE49-F238E27FC236}">
                <a16:creationId xmlns:a16="http://schemas.microsoft.com/office/drawing/2014/main" id="{ECAD92D1-E18C-4C56-87F8-9D2909816D4C}"/>
              </a:ext>
            </a:extLst>
          </p:cNvPr>
          <p:cNvSpPr>
            <a:spLocks noGrp="1"/>
          </p:cNvSpPr>
          <p:nvPr/>
        </p:nvSpPr>
        <p:spPr>
          <a:xfrm>
            <a:off x="502920" y="621792"/>
            <a:ext cx="8229600" cy="502920"/>
          </a:xfrm>
          <a:prstGeom prst="rect">
            <a:avLst/>
          </a:prstGeom>
          <a:noFill/>
        </p:spPr>
        <p:txBody>
          <a:bodyPr wrap="square" lIns="0" tIns="0" rIns="0" bIns="0" anchor="ctr">
            <a:normAutofit/>
          </a:bodyPr>
          <a:lstStyle/>
          <a:p>
            <a:r>
              <a:rPr lang="en-US" sz="2800" b="0">
                <a:solidFill>
                  <a:srgbClr val="08A9C9"/>
                </a:solidFill>
                <a:latin typeface="Aptos Display"/>
                <a:ea typeface="Aptos Display"/>
                <a:cs typeface="Aptos Display"/>
              </a:rPr>
              <a:t>Northstar Agent Responsibilities</a:t>
            </a:r>
            <a:endParaRPr sz="2800" b="0">
              <a:solidFill>
                <a:srgbClr val="08A9C9"/>
              </a:solidFill>
              <a:latin typeface="Aptos Display"/>
              <a:ea typeface="Aptos Display"/>
              <a:cs typeface="Aptos Display"/>
            </a:endParaRPr>
          </a:p>
        </p:txBody>
      </p:sp>
      <p:sp>
        <p:nvSpPr>
          <p:cNvPr id="6" name="Text 4">
            <a:extLst>
              <a:ext uri="{FF2B5EF4-FFF2-40B4-BE49-F238E27FC236}">
                <a16:creationId xmlns:a16="http://schemas.microsoft.com/office/drawing/2014/main" id="{DFEE27AA-EF1A-4BEE-8014-299D6BB4E355}"/>
              </a:ext>
            </a:extLst>
          </p:cNvPr>
          <p:cNvSpPr>
            <a:spLocks noGrp="1"/>
          </p:cNvSpPr>
          <p:nvPr/>
        </p:nvSpPr>
        <p:spPr>
          <a:xfrm>
            <a:off x="502920" y="1298448"/>
            <a:ext cx="7772400" cy="320040"/>
          </a:xfrm>
          <a:prstGeom prst="rect">
            <a:avLst/>
          </a:prstGeom>
          <a:noFill/>
        </p:spPr>
        <p:txBody>
          <a:bodyPr wrap="square" lIns="0" tIns="0" rIns="0" bIns="0" anchor="ctr">
            <a:normAutofit/>
          </a:bodyPr>
          <a:lstStyle/>
          <a:p>
            <a:r>
              <a:rPr lang="en-US" sz="1300" b="0">
                <a:solidFill>
                  <a:srgbClr val="374151"/>
                </a:solidFill>
                <a:latin typeface="Aptos"/>
                <a:ea typeface="Aptos"/>
                <a:cs typeface="Aptos"/>
              </a:rPr>
              <a:t>Add a specialist agent only where it improves security, ownership, or reliability.</a:t>
            </a:r>
          </a:p>
        </p:txBody>
      </p:sp>
      <p:sp>
        <p:nvSpPr>
          <p:cNvPr id="7" name="Shape 5">
            <a:extLst>
              <a:ext uri="{FF2B5EF4-FFF2-40B4-BE49-F238E27FC236}">
                <a16:creationId xmlns:a16="http://schemas.microsoft.com/office/drawing/2014/main" id="{68098B1B-75CF-44C6-AB66-7D7C5F1EA0CE}"/>
              </a:ext>
            </a:extLst>
          </p:cNvPr>
          <p:cNvSpPr>
            <a:spLocks noGrp="1"/>
          </p:cNvSpPr>
          <p:nvPr/>
        </p:nvSpPr>
        <p:spPr>
          <a:xfrm>
            <a:off x="685800" y="1783080"/>
            <a:ext cx="2606040" cy="1143000"/>
          </a:xfrm>
          <a:prstGeom prst="roundRect">
            <a:avLst>
              <a:gd name="adj" fmla="val 4000"/>
            </a:avLst>
          </a:prstGeom>
          <a:solidFill>
            <a:srgbClr val="FFFFFF"/>
          </a:solidFill>
          <a:ln w="12700">
            <a:solidFill>
              <a:srgbClr val="B8C7D6"/>
            </a:solidFill>
            <a:prstDash val="solid"/>
          </a:ln>
        </p:spPr>
        <p:txBody>
          <a:bodyPr wrap="square"/>
          <a:lstStyle/>
          <a:p>
            <a:pPr>
              <a:spcAft>
                <a:spcPts val="200"/>
              </a:spcAft>
              <a:buNone/>
            </a:pPr>
            <a:endParaRPr/>
          </a:p>
        </p:txBody>
      </p:sp>
      <p:sp>
        <p:nvSpPr>
          <p:cNvPr id="8" name="Text 6">
            <a:extLst>
              <a:ext uri="{FF2B5EF4-FFF2-40B4-BE49-F238E27FC236}">
                <a16:creationId xmlns:a16="http://schemas.microsoft.com/office/drawing/2014/main" id="{2ABA80C1-FF8E-467A-B102-721C53587D9B}"/>
              </a:ext>
            </a:extLst>
          </p:cNvPr>
          <p:cNvSpPr>
            <a:spLocks noGrp="1"/>
          </p:cNvSpPr>
          <p:nvPr/>
        </p:nvSpPr>
        <p:spPr>
          <a:xfrm>
            <a:off x="850392" y="196596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Knowledge agent</a:t>
            </a:r>
          </a:p>
        </p:txBody>
      </p:sp>
      <p:sp>
        <p:nvSpPr>
          <p:cNvPr id="9" name="Text 7">
            <a:extLst>
              <a:ext uri="{FF2B5EF4-FFF2-40B4-BE49-F238E27FC236}">
                <a16:creationId xmlns:a16="http://schemas.microsoft.com/office/drawing/2014/main" id="{DC0C1966-871C-40D0-8CEF-6377AAF149BE}"/>
              </a:ext>
            </a:extLst>
          </p:cNvPr>
          <p:cNvSpPr>
            <a:spLocks noGrp="1"/>
          </p:cNvSpPr>
          <p:nvPr/>
        </p:nvSpPr>
        <p:spPr>
          <a:xfrm>
            <a:off x="850392" y="2286000"/>
            <a:ext cx="2240280" cy="640080"/>
          </a:xfrm>
          <a:prstGeom prst="rect">
            <a:avLst/>
          </a:prstGeom>
          <a:noFill/>
        </p:spPr>
        <p:txBody>
          <a:bodyPr wrap="square" lIns="64008" tIns="27432" rIns="64008" bIns="27432" anchor="ctr">
            <a:normAutofit/>
          </a:bodyPr>
          <a:lstStyle/>
          <a:p>
            <a:pPr>
              <a:lnSpc>
                <a:spcPct val="92000"/>
              </a:lnSpc>
              <a:buNone/>
            </a:pPr>
            <a:r>
              <a:rPr lang="en-US" sz="1200" b="0">
                <a:solidFill>
                  <a:srgbClr val="253040"/>
                </a:solidFill>
                <a:latin typeface="Aptos"/>
                <a:ea typeface="Aptos"/>
                <a:cs typeface="Aptos"/>
              </a:rPr>
              <a:t>Retrieves approved policies,</a:t>
            </a:r>
          </a:p>
          <a:p>
            <a:pPr>
              <a:lnSpc>
                <a:spcPct val="92000"/>
              </a:lnSpc>
              <a:buNone/>
            </a:pPr>
            <a:r>
              <a:rPr lang="en-US" sz="1200" b="0">
                <a:solidFill>
                  <a:srgbClr val="253040"/>
                </a:solidFill>
                <a:latin typeface="Aptos"/>
                <a:ea typeface="Aptos"/>
                <a:cs typeface="Aptos"/>
              </a:rPr>
              <a:t>runbooks, and citations.</a:t>
            </a:r>
            <a:endParaRPr sz="1200" b="0">
              <a:solidFill>
                <a:srgbClr val="253040"/>
              </a:solidFill>
              <a:latin typeface="Aptos"/>
              <a:ea typeface="Aptos"/>
              <a:cs typeface="Aptos"/>
            </a:endParaRPr>
          </a:p>
        </p:txBody>
      </p:sp>
      <p:sp>
        <p:nvSpPr>
          <p:cNvPr id="10" name="Shape 8">
            <a:extLst>
              <a:ext uri="{FF2B5EF4-FFF2-40B4-BE49-F238E27FC236}">
                <a16:creationId xmlns:a16="http://schemas.microsoft.com/office/drawing/2014/main" id="{715CF87F-F62E-4A8A-B6D2-6EE73C7BA24B}"/>
              </a:ext>
            </a:extLst>
          </p:cNvPr>
          <p:cNvSpPr>
            <a:spLocks noGrp="1"/>
          </p:cNvSpPr>
          <p:nvPr/>
        </p:nvSpPr>
        <p:spPr>
          <a:xfrm>
            <a:off x="3703320" y="1783080"/>
            <a:ext cx="2606040" cy="1143000"/>
          </a:xfrm>
          <a:prstGeom prst="roundRect">
            <a:avLst>
              <a:gd name="adj" fmla="val 4000"/>
            </a:avLst>
          </a:prstGeom>
          <a:solidFill>
            <a:srgbClr val="FFFFFF"/>
          </a:solidFill>
          <a:ln w="12700">
            <a:solidFill>
              <a:srgbClr val="B8C7D6"/>
            </a:solidFill>
            <a:prstDash val="solid"/>
          </a:ln>
        </p:spPr>
        <p:txBody>
          <a:bodyPr wrap="square"/>
          <a:lstStyle/>
          <a:p>
            <a:r>
              <a:rPr sz="1300" b="1">
                <a:solidFill>
                  <a:srgbClr val="FFFFFF"/>
                </a:solidFill>
                <a:latin typeface="Aptos"/>
                <a:ea typeface="Aptos"/>
                <a:cs typeface="Aptos"/>
              </a:rPr>
              <a:t>i</a:t>
            </a:r>
          </a:p>
        </p:txBody>
      </p:sp>
      <p:sp>
        <p:nvSpPr>
          <p:cNvPr id="11" name="Text 9">
            <a:extLst>
              <a:ext uri="{FF2B5EF4-FFF2-40B4-BE49-F238E27FC236}">
                <a16:creationId xmlns:a16="http://schemas.microsoft.com/office/drawing/2014/main" id="{9554685C-7D1E-4E79-A059-FB6B04553885}"/>
              </a:ext>
            </a:extLst>
          </p:cNvPr>
          <p:cNvSpPr>
            <a:spLocks noGrp="1"/>
          </p:cNvSpPr>
          <p:nvPr/>
        </p:nvSpPr>
        <p:spPr>
          <a:xfrm>
            <a:off x="3867912" y="196596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Service diagnostics agent</a:t>
            </a:r>
          </a:p>
        </p:txBody>
      </p:sp>
      <p:sp>
        <p:nvSpPr>
          <p:cNvPr id="12" name="Text 10">
            <a:extLst>
              <a:ext uri="{FF2B5EF4-FFF2-40B4-BE49-F238E27FC236}">
                <a16:creationId xmlns:a16="http://schemas.microsoft.com/office/drawing/2014/main" id="{D412686B-F842-415C-994B-FB3F1DBF95E4}"/>
              </a:ext>
            </a:extLst>
          </p:cNvPr>
          <p:cNvSpPr>
            <a:spLocks noGrp="1"/>
          </p:cNvSpPr>
          <p:nvPr/>
        </p:nvSpPr>
        <p:spPr>
          <a:xfrm>
            <a:off x="3867912" y="2286000"/>
            <a:ext cx="2362620" cy="640080"/>
          </a:xfrm>
          <a:prstGeom prst="rect">
            <a:avLst/>
          </a:prstGeom>
          <a:noFill/>
        </p:spPr>
        <p:txBody>
          <a:bodyPr wrap="square" lIns="64008" tIns="27432" rIns="64008" bIns="27432" anchor="ctr">
            <a:noAutofit/>
          </a:bodyPr>
          <a:lstStyle/>
          <a:p>
            <a:pPr>
              <a:lnSpc>
                <a:spcPct val="92000"/>
              </a:lnSpc>
              <a:buNone/>
            </a:pPr>
            <a:r>
              <a:rPr lang="en-US" sz="1100" b="0">
                <a:solidFill>
                  <a:srgbClr val="253040"/>
                </a:solidFill>
                <a:latin typeface="Aptos"/>
                <a:ea typeface="Aptos"/>
                <a:cs typeface="Aptos"/>
              </a:rPr>
              <a:t>Checks service incidents</a:t>
            </a:r>
          </a:p>
          <a:p>
            <a:pPr>
              <a:lnSpc>
                <a:spcPct val="92000"/>
              </a:lnSpc>
              <a:buNone/>
            </a:pPr>
            <a:r>
              <a:rPr lang="en-US" sz="1100" b="0">
                <a:solidFill>
                  <a:srgbClr val="253040"/>
                </a:solidFill>
                <a:latin typeface="Aptos"/>
                <a:ea typeface="Aptos"/>
                <a:cs typeface="Aptos"/>
              </a:rPr>
              <a:t>and operational health.</a:t>
            </a:r>
            <a:endParaRPr sz="1100" b="0">
              <a:solidFill>
                <a:srgbClr val="253040"/>
              </a:solidFill>
              <a:latin typeface="Aptos"/>
              <a:ea typeface="Aptos"/>
              <a:cs typeface="Aptos"/>
            </a:endParaRPr>
          </a:p>
        </p:txBody>
      </p:sp>
      <p:sp>
        <p:nvSpPr>
          <p:cNvPr id="13" name="Shape 11">
            <a:extLst>
              <a:ext uri="{FF2B5EF4-FFF2-40B4-BE49-F238E27FC236}">
                <a16:creationId xmlns:a16="http://schemas.microsoft.com/office/drawing/2014/main" id="{8C0B7D9E-494F-49F4-9300-C0686BD6740D}"/>
              </a:ext>
            </a:extLst>
          </p:cNvPr>
          <p:cNvSpPr>
            <a:spLocks noGrp="1"/>
          </p:cNvSpPr>
          <p:nvPr/>
        </p:nvSpPr>
        <p:spPr>
          <a:xfrm>
            <a:off x="685800" y="3291840"/>
            <a:ext cx="2606040" cy="1143000"/>
          </a:xfrm>
          <a:prstGeom prst="roundRect">
            <a:avLst>
              <a:gd name="adj" fmla="val 4000"/>
            </a:avLst>
          </a:prstGeom>
          <a:solidFill>
            <a:srgbClr val="FFFFFF"/>
          </a:solidFill>
          <a:ln w="12700">
            <a:solidFill>
              <a:srgbClr val="B8C7D6"/>
            </a:solidFill>
            <a:prstDash val="solid"/>
          </a:ln>
        </p:spPr>
        <p:txBody>
          <a:bodyPr/>
          <a:lstStyle/>
          <a:p>
            <a:endParaRPr/>
          </a:p>
        </p:txBody>
      </p:sp>
      <p:sp>
        <p:nvSpPr>
          <p:cNvPr id="14" name="Text 12">
            <a:extLst>
              <a:ext uri="{FF2B5EF4-FFF2-40B4-BE49-F238E27FC236}">
                <a16:creationId xmlns:a16="http://schemas.microsoft.com/office/drawing/2014/main" id="{947004F5-6EC7-4EE7-99BF-D9FFFFD44A41}"/>
              </a:ext>
            </a:extLst>
          </p:cNvPr>
          <p:cNvSpPr>
            <a:spLocks noGrp="1"/>
          </p:cNvSpPr>
          <p:nvPr/>
        </p:nvSpPr>
        <p:spPr>
          <a:xfrm>
            <a:off x="850392" y="347472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Case management agent</a:t>
            </a:r>
          </a:p>
        </p:txBody>
      </p:sp>
      <p:sp>
        <p:nvSpPr>
          <p:cNvPr id="15" name="Text 13">
            <a:extLst>
              <a:ext uri="{FF2B5EF4-FFF2-40B4-BE49-F238E27FC236}">
                <a16:creationId xmlns:a16="http://schemas.microsoft.com/office/drawing/2014/main" id="{37309923-F5C9-4830-8A3F-31AB399C1FD3}"/>
              </a:ext>
            </a:extLst>
          </p:cNvPr>
          <p:cNvSpPr>
            <a:spLocks noGrp="1"/>
          </p:cNvSpPr>
          <p:nvPr/>
        </p:nvSpPr>
        <p:spPr>
          <a:xfrm>
            <a:off x="850392" y="3794760"/>
            <a:ext cx="2240280" cy="640080"/>
          </a:xfrm>
          <a:prstGeom prst="rect">
            <a:avLst/>
          </a:prstGeom>
          <a:noFill/>
        </p:spPr>
        <p:txBody>
          <a:bodyPr wrap="square" lIns="64008" tIns="27432" rIns="64008" bIns="27432" anchor="ctr">
            <a:normAutofit/>
          </a:bodyPr>
          <a:lstStyle/>
          <a:p>
            <a:pPr>
              <a:lnSpc>
                <a:spcPct val="92000"/>
              </a:lnSpc>
              <a:buNone/>
            </a:pPr>
            <a:r>
              <a:rPr lang="en-US" sz="1100" b="0">
                <a:solidFill>
                  <a:srgbClr val="253040"/>
                </a:solidFill>
                <a:latin typeface="Aptos"/>
                <a:ea typeface="Aptos"/>
                <a:cs typeface="Aptos"/>
              </a:rPr>
              <a:t>Retrieves case, subscription, and entitlement data.</a:t>
            </a:r>
            <a:endParaRPr sz="1100" b="0">
              <a:solidFill>
                <a:srgbClr val="253040"/>
              </a:solidFill>
              <a:latin typeface="Aptos"/>
              <a:ea typeface="Aptos"/>
              <a:cs typeface="Aptos"/>
            </a:endParaRPr>
          </a:p>
        </p:txBody>
      </p:sp>
      <p:sp>
        <p:nvSpPr>
          <p:cNvPr id="16" name="Shape 14">
            <a:extLst>
              <a:ext uri="{FF2B5EF4-FFF2-40B4-BE49-F238E27FC236}">
                <a16:creationId xmlns:a16="http://schemas.microsoft.com/office/drawing/2014/main" id="{E409F81E-5979-4E03-BB39-CB89B3831291}"/>
              </a:ext>
            </a:extLst>
          </p:cNvPr>
          <p:cNvSpPr>
            <a:spLocks noGrp="1"/>
          </p:cNvSpPr>
          <p:nvPr/>
        </p:nvSpPr>
        <p:spPr>
          <a:xfrm>
            <a:off x="3703320" y="3291840"/>
            <a:ext cx="2606040" cy="1143000"/>
          </a:xfrm>
          <a:prstGeom prst="roundRect">
            <a:avLst>
              <a:gd name="adj" fmla="val 4000"/>
            </a:avLst>
          </a:prstGeom>
          <a:solidFill>
            <a:srgbClr val="FFFFFF"/>
          </a:solidFill>
          <a:ln w="12700">
            <a:solidFill>
              <a:srgbClr val="B8C7D6"/>
            </a:solidFill>
            <a:prstDash val="solid"/>
          </a:ln>
        </p:spPr>
        <p:txBody>
          <a:bodyPr/>
          <a:lstStyle/>
          <a:p>
            <a:endParaRPr/>
          </a:p>
        </p:txBody>
      </p:sp>
      <p:sp>
        <p:nvSpPr>
          <p:cNvPr id="17" name="Text 15">
            <a:extLst>
              <a:ext uri="{FF2B5EF4-FFF2-40B4-BE49-F238E27FC236}">
                <a16:creationId xmlns:a16="http://schemas.microsoft.com/office/drawing/2014/main" id="{455A4A21-D4A5-41BE-AE7F-06D1E6FCDEDE}"/>
              </a:ext>
            </a:extLst>
          </p:cNvPr>
          <p:cNvSpPr>
            <a:spLocks noGrp="1"/>
          </p:cNvSpPr>
          <p:nvPr/>
        </p:nvSpPr>
        <p:spPr>
          <a:xfrm>
            <a:off x="3867912" y="347472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Review agent</a:t>
            </a:r>
          </a:p>
        </p:txBody>
      </p:sp>
      <p:sp>
        <p:nvSpPr>
          <p:cNvPr id="18" name="Text 16">
            <a:extLst>
              <a:ext uri="{FF2B5EF4-FFF2-40B4-BE49-F238E27FC236}">
                <a16:creationId xmlns:a16="http://schemas.microsoft.com/office/drawing/2014/main" id="{296682D5-8B5F-4C6F-9DE2-838B289D348F}"/>
              </a:ext>
            </a:extLst>
          </p:cNvPr>
          <p:cNvSpPr>
            <a:spLocks noGrp="1"/>
          </p:cNvSpPr>
          <p:nvPr/>
        </p:nvSpPr>
        <p:spPr>
          <a:xfrm>
            <a:off x="3867912" y="3794760"/>
            <a:ext cx="2240280" cy="640080"/>
          </a:xfrm>
          <a:prstGeom prst="rect">
            <a:avLst/>
          </a:prstGeom>
          <a:noFill/>
        </p:spPr>
        <p:txBody>
          <a:bodyPr wrap="square" lIns="64008" tIns="27432" rIns="64008" bIns="27432" anchor="ctr">
            <a:normAutofit/>
          </a:bodyPr>
          <a:lstStyle/>
          <a:p>
            <a:pPr>
              <a:lnSpc>
                <a:spcPct val="92000"/>
              </a:lnSpc>
              <a:buNone/>
            </a:pPr>
            <a:r>
              <a:rPr lang="en-US" sz="1200" b="0">
                <a:solidFill>
                  <a:srgbClr val="253040"/>
                </a:solidFill>
                <a:latin typeface="Aptos"/>
                <a:ea typeface="Aptos"/>
                <a:cs typeface="Aptos"/>
              </a:rPr>
              <a:t>Validates evidence, safety,</a:t>
            </a:r>
          </a:p>
          <a:p>
            <a:pPr>
              <a:lnSpc>
                <a:spcPct val="92000"/>
              </a:lnSpc>
              <a:buNone/>
            </a:pPr>
            <a:r>
              <a:rPr lang="en-US" sz="1200" b="0">
                <a:solidFill>
                  <a:srgbClr val="253040"/>
                </a:solidFill>
                <a:latin typeface="Aptos"/>
                <a:ea typeface="Aptos"/>
                <a:cs typeface="Aptos"/>
              </a:rPr>
              <a:t>and response completeness.</a:t>
            </a:r>
            <a:endParaRPr sz="1200" b="0">
              <a:solidFill>
                <a:srgbClr val="253040"/>
              </a:solidFill>
              <a:latin typeface="Aptos"/>
              <a:ea typeface="Aptos"/>
              <a:cs typeface="Aptos"/>
            </a:endParaRPr>
          </a:p>
        </p:txBody>
      </p:sp>
      <p:sp>
        <p:nvSpPr>
          <p:cNvPr id="19" name="Shape 17">
            <a:extLst>
              <a:ext uri="{FF2B5EF4-FFF2-40B4-BE49-F238E27FC236}">
                <a16:creationId xmlns:a16="http://schemas.microsoft.com/office/drawing/2014/main" id="{59369A0D-546D-47D4-A91A-D92388AAB60B}"/>
              </a:ext>
            </a:extLst>
          </p:cNvPr>
          <p:cNvSpPr>
            <a:spLocks noGrp="1"/>
          </p:cNvSpPr>
          <p:nvPr/>
        </p:nvSpPr>
        <p:spPr>
          <a:xfrm>
            <a:off x="7150162" y="2788920"/>
            <a:ext cx="3456878" cy="777240"/>
          </a:xfrm>
          <a:prstGeom prst="chevron">
            <a:avLst/>
          </a:prstGeom>
          <a:solidFill>
            <a:srgbClr val="08A9C9"/>
          </a:solidFill>
          <a:ln w="12700">
            <a:solidFill>
              <a:srgbClr val="08A9C9"/>
            </a:solidFill>
            <a:prstDash val="solid"/>
          </a:ln>
        </p:spPr>
        <p:txBody>
          <a:bodyPr/>
          <a:lstStyle/>
          <a:p>
            <a:endParaRPr/>
          </a:p>
        </p:txBody>
      </p:sp>
      <p:sp>
        <p:nvSpPr>
          <p:cNvPr id="20" name="Text 18">
            <a:extLst>
              <a:ext uri="{FF2B5EF4-FFF2-40B4-BE49-F238E27FC236}">
                <a16:creationId xmlns:a16="http://schemas.microsoft.com/office/drawing/2014/main" id="{43A99311-D617-487B-865E-8902F771E62D}"/>
              </a:ext>
            </a:extLst>
          </p:cNvPr>
          <p:cNvSpPr>
            <a:spLocks noGrp="1"/>
          </p:cNvSpPr>
          <p:nvPr/>
        </p:nvSpPr>
        <p:spPr>
          <a:xfrm>
            <a:off x="7383780" y="2985358"/>
            <a:ext cx="2697480" cy="384048"/>
          </a:xfrm>
          <a:prstGeom prst="rect">
            <a:avLst/>
          </a:prstGeom>
          <a:noFill/>
        </p:spPr>
        <p:txBody>
          <a:bodyPr wrap="square" lIns="64008" tIns="27432" rIns="64008" bIns="27432" anchor="ctr">
            <a:noAutofit/>
          </a:bodyPr>
          <a:lstStyle/>
          <a:p>
            <a:pPr algn="ctr">
              <a:lnSpc>
                <a:spcPct val="90000"/>
              </a:lnSpc>
              <a:buNone/>
            </a:pPr>
            <a:r>
              <a:rPr lang="en-US" sz="1600" b="1">
                <a:solidFill>
                  <a:schemeClr val="bg1"/>
                </a:solidFill>
                <a:latin typeface="Aptos"/>
                <a:ea typeface="Aptos"/>
                <a:cs typeface="Aptos"/>
              </a:rPr>
              <a:t>Coordinator agent</a:t>
            </a:r>
          </a:p>
          <a:p>
            <a:pPr algn="ctr">
              <a:lnSpc>
                <a:spcPct val="90000"/>
              </a:lnSpc>
              <a:buNone/>
            </a:pPr>
            <a:r>
              <a:rPr lang="en-US" sz="1600" b="1">
                <a:solidFill>
                  <a:schemeClr val="bg1"/>
                </a:solidFill>
                <a:latin typeface="Aptos"/>
                <a:ea typeface="Aptos"/>
                <a:cs typeface="Aptos"/>
              </a:rPr>
              <a:t>plans and assembles</a:t>
            </a:r>
            <a:endParaRPr sz="1600" b="1">
              <a:solidFill>
                <a:schemeClr val="bg1"/>
              </a:solidFill>
              <a:latin typeface="Aptos"/>
              <a:ea typeface="Aptos"/>
              <a:cs typeface="Aptos"/>
            </a:endParaRPr>
          </a:p>
        </p:txBody>
      </p:sp>
    </p:spTree>
    <p:extLst>
      <p:ext uri="{BB962C8B-B14F-4D97-AF65-F5344CB8AC3E}">
        <p14:creationId xmlns:p14="http://schemas.microsoft.com/office/powerpoint/2010/main" val="2778142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animBg="1"/>
      <p:bldP spid="11" grpId="0"/>
      <p:bldP spid="12" grpId="0"/>
      <p:bldP spid="13" grpId="0" animBg="1"/>
      <p:bldP spid="14" grpId="0"/>
      <p:bldP spid="15" grpId="0"/>
      <p:bldP spid="16" grpId="0" animBg="1"/>
      <p:bldP spid="17" grpId="0"/>
      <p:bldP spid="18" grpId="0"/>
      <p:bldP spid="19" grpId="0" animBg="1"/>
      <p:bldP spid="2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A6986-6C4D-EA31-AC1A-06BE823391B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86C4236-A45A-4A49-3E90-C8C560C2F23F}"/>
              </a:ext>
            </a:extLst>
          </p:cNvPr>
          <p:cNvSpPr>
            <a:spLocks noGrp="1"/>
          </p:cNvSpPr>
          <p:nvPr/>
        </p:nvSpPr>
        <p:spPr>
          <a:xfrm>
            <a:off x="0" y="0"/>
            <a:ext cx="12191695" cy="128016"/>
          </a:xfrm>
          <a:prstGeom prst="rect">
            <a:avLst/>
          </a:prstGeom>
          <a:solidFill>
            <a:srgbClr val="00AED6"/>
          </a:solidFill>
          <a:ln w="12700">
            <a:solidFill>
              <a:srgbClr val="00AED6"/>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E6EDC2F6-5856-735C-06C0-CA693E9E99CB}"/>
              </a:ext>
            </a:extLst>
          </p:cNvPr>
          <p:cNvSpPr>
            <a:spLocks noGrp="1"/>
          </p:cNvSpPr>
          <p:nvPr/>
        </p:nvSpPr>
        <p:spPr>
          <a:xfrm>
            <a:off x="685800" y="1134753"/>
            <a:ext cx="2103120" cy="274320"/>
          </a:xfrm>
          <a:prstGeom prst="rect">
            <a:avLst/>
          </a:prstGeom>
          <a:noFill/>
        </p:spPr>
        <p:txBody>
          <a:bodyPr wrap="square" lIns="0" tIns="0" rIns="0" bIns="0" anchor="ctr"/>
          <a:lstStyle/>
          <a:p>
            <a:pPr marL="0" marR="0" lvl="0" indent="0" algn="l" defTabSz="91440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B5563"/>
                </a:solidFill>
                <a:effectLst/>
                <a:uLnTx/>
                <a:uFillTx/>
                <a:latin typeface="Nimbus Sans"/>
                <a:ea typeface="Nimbus Sans"/>
                <a:cs typeface="Nimbus Sans"/>
              </a:rPr>
              <a:t>Section 1</a:t>
            </a:r>
          </a:p>
        </p:txBody>
      </p:sp>
      <p:sp>
        <p:nvSpPr>
          <p:cNvPr id="5" name="Text 3">
            <a:extLst>
              <a:ext uri="{FF2B5EF4-FFF2-40B4-BE49-F238E27FC236}">
                <a16:creationId xmlns:a16="http://schemas.microsoft.com/office/drawing/2014/main" id="{636408B4-7D58-9F77-D811-934FB1DDD925}"/>
              </a:ext>
            </a:extLst>
          </p:cNvPr>
          <p:cNvSpPr>
            <a:spLocks noGrp="1"/>
          </p:cNvSpPr>
          <p:nvPr/>
        </p:nvSpPr>
        <p:spPr>
          <a:xfrm>
            <a:off x="640080" y="1737360"/>
            <a:ext cx="7772400" cy="502920"/>
          </a:xfrm>
          <a:prstGeom prst="rect">
            <a:avLst/>
          </a:prstGeom>
          <a:noFill/>
        </p:spPr>
        <p:txBody>
          <a:bodyPr wrap="square" lIns="0" tIns="0" rIns="0" bIns="0" anchor="ctr"/>
          <a:lstStyle/>
          <a:p>
            <a:pPr lvl="0"/>
            <a:r>
              <a:rPr lang="en-US" sz="3000" b="1" dirty="0">
                <a:solidFill>
                  <a:srgbClr val="087F9D"/>
                </a:solidFill>
                <a:latin typeface="Nimbus Sans"/>
                <a:ea typeface="Nimbus Sans"/>
                <a:cs typeface="Nimbus Sans"/>
              </a:rPr>
              <a:t>Certification Training Alignment</a:t>
            </a:r>
            <a:endParaRPr kumimoji="0" lang="en-US" sz="3000" b="1" i="0" u="none" strike="noStrike" kern="1200" cap="none" spc="0" normalizeH="0" baseline="0" noProof="0" dirty="0">
              <a:ln>
                <a:noFill/>
              </a:ln>
              <a:solidFill>
                <a:srgbClr val="087F9D"/>
              </a:solidFill>
              <a:effectLst/>
              <a:uLnTx/>
              <a:uFillTx/>
              <a:latin typeface="Nimbus Sans"/>
              <a:ea typeface="Nimbus Sans"/>
              <a:cs typeface="Nimbus Sans"/>
            </a:endParaRPr>
          </a:p>
        </p:txBody>
      </p:sp>
      <p:sp>
        <p:nvSpPr>
          <p:cNvPr id="6" name="Text 4">
            <a:extLst>
              <a:ext uri="{FF2B5EF4-FFF2-40B4-BE49-F238E27FC236}">
                <a16:creationId xmlns:a16="http://schemas.microsoft.com/office/drawing/2014/main" id="{936B6BC6-3EF5-A03F-A96E-8170E62EE57D}"/>
              </a:ext>
            </a:extLst>
          </p:cNvPr>
          <p:cNvSpPr>
            <a:spLocks noGrp="1"/>
          </p:cNvSpPr>
          <p:nvPr/>
        </p:nvSpPr>
        <p:spPr>
          <a:xfrm>
            <a:off x="640080" y="2832883"/>
            <a:ext cx="7772400" cy="365760"/>
          </a:xfrm>
          <a:prstGeom prst="rect">
            <a:avLst/>
          </a:prstGeom>
          <a:noFill/>
        </p:spPr>
        <p:txBody>
          <a:bodyPr wrap="square" lIns="0" tIns="0" rIns="0" bIns="0" anchor="ctr"/>
          <a:lstStyle/>
          <a:p>
            <a:pPr marL="0" marR="0" lvl="0" indent="0" algn="l" defTabSz="91440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B5563"/>
                </a:solidFill>
                <a:effectLst/>
                <a:uLnTx/>
                <a:uFillTx/>
                <a:latin typeface="Nimbus Sans"/>
                <a:ea typeface="Nimbus Sans"/>
                <a:cs typeface="Nimbus Sans"/>
              </a:rPr>
              <a:t>The course connects AI application engineering with the Azure cloud certifications.</a:t>
            </a:r>
          </a:p>
        </p:txBody>
      </p:sp>
      <p:sp>
        <p:nvSpPr>
          <p:cNvPr id="9" name="Text 7">
            <a:extLst>
              <a:ext uri="{FF2B5EF4-FFF2-40B4-BE49-F238E27FC236}">
                <a16:creationId xmlns:a16="http://schemas.microsoft.com/office/drawing/2014/main" id="{21742342-BBCD-FF4B-228C-B4317931E8EA}"/>
              </a:ext>
            </a:extLst>
          </p:cNvPr>
          <p:cNvSpPr>
            <a:spLocks noGrp="1"/>
          </p:cNvSpPr>
          <p:nvPr/>
        </p:nvSpPr>
        <p:spPr>
          <a:xfrm>
            <a:off x="502920" y="6473952"/>
            <a:ext cx="4572000" cy="146304"/>
          </a:xfrm>
          <a:prstGeom prst="rect">
            <a:avLst/>
          </a:prstGeom>
          <a:noFill/>
        </p:spPr>
        <p:txBody>
          <a:bodyPr wrap="squar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4B5563"/>
                </a:solidFill>
                <a:effectLst/>
                <a:uLnTx/>
                <a:uFillTx/>
                <a:latin typeface="Nimbus Sans"/>
                <a:ea typeface="Nimbus Sans"/>
                <a:cs typeface="Nimbus Sans"/>
              </a:rPr>
              <a:t>Section 1</a:t>
            </a:r>
          </a:p>
        </p:txBody>
      </p:sp>
      <p:sp>
        <p:nvSpPr>
          <p:cNvPr id="10" name="Shape 8">
            <a:extLst>
              <a:ext uri="{FF2B5EF4-FFF2-40B4-BE49-F238E27FC236}">
                <a16:creationId xmlns:a16="http://schemas.microsoft.com/office/drawing/2014/main" id="{30B50597-CBD7-9780-1C91-FA5C1A8CDAEB}"/>
              </a:ext>
            </a:extLst>
          </p:cNvPr>
          <p:cNvSpPr>
            <a:spLocks noGrp="1"/>
          </p:cNvSpPr>
          <p:nvPr/>
        </p:nvSpPr>
        <p:spPr>
          <a:xfrm>
            <a:off x="11631168" y="6382512"/>
            <a:ext cx="548640" cy="457200"/>
          </a:xfrm>
          <a:prstGeom prst="rtTriangle">
            <a:avLst/>
          </a:prstGeom>
          <a:solidFill>
            <a:srgbClr val="00AED6"/>
          </a:solidFill>
          <a:ln w="12700">
            <a:solidFill>
              <a:srgbClr val="00AED6"/>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06" name="Google Shape;2530;p47">
            <a:extLst>
              <a:ext uri="{FF2B5EF4-FFF2-40B4-BE49-F238E27FC236}">
                <a16:creationId xmlns:a16="http://schemas.microsoft.com/office/drawing/2014/main" id="{56F8207D-2F51-78F1-32DB-D3C0320BA3D7}"/>
              </a:ext>
            </a:extLst>
          </p:cNvPr>
          <p:cNvSpPr>
            <a:spLocks noGrp="1"/>
          </p:cNvSpPr>
          <p:nvPr/>
        </p:nvSpPr>
        <p:spPr>
          <a:xfrm>
            <a:off x="10214491" y="3050628"/>
            <a:ext cx="831830" cy="490999"/>
          </a:xfrm>
          <a:custGeom>
            <a:avLst/>
            <a:gdLst/>
            <a:ahLst/>
            <a:cxnLst/>
            <a:rect l="l" t="t" r="r" b="b"/>
            <a:pathLst>
              <a:path w="1096154" h="631831">
                <a:moveTo>
                  <a:pt x="581029" y="616328"/>
                </a:moveTo>
                <a:lnTo>
                  <a:pt x="26975" y="296853"/>
                </a:lnTo>
                <a:cubicBezTo>
                  <a:pt x="-13002" y="273849"/>
                  <a:pt x="-7957" y="233547"/>
                  <a:pt x="38206" y="207027"/>
                </a:cubicBezTo>
                <a:lnTo>
                  <a:pt x="397137" y="0"/>
                </a:lnTo>
                <a:lnTo>
                  <a:pt x="1096154" y="402457"/>
                </a:lnTo>
                <a:lnTo>
                  <a:pt x="737223" y="609484"/>
                </a:lnTo>
                <a:cubicBezTo>
                  <a:pt x="691155" y="636479"/>
                  <a:pt x="621386" y="639331"/>
                  <a:pt x="581029" y="616328"/>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07" name="Google Shape;2531;p47">
            <a:extLst>
              <a:ext uri="{FF2B5EF4-FFF2-40B4-BE49-F238E27FC236}">
                <a16:creationId xmlns:a16="http://schemas.microsoft.com/office/drawing/2014/main" id="{2D4FC308-7992-F4BF-EBB2-11AA6EBD5221}"/>
              </a:ext>
            </a:extLst>
          </p:cNvPr>
          <p:cNvSpPr>
            <a:spLocks noGrp="1"/>
          </p:cNvSpPr>
          <p:nvPr/>
        </p:nvSpPr>
        <p:spPr>
          <a:xfrm>
            <a:off x="10245479" y="3032161"/>
            <a:ext cx="831758" cy="491026"/>
          </a:xfrm>
          <a:custGeom>
            <a:avLst/>
            <a:gdLst/>
            <a:ahLst/>
            <a:cxnLst/>
            <a:rect l="l" t="t" r="r" b="b"/>
            <a:pathLst>
              <a:path w="1096058" h="631866">
                <a:moveTo>
                  <a:pt x="581029" y="616328"/>
                </a:moveTo>
                <a:lnTo>
                  <a:pt x="26975" y="296853"/>
                </a:lnTo>
                <a:cubicBezTo>
                  <a:pt x="-13002" y="273849"/>
                  <a:pt x="-7957" y="233547"/>
                  <a:pt x="38206" y="207027"/>
                </a:cubicBezTo>
                <a:lnTo>
                  <a:pt x="397423" y="0"/>
                </a:lnTo>
                <a:lnTo>
                  <a:pt x="1096059" y="402837"/>
                </a:lnTo>
                <a:lnTo>
                  <a:pt x="737128" y="609864"/>
                </a:lnTo>
                <a:cubicBezTo>
                  <a:pt x="690774" y="636479"/>
                  <a:pt x="621005" y="639331"/>
                  <a:pt x="581029" y="616328"/>
                </a:cubicBez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08" name="Google Shape;2532;p47">
            <a:extLst>
              <a:ext uri="{FF2B5EF4-FFF2-40B4-BE49-F238E27FC236}">
                <a16:creationId xmlns:a16="http://schemas.microsoft.com/office/drawing/2014/main" id="{5D04C4B6-6BEA-9097-6D1C-EDEA11977F2F}"/>
              </a:ext>
            </a:extLst>
          </p:cNvPr>
          <p:cNvSpPr>
            <a:spLocks noGrp="1"/>
          </p:cNvSpPr>
          <p:nvPr/>
        </p:nvSpPr>
        <p:spPr>
          <a:xfrm>
            <a:off x="11052607" y="3328810"/>
            <a:ext cx="24485" cy="16471"/>
          </a:xfrm>
          <a:custGeom>
            <a:avLst/>
            <a:gdLst/>
            <a:ahLst/>
            <a:cxnLst/>
            <a:rect l="l" t="t" r="r" b="b"/>
            <a:pathLst>
              <a:path w="32266" h="21196">
                <a:moveTo>
                  <a:pt x="32267" y="21197"/>
                </a:moveTo>
                <a:lnTo>
                  <a:pt x="32267" y="0"/>
                </a:lnTo>
                <a:lnTo>
                  <a:pt x="0" y="18630"/>
                </a:lnTo>
                <a:lnTo>
                  <a:pt x="32267" y="21197"/>
                </a:ln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09" name="Google Shape;2533;p47">
            <a:extLst>
              <a:ext uri="{FF2B5EF4-FFF2-40B4-BE49-F238E27FC236}">
                <a16:creationId xmlns:a16="http://schemas.microsoft.com/office/drawing/2014/main" id="{3AB1926F-400D-A212-2235-76E892B074FF}"/>
              </a:ext>
            </a:extLst>
          </p:cNvPr>
          <p:cNvSpPr>
            <a:spLocks noGrp="1"/>
          </p:cNvSpPr>
          <p:nvPr/>
        </p:nvSpPr>
        <p:spPr>
          <a:xfrm>
            <a:off x="10245508" y="3216606"/>
            <a:ext cx="25135" cy="16619"/>
          </a:xfrm>
          <a:custGeom>
            <a:avLst/>
            <a:gdLst/>
            <a:ahLst/>
            <a:cxnLst/>
            <a:rect l="l" t="t" r="r" b="b"/>
            <a:pathLst>
              <a:path w="33123" h="21387">
                <a:moveTo>
                  <a:pt x="0" y="21387"/>
                </a:moveTo>
                <a:lnTo>
                  <a:pt x="0" y="0"/>
                </a:lnTo>
                <a:lnTo>
                  <a:pt x="33123" y="13688"/>
                </a:lnTo>
                <a:lnTo>
                  <a:pt x="0" y="21387"/>
                </a:ln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0" name="Google Shape;2534;p47">
            <a:extLst>
              <a:ext uri="{FF2B5EF4-FFF2-40B4-BE49-F238E27FC236}">
                <a16:creationId xmlns:a16="http://schemas.microsoft.com/office/drawing/2014/main" id="{068C8317-2226-730A-6800-A2CB27B620FA}"/>
              </a:ext>
            </a:extLst>
          </p:cNvPr>
          <p:cNvSpPr>
            <a:spLocks noGrp="1"/>
          </p:cNvSpPr>
          <p:nvPr/>
        </p:nvSpPr>
        <p:spPr>
          <a:xfrm>
            <a:off x="10245479" y="3015763"/>
            <a:ext cx="831758" cy="490981"/>
          </a:xfrm>
          <a:custGeom>
            <a:avLst/>
            <a:gdLst/>
            <a:ahLst/>
            <a:cxnLst/>
            <a:rect l="l" t="t" r="r" b="b"/>
            <a:pathLst>
              <a:path w="1096058" h="631809">
                <a:moveTo>
                  <a:pt x="581029" y="616232"/>
                </a:moveTo>
                <a:lnTo>
                  <a:pt x="26975" y="296853"/>
                </a:lnTo>
                <a:cubicBezTo>
                  <a:pt x="-13002" y="273754"/>
                  <a:pt x="-7957" y="233547"/>
                  <a:pt x="38206" y="206932"/>
                </a:cubicBezTo>
                <a:lnTo>
                  <a:pt x="397423" y="0"/>
                </a:lnTo>
                <a:lnTo>
                  <a:pt x="1096059" y="402837"/>
                </a:lnTo>
                <a:lnTo>
                  <a:pt x="737128" y="609769"/>
                </a:lnTo>
                <a:cubicBezTo>
                  <a:pt x="690774" y="636384"/>
                  <a:pt x="621005" y="639331"/>
                  <a:pt x="581029" y="616232"/>
                </a:cubicBezTo>
                <a:close/>
              </a:path>
            </a:pathLst>
          </a:custGeom>
          <a:solidFill>
            <a:srgbClr val="D6D8E5"/>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1" name="Google Shape;2535;p47">
            <a:extLst>
              <a:ext uri="{FF2B5EF4-FFF2-40B4-BE49-F238E27FC236}">
                <a16:creationId xmlns:a16="http://schemas.microsoft.com/office/drawing/2014/main" id="{103BB7F4-52A0-050C-207C-4432F261C903}"/>
              </a:ext>
            </a:extLst>
          </p:cNvPr>
          <p:cNvSpPr>
            <a:spLocks noGrp="1"/>
          </p:cNvSpPr>
          <p:nvPr/>
        </p:nvSpPr>
        <p:spPr>
          <a:xfrm>
            <a:off x="10482639" y="2793867"/>
            <a:ext cx="594454" cy="534942"/>
          </a:xfrm>
          <a:custGeom>
            <a:avLst/>
            <a:gdLst/>
            <a:ahLst/>
            <a:cxnLst/>
            <a:rect l="l" t="t" r="r" b="b"/>
            <a:pathLst>
              <a:path w="783348" h="688378">
                <a:moveTo>
                  <a:pt x="86521" y="286492"/>
                </a:moveTo>
                <a:lnTo>
                  <a:pt x="0" y="0"/>
                </a:lnTo>
                <a:lnTo>
                  <a:pt x="706346" y="404548"/>
                </a:lnTo>
                <a:lnTo>
                  <a:pt x="783348" y="688378"/>
                </a:lnTo>
                <a:lnTo>
                  <a:pt x="86521" y="286492"/>
                </a:lnTo>
                <a:close/>
              </a:path>
            </a:pathLst>
          </a:custGeom>
          <a:solidFill>
            <a:srgbClr val="9EA1AF"/>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2" name="Google Shape;2536;p47">
            <a:extLst>
              <a:ext uri="{FF2B5EF4-FFF2-40B4-BE49-F238E27FC236}">
                <a16:creationId xmlns:a16="http://schemas.microsoft.com/office/drawing/2014/main" id="{FA1C665D-4081-B21B-4E1F-85AC602EB746}"/>
              </a:ext>
            </a:extLst>
          </p:cNvPr>
          <p:cNvSpPr>
            <a:spLocks noGrp="1"/>
          </p:cNvSpPr>
          <p:nvPr/>
        </p:nvSpPr>
        <p:spPr>
          <a:xfrm>
            <a:off x="11053979" y="3309974"/>
            <a:ext cx="23041" cy="27995"/>
          </a:xfrm>
          <a:custGeom>
            <a:avLst/>
            <a:gdLst/>
            <a:ahLst/>
            <a:cxnLst/>
            <a:rect l="l" t="t" r="r" b="b"/>
            <a:pathLst>
              <a:path w="30363" h="36025">
                <a:moveTo>
                  <a:pt x="9899" y="36025"/>
                </a:moveTo>
                <a:lnTo>
                  <a:pt x="30363" y="24239"/>
                </a:lnTo>
                <a:lnTo>
                  <a:pt x="0" y="0"/>
                </a:lnTo>
                <a:close/>
              </a:path>
            </a:pathLst>
          </a:custGeom>
          <a:solidFill>
            <a:srgbClr val="9EA1AF"/>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3" name="Google Shape;2537;p47">
            <a:extLst>
              <a:ext uri="{FF2B5EF4-FFF2-40B4-BE49-F238E27FC236}">
                <a16:creationId xmlns:a16="http://schemas.microsoft.com/office/drawing/2014/main" id="{57E0102A-96F3-E8E6-DF18-11B3382DC877}"/>
              </a:ext>
            </a:extLst>
          </p:cNvPr>
          <p:cNvSpPr>
            <a:spLocks noGrp="1"/>
          </p:cNvSpPr>
          <p:nvPr/>
        </p:nvSpPr>
        <p:spPr>
          <a:xfrm>
            <a:off x="10465737" y="2802214"/>
            <a:ext cx="595753" cy="535754"/>
          </a:xfrm>
          <a:custGeom>
            <a:avLst/>
            <a:gdLst/>
            <a:ahLst/>
            <a:cxnLst/>
            <a:rect l="l" t="t" r="r" b="b"/>
            <a:pathLst>
              <a:path w="785061" h="689423">
                <a:moveTo>
                  <a:pt x="86425" y="286492"/>
                </a:moveTo>
                <a:lnTo>
                  <a:pt x="0" y="0"/>
                </a:lnTo>
                <a:lnTo>
                  <a:pt x="706346" y="404643"/>
                </a:lnTo>
                <a:lnTo>
                  <a:pt x="785061" y="689424"/>
                </a:lnTo>
                <a:lnTo>
                  <a:pt x="86425" y="286492"/>
                </a:ln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4" name="Google Shape;2538;p47">
            <a:extLst>
              <a:ext uri="{FF2B5EF4-FFF2-40B4-BE49-F238E27FC236}">
                <a16:creationId xmlns:a16="http://schemas.microsoft.com/office/drawing/2014/main" id="{019D3ADA-A832-4E8B-9EB2-143E28D484A8}"/>
              </a:ext>
            </a:extLst>
          </p:cNvPr>
          <p:cNvSpPr>
            <a:spLocks noGrp="1"/>
          </p:cNvSpPr>
          <p:nvPr/>
        </p:nvSpPr>
        <p:spPr>
          <a:xfrm>
            <a:off x="9764816" y="696811"/>
            <a:ext cx="2179905" cy="3022882"/>
          </a:xfrm>
          <a:custGeom>
            <a:avLst/>
            <a:gdLst/>
            <a:ahLst/>
            <a:cxnLst/>
            <a:rect l="l" t="t" r="r" b="b"/>
            <a:pathLst>
              <a:path w="2872593" h="3889928">
                <a:moveTo>
                  <a:pt x="2803111" y="3881586"/>
                </a:moveTo>
                <a:lnTo>
                  <a:pt x="69483" y="2305217"/>
                </a:lnTo>
                <a:cubicBezTo>
                  <a:pt x="31410" y="2283165"/>
                  <a:pt x="0" y="2223756"/>
                  <a:pt x="0" y="2172713"/>
                </a:cubicBezTo>
                <a:lnTo>
                  <a:pt x="0" y="60716"/>
                </a:lnTo>
                <a:cubicBezTo>
                  <a:pt x="0" y="9673"/>
                  <a:pt x="31125" y="-13806"/>
                  <a:pt x="69483" y="8342"/>
                </a:cubicBezTo>
                <a:lnTo>
                  <a:pt x="2803111" y="1584711"/>
                </a:lnTo>
                <a:cubicBezTo>
                  <a:pt x="2841183" y="1606763"/>
                  <a:pt x="2872593" y="1666077"/>
                  <a:pt x="2872593" y="1717121"/>
                </a:cubicBezTo>
                <a:lnTo>
                  <a:pt x="2872593" y="3829212"/>
                </a:lnTo>
                <a:cubicBezTo>
                  <a:pt x="2872593" y="3880256"/>
                  <a:pt x="2841469" y="3903734"/>
                  <a:pt x="2803111" y="3881586"/>
                </a:cubicBezTo>
                <a:close/>
              </a:path>
            </a:pathLst>
          </a:custGeom>
          <a:solidFill>
            <a:srgbClr val="C4C7D6"/>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5" name="Google Shape;2539;p47">
            <a:extLst>
              <a:ext uri="{FF2B5EF4-FFF2-40B4-BE49-F238E27FC236}">
                <a16:creationId xmlns:a16="http://schemas.microsoft.com/office/drawing/2014/main" id="{F8876193-0412-7BC2-805D-E461E82C1724}"/>
              </a:ext>
            </a:extLst>
          </p:cNvPr>
          <p:cNvSpPr>
            <a:spLocks noGrp="1"/>
          </p:cNvSpPr>
          <p:nvPr/>
        </p:nvSpPr>
        <p:spPr>
          <a:xfrm>
            <a:off x="11902683" y="3646880"/>
            <a:ext cx="22968" cy="83247"/>
          </a:xfrm>
          <a:custGeom>
            <a:avLst/>
            <a:gdLst/>
            <a:ahLst/>
            <a:cxnLst/>
            <a:rect l="l" t="t" r="r" b="b"/>
            <a:pathLst>
              <a:path w="30267" h="107125">
                <a:moveTo>
                  <a:pt x="0" y="107125"/>
                </a:moveTo>
                <a:lnTo>
                  <a:pt x="30268" y="89731"/>
                </a:lnTo>
                <a:lnTo>
                  <a:pt x="17228" y="0"/>
                </a:lnTo>
                <a:lnTo>
                  <a:pt x="0" y="107125"/>
                </a:lnTo>
                <a:close/>
              </a:path>
            </a:pathLst>
          </a:custGeom>
          <a:solidFill>
            <a:srgbClr val="C4C7D6"/>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6" name="Google Shape;2540;p47">
            <a:extLst>
              <a:ext uri="{FF2B5EF4-FFF2-40B4-BE49-F238E27FC236}">
                <a16:creationId xmlns:a16="http://schemas.microsoft.com/office/drawing/2014/main" id="{6329894A-984C-246B-F561-FA9C057E7356}"/>
              </a:ext>
            </a:extLst>
          </p:cNvPr>
          <p:cNvSpPr>
            <a:spLocks noGrp="1"/>
          </p:cNvSpPr>
          <p:nvPr/>
        </p:nvSpPr>
        <p:spPr>
          <a:xfrm>
            <a:off x="9760843" y="700044"/>
            <a:ext cx="55110" cy="24157"/>
          </a:xfrm>
          <a:custGeom>
            <a:avLst/>
            <a:gdLst/>
            <a:ahLst/>
            <a:cxnLst/>
            <a:rect l="l" t="t" r="r" b="b"/>
            <a:pathLst>
              <a:path w="72623" h="31086">
                <a:moveTo>
                  <a:pt x="0" y="17110"/>
                </a:moveTo>
                <a:lnTo>
                  <a:pt x="29792" y="0"/>
                </a:lnTo>
                <a:lnTo>
                  <a:pt x="72624" y="24334"/>
                </a:lnTo>
                <a:cubicBezTo>
                  <a:pt x="72624" y="24334"/>
                  <a:pt x="27032" y="31273"/>
                  <a:pt x="25890" y="31083"/>
                </a:cubicBezTo>
                <a:cubicBezTo>
                  <a:pt x="24747" y="30892"/>
                  <a:pt x="0" y="17110"/>
                  <a:pt x="0" y="17110"/>
                </a:cubicBez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7" name="Google Shape;2541;p47">
            <a:extLst>
              <a:ext uri="{FF2B5EF4-FFF2-40B4-BE49-F238E27FC236}">
                <a16:creationId xmlns:a16="http://schemas.microsoft.com/office/drawing/2014/main" id="{F5138595-E82A-E7AA-8ED5-3EC3AF43C324}"/>
              </a:ext>
            </a:extLst>
          </p:cNvPr>
          <p:cNvSpPr>
            <a:spLocks noGrp="1"/>
          </p:cNvSpPr>
          <p:nvPr/>
        </p:nvSpPr>
        <p:spPr>
          <a:xfrm>
            <a:off x="9745531" y="708039"/>
            <a:ext cx="2180121" cy="3022882"/>
          </a:xfrm>
          <a:custGeom>
            <a:avLst/>
            <a:gdLst/>
            <a:ahLst/>
            <a:cxnLst/>
            <a:rect l="l" t="t" r="r" b="b"/>
            <a:pathLst>
              <a:path w="2872878" h="3889928">
                <a:moveTo>
                  <a:pt x="2803491" y="3881587"/>
                </a:moveTo>
                <a:lnTo>
                  <a:pt x="69388" y="2304837"/>
                </a:lnTo>
                <a:cubicBezTo>
                  <a:pt x="31315" y="2282785"/>
                  <a:pt x="0" y="2223471"/>
                  <a:pt x="0" y="2172332"/>
                </a:cubicBezTo>
                <a:lnTo>
                  <a:pt x="0" y="60716"/>
                </a:lnTo>
                <a:cubicBezTo>
                  <a:pt x="0" y="9673"/>
                  <a:pt x="31125" y="-13806"/>
                  <a:pt x="69388" y="8342"/>
                </a:cubicBezTo>
                <a:lnTo>
                  <a:pt x="2803491" y="1584711"/>
                </a:lnTo>
                <a:cubicBezTo>
                  <a:pt x="2841564" y="1606763"/>
                  <a:pt x="2872879" y="1666077"/>
                  <a:pt x="2872879" y="1717216"/>
                </a:cubicBezTo>
                <a:lnTo>
                  <a:pt x="2872879" y="3829212"/>
                </a:lnTo>
                <a:cubicBezTo>
                  <a:pt x="2872879" y="3880256"/>
                  <a:pt x="2841850" y="3903734"/>
                  <a:pt x="2803491" y="3881587"/>
                </a:cubicBezTo>
                <a:close/>
              </a:path>
            </a:pathLst>
          </a:custGeom>
          <a:solidFill>
            <a:srgbClr val="E4E7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8" name="Google Shape;2542;p47">
            <a:extLst>
              <a:ext uri="{FF2B5EF4-FFF2-40B4-BE49-F238E27FC236}">
                <a16:creationId xmlns:a16="http://schemas.microsoft.com/office/drawing/2014/main" id="{8AAA7A5B-4533-7DB2-E6DE-8F6CEE071266}"/>
              </a:ext>
            </a:extLst>
          </p:cNvPr>
          <p:cNvSpPr>
            <a:spLocks noGrp="1"/>
          </p:cNvSpPr>
          <p:nvPr/>
        </p:nvSpPr>
        <p:spPr>
          <a:xfrm>
            <a:off x="9741846" y="710181"/>
            <a:ext cx="2180193" cy="3022849"/>
          </a:xfrm>
          <a:custGeom>
            <a:avLst/>
            <a:gdLst/>
            <a:ahLst/>
            <a:cxnLst/>
            <a:rect l="l" t="t" r="r" b="b"/>
            <a:pathLst>
              <a:path w="2872973" h="3889886">
                <a:moveTo>
                  <a:pt x="2803491" y="3881587"/>
                </a:moveTo>
                <a:lnTo>
                  <a:pt x="69483" y="2305217"/>
                </a:lnTo>
                <a:cubicBezTo>
                  <a:pt x="31410" y="2283070"/>
                  <a:pt x="0" y="2223756"/>
                  <a:pt x="0" y="2172713"/>
                </a:cubicBezTo>
                <a:lnTo>
                  <a:pt x="0" y="60716"/>
                </a:lnTo>
                <a:cubicBezTo>
                  <a:pt x="0" y="9673"/>
                  <a:pt x="31124" y="-13806"/>
                  <a:pt x="69483" y="8342"/>
                </a:cubicBezTo>
                <a:lnTo>
                  <a:pt x="2803491" y="1584711"/>
                </a:lnTo>
                <a:cubicBezTo>
                  <a:pt x="2841564" y="1606764"/>
                  <a:pt x="2872974" y="1666077"/>
                  <a:pt x="2872974" y="1717121"/>
                </a:cubicBezTo>
                <a:lnTo>
                  <a:pt x="2872974" y="3829212"/>
                </a:lnTo>
                <a:cubicBezTo>
                  <a:pt x="2872974" y="3879971"/>
                  <a:pt x="2841849" y="3903734"/>
                  <a:pt x="2803491" y="3881587"/>
                </a:cubicBezTo>
                <a:close/>
              </a:path>
            </a:pathLst>
          </a:custGeom>
          <a:solidFill>
            <a:srgbClr val="D6D8E5"/>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9" name="Google Shape;2543;p47">
            <a:extLst>
              <a:ext uri="{FF2B5EF4-FFF2-40B4-BE49-F238E27FC236}">
                <a16:creationId xmlns:a16="http://schemas.microsoft.com/office/drawing/2014/main" id="{DB4E2A4F-5D33-0F4E-A168-620FEC3BA80D}"/>
              </a:ext>
            </a:extLst>
          </p:cNvPr>
          <p:cNvSpPr>
            <a:spLocks noGrp="1"/>
          </p:cNvSpPr>
          <p:nvPr/>
        </p:nvSpPr>
        <p:spPr>
          <a:xfrm>
            <a:off x="9768211" y="745560"/>
            <a:ext cx="2126382" cy="2881227"/>
          </a:xfrm>
          <a:custGeom>
            <a:avLst/>
            <a:gdLst/>
            <a:ahLst/>
            <a:cxnLst/>
            <a:rect l="l" t="t" r="r" b="b"/>
            <a:pathLst>
              <a:path w="2802063" h="3707642">
                <a:moveTo>
                  <a:pt x="2800636" y="3707643"/>
                </a:moveTo>
                <a:lnTo>
                  <a:pt x="0" y="2092872"/>
                </a:lnTo>
                <a:lnTo>
                  <a:pt x="1428" y="23650"/>
                </a:lnTo>
                <a:cubicBezTo>
                  <a:pt x="1428" y="2453"/>
                  <a:pt x="16371" y="-6102"/>
                  <a:pt x="34742" y="4639"/>
                </a:cubicBezTo>
                <a:lnTo>
                  <a:pt x="2768750" y="1580818"/>
                </a:lnTo>
                <a:cubicBezTo>
                  <a:pt x="2788395" y="1593631"/>
                  <a:pt x="2800769" y="1615018"/>
                  <a:pt x="2802063" y="1638421"/>
                </a:cubicBezTo>
                <a:close/>
              </a:path>
            </a:pathLst>
          </a:custGeom>
          <a:solidFill>
            <a:srgbClr val="FFFFFF"/>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0" name="Google Shape;2544;p47">
            <a:extLst>
              <a:ext uri="{FF2B5EF4-FFF2-40B4-BE49-F238E27FC236}">
                <a16:creationId xmlns:a16="http://schemas.microsoft.com/office/drawing/2014/main" id="{628BAC04-1545-CF76-A345-78A6CCA66ACB}"/>
              </a:ext>
            </a:extLst>
          </p:cNvPr>
          <p:cNvSpPr>
            <a:spLocks noGrp="1"/>
          </p:cNvSpPr>
          <p:nvPr/>
        </p:nvSpPr>
        <p:spPr>
          <a:xfrm>
            <a:off x="9864349" y="911226"/>
            <a:ext cx="214812" cy="370825"/>
          </a:xfrm>
          <a:custGeom>
            <a:avLst/>
            <a:gdLst/>
            <a:ahLst/>
            <a:cxnLst/>
            <a:rect l="l" t="t" r="r" b="b"/>
            <a:pathLst>
              <a:path w="283071" h="477189">
                <a:moveTo>
                  <a:pt x="268604" y="475462"/>
                </a:moveTo>
                <a:lnTo>
                  <a:pt x="14468" y="328699"/>
                </a:lnTo>
                <a:cubicBezTo>
                  <a:pt x="5540" y="322277"/>
                  <a:pt x="181" y="312023"/>
                  <a:pt x="0" y="301038"/>
                </a:cubicBezTo>
                <a:lnTo>
                  <a:pt x="0" y="12646"/>
                </a:lnTo>
                <a:cubicBezTo>
                  <a:pt x="0" y="2000"/>
                  <a:pt x="6472" y="-2848"/>
                  <a:pt x="14468" y="1715"/>
                </a:cubicBezTo>
                <a:lnTo>
                  <a:pt x="268604" y="148572"/>
                </a:lnTo>
                <a:cubicBezTo>
                  <a:pt x="277551" y="154933"/>
                  <a:pt x="282919" y="165172"/>
                  <a:pt x="283071" y="176138"/>
                </a:cubicBezTo>
                <a:lnTo>
                  <a:pt x="283071" y="464531"/>
                </a:lnTo>
                <a:cubicBezTo>
                  <a:pt x="283071" y="474986"/>
                  <a:pt x="276599" y="480119"/>
                  <a:pt x="268604" y="47546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1" name="Google Shape;2545;p47">
            <a:extLst>
              <a:ext uri="{FF2B5EF4-FFF2-40B4-BE49-F238E27FC236}">
                <a16:creationId xmlns:a16="http://schemas.microsoft.com/office/drawing/2014/main" id="{C086EF7A-7F71-DD03-D172-A5149662941E}"/>
              </a:ext>
            </a:extLst>
          </p:cNvPr>
          <p:cNvSpPr>
            <a:spLocks noGrp="1"/>
          </p:cNvSpPr>
          <p:nvPr/>
        </p:nvSpPr>
        <p:spPr>
          <a:xfrm>
            <a:off x="10131600" y="1069374"/>
            <a:ext cx="215389" cy="371004"/>
          </a:xfrm>
          <a:custGeom>
            <a:avLst/>
            <a:gdLst/>
            <a:ahLst/>
            <a:cxnLst/>
            <a:rect l="l" t="t" r="r" b="b"/>
            <a:pathLst>
              <a:path w="283832" h="477419">
                <a:moveTo>
                  <a:pt x="269365" y="475462"/>
                </a:moveTo>
                <a:lnTo>
                  <a:pt x="14468" y="328509"/>
                </a:lnTo>
                <a:cubicBezTo>
                  <a:pt x="5540" y="322087"/>
                  <a:pt x="181" y="311833"/>
                  <a:pt x="0" y="300848"/>
                </a:cubicBezTo>
                <a:lnTo>
                  <a:pt x="0" y="12646"/>
                </a:lnTo>
                <a:cubicBezTo>
                  <a:pt x="0" y="2000"/>
                  <a:pt x="6472" y="-2848"/>
                  <a:pt x="14468" y="1715"/>
                </a:cubicBezTo>
                <a:lnTo>
                  <a:pt x="269080" y="148572"/>
                </a:lnTo>
                <a:cubicBezTo>
                  <a:pt x="278217" y="154931"/>
                  <a:pt x="283709" y="165305"/>
                  <a:pt x="283833" y="176423"/>
                </a:cubicBezTo>
                <a:lnTo>
                  <a:pt x="283833" y="464531"/>
                </a:lnTo>
                <a:cubicBezTo>
                  <a:pt x="283833" y="475177"/>
                  <a:pt x="277360" y="480595"/>
                  <a:pt x="269365" y="47546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2" name="Google Shape;2546;p47">
            <a:extLst>
              <a:ext uri="{FF2B5EF4-FFF2-40B4-BE49-F238E27FC236}">
                <a16:creationId xmlns:a16="http://schemas.microsoft.com/office/drawing/2014/main" id="{1662FDA9-59BB-6F08-E8F8-DFAD015FA589}"/>
              </a:ext>
            </a:extLst>
          </p:cNvPr>
          <p:cNvSpPr>
            <a:spLocks noGrp="1"/>
          </p:cNvSpPr>
          <p:nvPr/>
        </p:nvSpPr>
        <p:spPr>
          <a:xfrm>
            <a:off x="10393073" y="1223650"/>
            <a:ext cx="215534" cy="370846"/>
          </a:xfrm>
          <a:custGeom>
            <a:avLst/>
            <a:gdLst/>
            <a:ahLst/>
            <a:cxnLst/>
            <a:rect l="l" t="t" r="r" b="b"/>
            <a:pathLst>
              <a:path w="284023" h="477216">
                <a:moveTo>
                  <a:pt x="269556" y="475502"/>
                </a:moveTo>
                <a:lnTo>
                  <a:pt x="14468" y="328644"/>
                </a:lnTo>
                <a:cubicBezTo>
                  <a:pt x="5521" y="322285"/>
                  <a:pt x="152" y="312048"/>
                  <a:pt x="0" y="301079"/>
                </a:cubicBezTo>
                <a:lnTo>
                  <a:pt x="0" y="12686"/>
                </a:lnTo>
                <a:cubicBezTo>
                  <a:pt x="0" y="2040"/>
                  <a:pt x="6472" y="-2903"/>
                  <a:pt x="14468" y="1755"/>
                </a:cubicBezTo>
                <a:lnTo>
                  <a:pt x="269556" y="148993"/>
                </a:lnTo>
                <a:cubicBezTo>
                  <a:pt x="278503" y="155354"/>
                  <a:pt x="283871" y="165592"/>
                  <a:pt x="284023" y="176559"/>
                </a:cubicBezTo>
                <a:lnTo>
                  <a:pt x="284023" y="464571"/>
                </a:lnTo>
                <a:cubicBezTo>
                  <a:pt x="283547" y="475217"/>
                  <a:pt x="277075" y="480065"/>
                  <a:pt x="269556" y="47550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3" name="Google Shape;2547;p47">
            <a:extLst>
              <a:ext uri="{FF2B5EF4-FFF2-40B4-BE49-F238E27FC236}">
                <a16:creationId xmlns:a16="http://schemas.microsoft.com/office/drawing/2014/main" id="{501348B7-D2E0-74EA-F3ED-FE75ED628B75}"/>
              </a:ext>
            </a:extLst>
          </p:cNvPr>
          <p:cNvSpPr>
            <a:spLocks noGrp="1"/>
          </p:cNvSpPr>
          <p:nvPr/>
        </p:nvSpPr>
        <p:spPr>
          <a:xfrm>
            <a:off x="9864349" y="1227523"/>
            <a:ext cx="214812" cy="370846"/>
          </a:xfrm>
          <a:custGeom>
            <a:avLst/>
            <a:gdLst/>
            <a:ahLst/>
            <a:cxnLst/>
            <a:rect l="l" t="t" r="r" b="b"/>
            <a:pathLst>
              <a:path w="283071" h="477216">
                <a:moveTo>
                  <a:pt x="268604" y="475462"/>
                </a:moveTo>
                <a:lnTo>
                  <a:pt x="14468" y="328699"/>
                </a:lnTo>
                <a:cubicBezTo>
                  <a:pt x="5540" y="322273"/>
                  <a:pt x="181" y="312027"/>
                  <a:pt x="0" y="301038"/>
                </a:cubicBezTo>
                <a:lnTo>
                  <a:pt x="0" y="12646"/>
                </a:lnTo>
                <a:cubicBezTo>
                  <a:pt x="0" y="2000"/>
                  <a:pt x="6472" y="-2848"/>
                  <a:pt x="14468" y="1715"/>
                </a:cubicBezTo>
                <a:lnTo>
                  <a:pt x="268604" y="148477"/>
                </a:lnTo>
                <a:cubicBezTo>
                  <a:pt x="277532" y="154899"/>
                  <a:pt x="282891" y="165154"/>
                  <a:pt x="283071" y="176138"/>
                </a:cubicBezTo>
                <a:lnTo>
                  <a:pt x="283071" y="464531"/>
                </a:lnTo>
                <a:cubicBezTo>
                  <a:pt x="283071" y="475177"/>
                  <a:pt x="276599" y="480119"/>
                  <a:pt x="268604" y="47546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4" name="Google Shape;2548;p47">
            <a:extLst>
              <a:ext uri="{FF2B5EF4-FFF2-40B4-BE49-F238E27FC236}">
                <a16:creationId xmlns:a16="http://schemas.microsoft.com/office/drawing/2014/main" id="{CD072945-9173-0CEB-FE66-9FB831FBA03A}"/>
              </a:ext>
            </a:extLst>
          </p:cNvPr>
          <p:cNvSpPr>
            <a:spLocks noGrp="1"/>
          </p:cNvSpPr>
          <p:nvPr/>
        </p:nvSpPr>
        <p:spPr>
          <a:xfrm>
            <a:off x="10131600" y="1385671"/>
            <a:ext cx="215180" cy="370846"/>
          </a:xfrm>
          <a:custGeom>
            <a:avLst/>
            <a:gdLst/>
            <a:ahLst/>
            <a:cxnLst/>
            <a:rect l="l" t="t" r="r" b="b"/>
            <a:pathLst>
              <a:path w="283556" h="477216">
                <a:moveTo>
                  <a:pt x="269365" y="475462"/>
                </a:moveTo>
                <a:lnTo>
                  <a:pt x="14468" y="328699"/>
                </a:lnTo>
                <a:cubicBezTo>
                  <a:pt x="5540" y="322273"/>
                  <a:pt x="181" y="312027"/>
                  <a:pt x="0" y="301038"/>
                </a:cubicBezTo>
                <a:lnTo>
                  <a:pt x="0" y="12646"/>
                </a:lnTo>
                <a:cubicBezTo>
                  <a:pt x="0" y="2000"/>
                  <a:pt x="6472" y="-2848"/>
                  <a:pt x="14468" y="1715"/>
                </a:cubicBezTo>
                <a:lnTo>
                  <a:pt x="269080" y="148477"/>
                </a:lnTo>
                <a:cubicBezTo>
                  <a:pt x="278008" y="154903"/>
                  <a:pt x="283366" y="165150"/>
                  <a:pt x="283547" y="176138"/>
                </a:cubicBezTo>
                <a:lnTo>
                  <a:pt x="283547" y="464531"/>
                </a:lnTo>
                <a:cubicBezTo>
                  <a:pt x="283833" y="475177"/>
                  <a:pt x="277360" y="480119"/>
                  <a:pt x="269365" y="47546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5" name="Google Shape;2549;p47">
            <a:extLst>
              <a:ext uri="{FF2B5EF4-FFF2-40B4-BE49-F238E27FC236}">
                <a16:creationId xmlns:a16="http://schemas.microsoft.com/office/drawing/2014/main" id="{24C52BFB-A85F-7204-64C2-725A69411F30}"/>
              </a:ext>
            </a:extLst>
          </p:cNvPr>
          <p:cNvSpPr>
            <a:spLocks noGrp="1"/>
          </p:cNvSpPr>
          <p:nvPr/>
        </p:nvSpPr>
        <p:spPr>
          <a:xfrm>
            <a:off x="10158181" y="1370793"/>
            <a:ext cx="215190" cy="370846"/>
          </a:xfrm>
          <a:custGeom>
            <a:avLst/>
            <a:gdLst/>
            <a:ahLst/>
            <a:cxnLst/>
            <a:rect l="l" t="t" r="r" b="b"/>
            <a:pathLst>
              <a:path w="283570" h="477216">
                <a:moveTo>
                  <a:pt x="269079" y="475502"/>
                </a:moveTo>
                <a:lnTo>
                  <a:pt x="14468" y="328644"/>
                </a:lnTo>
                <a:cubicBezTo>
                  <a:pt x="5521" y="322285"/>
                  <a:pt x="152" y="312048"/>
                  <a:pt x="0" y="301079"/>
                </a:cubicBezTo>
                <a:lnTo>
                  <a:pt x="0" y="12686"/>
                </a:lnTo>
                <a:cubicBezTo>
                  <a:pt x="0" y="2040"/>
                  <a:pt x="6472" y="-2903"/>
                  <a:pt x="14468" y="1755"/>
                </a:cubicBezTo>
                <a:lnTo>
                  <a:pt x="269079" y="148518"/>
                </a:lnTo>
                <a:cubicBezTo>
                  <a:pt x="278008" y="154943"/>
                  <a:pt x="283366" y="165190"/>
                  <a:pt x="283547" y="176178"/>
                </a:cubicBezTo>
                <a:lnTo>
                  <a:pt x="283547" y="464571"/>
                </a:lnTo>
                <a:cubicBezTo>
                  <a:pt x="284023" y="475217"/>
                  <a:pt x="277075" y="480065"/>
                  <a:pt x="269079" y="475502"/>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6" name="Google Shape;2550;p47">
            <a:extLst>
              <a:ext uri="{FF2B5EF4-FFF2-40B4-BE49-F238E27FC236}">
                <a16:creationId xmlns:a16="http://schemas.microsoft.com/office/drawing/2014/main" id="{DA3775EA-02B5-EDFB-FBB0-BBEB5CCEECD6}"/>
              </a:ext>
            </a:extLst>
          </p:cNvPr>
          <p:cNvSpPr>
            <a:spLocks noGrp="1"/>
          </p:cNvSpPr>
          <p:nvPr/>
        </p:nvSpPr>
        <p:spPr>
          <a:xfrm>
            <a:off x="10393073" y="1539946"/>
            <a:ext cx="215534" cy="370804"/>
          </a:xfrm>
          <a:custGeom>
            <a:avLst/>
            <a:gdLst/>
            <a:ahLst/>
            <a:cxnLst/>
            <a:rect l="l" t="t" r="r" b="b"/>
            <a:pathLst>
              <a:path w="284023" h="477161">
                <a:moveTo>
                  <a:pt x="269556" y="475409"/>
                </a:moveTo>
                <a:lnTo>
                  <a:pt x="14468" y="328646"/>
                </a:lnTo>
                <a:cubicBezTo>
                  <a:pt x="5521" y="322287"/>
                  <a:pt x="152" y="312050"/>
                  <a:pt x="0" y="301080"/>
                </a:cubicBezTo>
                <a:lnTo>
                  <a:pt x="0" y="12593"/>
                </a:lnTo>
                <a:cubicBezTo>
                  <a:pt x="0" y="2042"/>
                  <a:pt x="6472" y="-2901"/>
                  <a:pt x="14468" y="1757"/>
                </a:cubicBezTo>
                <a:lnTo>
                  <a:pt x="269556" y="148519"/>
                </a:lnTo>
                <a:cubicBezTo>
                  <a:pt x="278503" y="154878"/>
                  <a:pt x="283871" y="165116"/>
                  <a:pt x="284023" y="176085"/>
                </a:cubicBezTo>
                <a:lnTo>
                  <a:pt x="284023" y="464382"/>
                </a:lnTo>
                <a:cubicBezTo>
                  <a:pt x="283547" y="475124"/>
                  <a:pt x="277075" y="480066"/>
                  <a:pt x="269556" y="47540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7" name="Google Shape;2551;p47">
            <a:extLst>
              <a:ext uri="{FF2B5EF4-FFF2-40B4-BE49-F238E27FC236}">
                <a16:creationId xmlns:a16="http://schemas.microsoft.com/office/drawing/2014/main" id="{B788E7D3-9211-8FCC-8AA5-727986E04292}"/>
              </a:ext>
            </a:extLst>
          </p:cNvPr>
          <p:cNvSpPr>
            <a:spLocks noGrp="1"/>
          </p:cNvSpPr>
          <p:nvPr/>
        </p:nvSpPr>
        <p:spPr>
          <a:xfrm>
            <a:off x="9864349" y="1550509"/>
            <a:ext cx="214812" cy="370807"/>
          </a:xfrm>
          <a:custGeom>
            <a:avLst/>
            <a:gdLst/>
            <a:ahLst/>
            <a:cxnLst/>
            <a:rect l="l" t="t" r="r" b="b"/>
            <a:pathLst>
              <a:path w="283071" h="477165">
                <a:moveTo>
                  <a:pt x="268604" y="475409"/>
                </a:moveTo>
                <a:lnTo>
                  <a:pt x="14468" y="328646"/>
                </a:lnTo>
                <a:cubicBezTo>
                  <a:pt x="5521" y="322287"/>
                  <a:pt x="152" y="312050"/>
                  <a:pt x="0" y="301080"/>
                </a:cubicBezTo>
                <a:lnTo>
                  <a:pt x="0" y="12593"/>
                </a:lnTo>
                <a:cubicBezTo>
                  <a:pt x="0" y="2042"/>
                  <a:pt x="6472" y="-2901"/>
                  <a:pt x="14468" y="1757"/>
                </a:cubicBezTo>
                <a:lnTo>
                  <a:pt x="268604" y="148519"/>
                </a:lnTo>
                <a:cubicBezTo>
                  <a:pt x="277551" y="154878"/>
                  <a:pt x="282919" y="165116"/>
                  <a:pt x="283071" y="176085"/>
                </a:cubicBezTo>
                <a:lnTo>
                  <a:pt x="283071" y="464573"/>
                </a:lnTo>
                <a:cubicBezTo>
                  <a:pt x="283071" y="475123"/>
                  <a:pt x="276599" y="480066"/>
                  <a:pt x="268604" y="47540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8" name="Google Shape;2552;p47">
            <a:extLst>
              <a:ext uri="{FF2B5EF4-FFF2-40B4-BE49-F238E27FC236}">
                <a16:creationId xmlns:a16="http://schemas.microsoft.com/office/drawing/2014/main" id="{7EB3009F-35B5-E04E-8C5F-93478D918C31}"/>
              </a:ext>
            </a:extLst>
          </p:cNvPr>
          <p:cNvSpPr>
            <a:spLocks noGrp="1"/>
          </p:cNvSpPr>
          <p:nvPr/>
        </p:nvSpPr>
        <p:spPr>
          <a:xfrm>
            <a:off x="9864349" y="1903666"/>
            <a:ext cx="744258" cy="510855"/>
          </a:xfrm>
          <a:custGeom>
            <a:avLst/>
            <a:gdLst/>
            <a:ahLst/>
            <a:cxnLst/>
            <a:rect l="l" t="t" r="r" b="b"/>
            <a:pathLst>
              <a:path w="980755" h="657383">
                <a:moveTo>
                  <a:pt x="966288" y="655629"/>
                </a:moveTo>
                <a:lnTo>
                  <a:pt x="14468" y="106884"/>
                </a:lnTo>
                <a:cubicBezTo>
                  <a:pt x="5540" y="100458"/>
                  <a:pt x="181" y="90212"/>
                  <a:pt x="0" y="79224"/>
                </a:cubicBezTo>
                <a:lnTo>
                  <a:pt x="0" y="12686"/>
                </a:lnTo>
                <a:cubicBezTo>
                  <a:pt x="0" y="2040"/>
                  <a:pt x="6472" y="-2903"/>
                  <a:pt x="14468" y="1755"/>
                </a:cubicBezTo>
                <a:lnTo>
                  <a:pt x="966288" y="550594"/>
                </a:lnTo>
                <a:cubicBezTo>
                  <a:pt x="975235" y="556954"/>
                  <a:pt x="980603" y="567191"/>
                  <a:pt x="980755" y="578160"/>
                </a:cubicBezTo>
                <a:lnTo>
                  <a:pt x="980755" y="644698"/>
                </a:lnTo>
                <a:cubicBezTo>
                  <a:pt x="980280" y="655344"/>
                  <a:pt x="973807" y="660286"/>
                  <a:pt x="966288" y="65562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9" name="Google Shape;2553;p47">
            <a:extLst>
              <a:ext uri="{FF2B5EF4-FFF2-40B4-BE49-F238E27FC236}">
                <a16:creationId xmlns:a16="http://schemas.microsoft.com/office/drawing/2014/main" id="{92905B94-49BE-5930-F1F9-87334D2B0F7B}"/>
              </a:ext>
            </a:extLst>
          </p:cNvPr>
          <p:cNvSpPr>
            <a:spLocks noGrp="1"/>
          </p:cNvSpPr>
          <p:nvPr/>
        </p:nvSpPr>
        <p:spPr>
          <a:xfrm>
            <a:off x="9867238" y="2053468"/>
            <a:ext cx="555521" cy="373298"/>
          </a:xfrm>
          <a:custGeom>
            <a:avLst/>
            <a:gdLst/>
            <a:ahLst/>
            <a:cxnLst/>
            <a:rect l="l" t="t" r="r" b="b"/>
            <a:pathLst>
              <a:path w="732044" h="480371">
                <a:moveTo>
                  <a:pt x="717577" y="478449"/>
                </a:moveTo>
                <a:lnTo>
                  <a:pt x="14468" y="73425"/>
                </a:lnTo>
                <a:cubicBezTo>
                  <a:pt x="5521" y="67066"/>
                  <a:pt x="152" y="56829"/>
                  <a:pt x="0" y="45860"/>
                </a:cubicBezTo>
                <a:lnTo>
                  <a:pt x="0" y="12686"/>
                </a:lnTo>
                <a:cubicBezTo>
                  <a:pt x="0" y="2040"/>
                  <a:pt x="6472" y="-2903"/>
                  <a:pt x="14468" y="1755"/>
                </a:cubicBezTo>
                <a:lnTo>
                  <a:pt x="717577" y="407064"/>
                </a:lnTo>
                <a:cubicBezTo>
                  <a:pt x="726505" y="413489"/>
                  <a:pt x="731864" y="423736"/>
                  <a:pt x="732045" y="434724"/>
                </a:cubicBezTo>
                <a:lnTo>
                  <a:pt x="732045" y="467708"/>
                </a:lnTo>
                <a:cubicBezTo>
                  <a:pt x="732045" y="478449"/>
                  <a:pt x="725572" y="483392"/>
                  <a:pt x="717577" y="47844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0" name="Google Shape;2554;p47">
            <a:extLst>
              <a:ext uri="{FF2B5EF4-FFF2-40B4-BE49-F238E27FC236}">
                <a16:creationId xmlns:a16="http://schemas.microsoft.com/office/drawing/2014/main" id="{C5B7D9E4-3085-CE7E-4A97-4CB76B5782E9}"/>
              </a:ext>
            </a:extLst>
          </p:cNvPr>
          <p:cNvSpPr>
            <a:spLocks noGrp="1"/>
          </p:cNvSpPr>
          <p:nvPr/>
        </p:nvSpPr>
        <p:spPr>
          <a:xfrm>
            <a:off x="9867238" y="2150855"/>
            <a:ext cx="555521" cy="373252"/>
          </a:xfrm>
          <a:custGeom>
            <a:avLst/>
            <a:gdLst/>
            <a:ahLst/>
            <a:cxnLst/>
            <a:rect l="l" t="t" r="r" b="b"/>
            <a:pathLst>
              <a:path w="732044" h="480312">
                <a:moveTo>
                  <a:pt x="717577" y="478598"/>
                </a:moveTo>
                <a:lnTo>
                  <a:pt x="14468" y="73195"/>
                </a:lnTo>
                <a:cubicBezTo>
                  <a:pt x="5521" y="66836"/>
                  <a:pt x="152" y="56599"/>
                  <a:pt x="0" y="45629"/>
                </a:cubicBezTo>
                <a:lnTo>
                  <a:pt x="0" y="12646"/>
                </a:lnTo>
                <a:cubicBezTo>
                  <a:pt x="0" y="2000"/>
                  <a:pt x="6472" y="-2848"/>
                  <a:pt x="14468" y="1715"/>
                </a:cubicBezTo>
                <a:lnTo>
                  <a:pt x="717577" y="407023"/>
                </a:lnTo>
                <a:cubicBezTo>
                  <a:pt x="726505" y="413449"/>
                  <a:pt x="731864" y="423696"/>
                  <a:pt x="732045" y="434684"/>
                </a:cubicBezTo>
                <a:lnTo>
                  <a:pt x="732045" y="467667"/>
                </a:lnTo>
                <a:cubicBezTo>
                  <a:pt x="732045" y="478313"/>
                  <a:pt x="725572" y="483161"/>
                  <a:pt x="717577" y="478598"/>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1" name="Google Shape;2555;p47">
            <a:extLst>
              <a:ext uri="{FF2B5EF4-FFF2-40B4-BE49-F238E27FC236}">
                <a16:creationId xmlns:a16="http://schemas.microsoft.com/office/drawing/2014/main" id="{9BC029CE-E0DE-9BD7-679A-21DF5DA4B65F}"/>
              </a:ext>
            </a:extLst>
          </p:cNvPr>
          <p:cNvSpPr>
            <a:spLocks noGrp="1"/>
          </p:cNvSpPr>
          <p:nvPr/>
        </p:nvSpPr>
        <p:spPr>
          <a:xfrm>
            <a:off x="9867238" y="2248064"/>
            <a:ext cx="454833" cy="313864"/>
          </a:xfrm>
          <a:custGeom>
            <a:avLst/>
            <a:gdLst/>
            <a:ahLst/>
            <a:cxnLst/>
            <a:rect l="l" t="t" r="r" b="b"/>
            <a:pathLst>
              <a:path w="599361" h="403889">
                <a:moveTo>
                  <a:pt x="584893" y="402175"/>
                </a:moveTo>
                <a:lnTo>
                  <a:pt x="14468" y="73195"/>
                </a:lnTo>
                <a:cubicBezTo>
                  <a:pt x="5521" y="66836"/>
                  <a:pt x="152" y="56599"/>
                  <a:pt x="0" y="45629"/>
                </a:cubicBezTo>
                <a:lnTo>
                  <a:pt x="0" y="12646"/>
                </a:lnTo>
                <a:cubicBezTo>
                  <a:pt x="0" y="2000"/>
                  <a:pt x="6472" y="-2848"/>
                  <a:pt x="14468" y="1715"/>
                </a:cubicBezTo>
                <a:lnTo>
                  <a:pt x="584893" y="330600"/>
                </a:lnTo>
                <a:cubicBezTo>
                  <a:pt x="593822" y="337026"/>
                  <a:pt x="599180" y="347272"/>
                  <a:pt x="599361" y="358261"/>
                </a:cubicBezTo>
                <a:lnTo>
                  <a:pt x="599361" y="391244"/>
                </a:lnTo>
                <a:cubicBezTo>
                  <a:pt x="599361" y="401890"/>
                  <a:pt x="592889" y="406738"/>
                  <a:pt x="584893" y="402175"/>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2" name="Google Shape;2556;p47">
            <a:extLst>
              <a:ext uri="{FF2B5EF4-FFF2-40B4-BE49-F238E27FC236}">
                <a16:creationId xmlns:a16="http://schemas.microsoft.com/office/drawing/2014/main" id="{A40A6CAB-00D8-E7E8-5BD7-3038C7748EDD}"/>
              </a:ext>
            </a:extLst>
          </p:cNvPr>
          <p:cNvSpPr>
            <a:spLocks noGrp="1"/>
          </p:cNvSpPr>
          <p:nvPr/>
        </p:nvSpPr>
        <p:spPr>
          <a:xfrm>
            <a:off x="10732844" y="2421207"/>
            <a:ext cx="1064744" cy="699909"/>
          </a:xfrm>
          <a:custGeom>
            <a:avLst/>
            <a:gdLst/>
            <a:ahLst/>
            <a:cxnLst/>
            <a:rect l="l" t="t" r="r" b="b"/>
            <a:pathLst>
              <a:path w="1403078" h="900663">
                <a:moveTo>
                  <a:pt x="1388610" y="898735"/>
                </a:moveTo>
                <a:lnTo>
                  <a:pt x="14468" y="106749"/>
                </a:lnTo>
                <a:cubicBezTo>
                  <a:pt x="5520" y="100390"/>
                  <a:pt x="152" y="90152"/>
                  <a:pt x="0" y="79183"/>
                </a:cubicBezTo>
                <a:lnTo>
                  <a:pt x="0" y="12646"/>
                </a:lnTo>
                <a:cubicBezTo>
                  <a:pt x="0" y="2000"/>
                  <a:pt x="6472" y="-2848"/>
                  <a:pt x="14468" y="1715"/>
                </a:cubicBezTo>
                <a:lnTo>
                  <a:pt x="1388610" y="794177"/>
                </a:lnTo>
                <a:cubicBezTo>
                  <a:pt x="1397557" y="800536"/>
                  <a:pt x="1402926" y="810773"/>
                  <a:pt x="1403078" y="821742"/>
                </a:cubicBezTo>
                <a:lnTo>
                  <a:pt x="1403078" y="888280"/>
                </a:lnTo>
                <a:cubicBezTo>
                  <a:pt x="1403078" y="898735"/>
                  <a:pt x="1396606" y="903678"/>
                  <a:pt x="1388610" y="898735"/>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3" name="Google Shape;2557;p47">
            <a:extLst>
              <a:ext uri="{FF2B5EF4-FFF2-40B4-BE49-F238E27FC236}">
                <a16:creationId xmlns:a16="http://schemas.microsoft.com/office/drawing/2014/main" id="{895E16C0-C45F-D3EF-EB12-54C760C3FB2E}"/>
              </a:ext>
            </a:extLst>
          </p:cNvPr>
          <p:cNvSpPr>
            <a:spLocks noGrp="1"/>
          </p:cNvSpPr>
          <p:nvPr/>
        </p:nvSpPr>
        <p:spPr>
          <a:xfrm>
            <a:off x="10736167" y="2571083"/>
            <a:ext cx="958637" cy="611325"/>
          </a:xfrm>
          <a:custGeom>
            <a:avLst/>
            <a:gdLst/>
            <a:ahLst/>
            <a:cxnLst/>
            <a:rect l="l" t="t" r="r" b="b"/>
            <a:pathLst>
              <a:path w="1263255" h="786670">
                <a:moveTo>
                  <a:pt x="1248788" y="784956"/>
                </a:moveTo>
                <a:lnTo>
                  <a:pt x="14468" y="73195"/>
                </a:lnTo>
                <a:cubicBezTo>
                  <a:pt x="5521" y="66836"/>
                  <a:pt x="152" y="56599"/>
                  <a:pt x="0" y="45629"/>
                </a:cubicBezTo>
                <a:lnTo>
                  <a:pt x="0" y="12646"/>
                </a:lnTo>
                <a:cubicBezTo>
                  <a:pt x="0" y="2000"/>
                  <a:pt x="6472" y="-2848"/>
                  <a:pt x="14468" y="1715"/>
                </a:cubicBezTo>
                <a:lnTo>
                  <a:pt x="1248788" y="713381"/>
                </a:lnTo>
                <a:cubicBezTo>
                  <a:pt x="1257716" y="719807"/>
                  <a:pt x="1263075" y="730053"/>
                  <a:pt x="1263256" y="741042"/>
                </a:cubicBezTo>
                <a:lnTo>
                  <a:pt x="1263256" y="774025"/>
                </a:lnTo>
                <a:cubicBezTo>
                  <a:pt x="1263256" y="784671"/>
                  <a:pt x="1256783" y="789519"/>
                  <a:pt x="1248788" y="784956"/>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4" name="Google Shape;2558;p47">
            <a:extLst>
              <a:ext uri="{FF2B5EF4-FFF2-40B4-BE49-F238E27FC236}">
                <a16:creationId xmlns:a16="http://schemas.microsoft.com/office/drawing/2014/main" id="{FBD146AA-AD5A-8383-E57D-41144B80B5EC}"/>
              </a:ext>
            </a:extLst>
          </p:cNvPr>
          <p:cNvSpPr>
            <a:spLocks noGrp="1"/>
          </p:cNvSpPr>
          <p:nvPr/>
        </p:nvSpPr>
        <p:spPr>
          <a:xfrm>
            <a:off x="10736167" y="2668292"/>
            <a:ext cx="958637" cy="611456"/>
          </a:xfrm>
          <a:custGeom>
            <a:avLst/>
            <a:gdLst/>
            <a:ahLst/>
            <a:cxnLst/>
            <a:rect l="l" t="t" r="r" b="b"/>
            <a:pathLst>
              <a:path w="1263255" h="786839">
                <a:moveTo>
                  <a:pt x="1248788" y="784956"/>
                </a:moveTo>
                <a:lnTo>
                  <a:pt x="14468" y="73290"/>
                </a:lnTo>
                <a:cubicBezTo>
                  <a:pt x="5540" y="66864"/>
                  <a:pt x="181" y="56617"/>
                  <a:pt x="0" y="45629"/>
                </a:cubicBezTo>
                <a:lnTo>
                  <a:pt x="0" y="12646"/>
                </a:lnTo>
                <a:cubicBezTo>
                  <a:pt x="0" y="2000"/>
                  <a:pt x="6472" y="-2848"/>
                  <a:pt x="14468" y="1714"/>
                </a:cubicBezTo>
                <a:lnTo>
                  <a:pt x="1248788" y="713856"/>
                </a:lnTo>
                <a:cubicBezTo>
                  <a:pt x="1257735" y="720215"/>
                  <a:pt x="1263104" y="730453"/>
                  <a:pt x="1263256" y="741422"/>
                </a:cubicBezTo>
                <a:lnTo>
                  <a:pt x="1263256" y="774405"/>
                </a:lnTo>
                <a:cubicBezTo>
                  <a:pt x="1263256" y="784671"/>
                  <a:pt x="1256783" y="789899"/>
                  <a:pt x="1248788" y="784956"/>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5" name="Google Shape;2559;p47">
            <a:extLst>
              <a:ext uri="{FF2B5EF4-FFF2-40B4-BE49-F238E27FC236}">
                <a16:creationId xmlns:a16="http://schemas.microsoft.com/office/drawing/2014/main" id="{720CFFE3-E287-84CA-18B9-F35508E8DCB7}"/>
              </a:ext>
            </a:extLst>
          </p:cNvPr>
          <p:cNvSpPr>
            <a:spLocks noGrp="1"/>
          </p:cNvSpPr>
          <p:nvPr/>
        </p:nvSpPr>
        <p:spPr>
          <a:xfrm>
            <a:off x="10736167" y="2765426"/>
            <a:ext cx="784996" cy="508870"/>
          </a:xfrm>
          <a:custGeom>
            <a:avLst/>
            <a:gdLst/>
            <a:ahLst/>
            <a:cxnLst/>
            <a:rect l="l" t="t" r="r" b="b"/>
            <a:pathLst>
              <a:path w="1034438" h="654829">
                <a:moveTo>
                  <a:pt x="1019971" y="653117"/>
                </a:moveTo>
                <a:lnTo>
                  <a:pt x="14468" y="73290"/>
                </a:lnTo>
                <a:cubicBezTo>
                  <a:pt x="5540" y="66864"/>
                  <a:pt x="181" y="56618"/>
                  <a:pt x="0" y="45629"/>
                </a:cubicBezTo>
                <a:lnTo>
                  <a:pt x="0" y="12646"/>
                </a:lnTo>
                <a:cubicBezTo>
                  <a:pt x="0" y="2000"/>
                  <a:pt x="6472" y="-2848"/>
                  <a:pt x="14468" y="1715"/>
                </a:cubicBezTo>
                <a:lnTo>
                  <a:pt x="1019971" y="581542"/>
                </a:lnTo>
                <a:cubicBezTo>
                  <a:pt x="1028880" y="587929"/>
                  <a:pt x="1034248" y="598157"/>
                  <a:pt x="1034438" y="609107"/>
                </a:cubicBezTo>
                <a:lnTo>
                  <a:pt x="1034438" y="642091"/>
                </a:lnTo>
                <a:cubicBezTo>
                  <a:pt x="1034438" y="652832"/>
                  <a:pt x="1027871" y="657679"/>
                  <a:pt x="1019971" y="653117"/>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6" name="Google Shape;2560;p47">
            <a:extLst>
              <a:ext uri="{FF2B5EF4-FFF2-40B4-BE49-F238E27FC236}">
                <a16:creationId xmlns:a16="http://schemas.microsoft.com/office/drawing/2014/main" id="{0DCFD3C6-29B4-82DF-C787-BA5BB4A34A96}"/>
              </a:ext>
            </a:extLst>
          </p:cNvPr>
          <p:cNvSpPr>
            <a:spLocks noGrp="1"/>
          </p:cNvSpPr>
          <p:nvPr/>
        </p:nvSpPr>
        <p:spPr>
          <a:xfrm>
            <a:off x="10131600" y="1708657"/>
            <a:ext cx="215180" cy="370839"/>
          </a:xfrm>
          <a:custGeom>
            <a:avLst/>
            <a:gdLst/>
            <a:ahLst/>
            <a:cxnLst/>
            <a:rect l="l" t="t" r="r" b="b"/>
            <a:pathLst>
              <a:path w="283556" h="477207">
                <a:moveTo>
                  <a:pt x="269365" y="475409"/>
                </a:moveTo>
                <a:lnTo>
                  <a:pt x="14468" y="328646"/>
                </a:lnTo>
                <a:cubicBezTo>
                  <a:pt x="5521" y="322287"/>
                  <a:pt x="152" y="312050"/>
                  <a:pt x="0" y="301080"/>
                </a:cubicBezTo>
                <a:lnTo>
                  <a:pt x="0" y="12593"/>
                </a:lnTo>
                <a:cubicBezTo>
                  <a:pt x="0" y="2042"/>
                  <a:pt x="6472" y="-2901"/>
                  <a:pt x="14468" y="1757"/>
                </a:cubicBezTo>
                <a:lnTo>
                  <a:pt x="269080" y="148519"/>
                </a:lnTo>
                <a:cubicBezTo>
                  <a:pt x="278027" y="154878"/>
                  <a:pt x="283395" y="165116"/>
                  <a:pt x="283547" y="176085"/>
                </a:cubicBezTo>
                <a:lnTo>
                  <a:pt x="283547" y="464573"/>
                </a:lnTo>
                <a:cubicBezTo>
                  <a:pt x="283833" y="475409"/>
                  <a:pt x="277360" y="480066"/>
                  <a:pt x="269365" y="47540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7" name="Google Shape;2561;p47">
            <a:extLst>
              <a:ext uri="{FF2B5EF4-FFF2-40B4-BE49-F238E27FC236}">
                <a16:creationId xmlns:a16="http://schemas.microsoft.com/office/drawing/2014/main" id="{B4F841AA-9C48-FD3E-A05E-301AE4430D79}"/>
              </a:ext>
            </a:extLst>
          </p:cNvPr>
          <p:cNvSpPr>
            <a:spLocks noGrp="1"/>
          </p:cNvSpPr>
          <p:nvPr/>
        </p:nvSpPr>
        <p:spPr>
          <a:xfrm>
            <a:off x="10393073" y="1862892"/>
            <a:ext cx="215534" cy="370846"/>
          </a:xfrm>
          <a:custGeom>
            <a:avLst/>
            <a:gdLst/>
            <a:ahLst/>
            <a:cxnLst/>
            <a:rect l="l" t="t" r="r" b="b"/>
            <a:pathLst>
              <a:path w="284023" h="477216">
                <a:moveTo>
                  <a:pt x="269556" y="475502"/>
                </a:moveTo>
                <a:lnTo>
                  <a:pt x="14468" y="328644"/>
                </a:lnTo>
                <a:cubicBezTo>
                  <a:pt x="5521" y="322285"/>
                  <a:pt x="152" y="312048"/>
                  <a:pt x="0" y="301079"/>
                </a:cubicBezTo>
                <a:lnTo>
                  <a:pt x="0" y="12686"/>
                </a:lnTo>
                <a:cubicBezTo>
                  <a:pt x="0" y="2040"/>
                  <a:pt x="6472" y="-2903"/>
                  <a:pt x="14468" y="1755"/>
                </a:cubicBezTo>
                <a:lnTo>
                  <a:pt x="269556" y="148518"/>
                </a:lnTo>
                <a:cubicBezTo>
                  <a:pt x="278484" y="154943"/>
                  <a:pt x="283842" y="165190"/>
                  <a:pt x="284023" y="176178"/>
                </a:cubicBezTo>
                <a:lnTo>
                  <a:pt x="284023" y="464571"/>
                </a:lnTo>
                <a:cubicBezTo>
                  <a:pt x="283547" y="475217"/>
                  <a:pt x="277075" y="480065"/>
                  <a:pt x="269556" y="47550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8" name="Google Shape;2562;p47">
            <a:extLst>
              <a:ext uri="{FF2B5EF4-FFF2-40B4-BE49-F238E27FC236}">
                <a16:creationId xmlns:a16="http://schemas.microsoft.com/office/drawing/2014/main" id="{AF4FCC76-7C8A-225D-1AF8-3E49FF2F4C09}"/>
              </a:ext>
            </a:extLst>
          </p:cNvPr>
          <p:cNvSpPr>
            <a:spLocks noGrp="1"/>
          </p:cNvSpPr>
          <p:nvPr/>
        </p:nvSpPr>
        <p:spPr>
          <a:xfrm>
            <a:off x="10732844" y="1936463"/>
            <a:ext cx="1064744" cy="999651"/>
          </a:xfrm>
          <a:custGeom>
            <a:avLst/>
            <a:gdLst/>
            <a:ahLst/>
            <a:cxnLst/>
            <a:rect l="l" t="t" r="r" b="b"/>
            <a:pathLst>
              <a:path w="1403078" h="1286379">
                <a:moveTo>
                  <a:pt x="1388610" y="1284884"/>
                </a:moveTo>
                <a:lnTo>
                  <a:pt x="14468" y="492137"/>
                </a:lnTo>
                <a:cubicBezTo>
                  <a:pt x="5520" y="485777"/>
                  <a:pt x="152" y="475540"/>
                  <a:pt x="0" y="464571"/>
                </a:cubicBezTo>
                <a:lnTo>
                  <a:pt x="0" y="12686"/>
                </a:lnTo>
                <a:cubicBezTo>
                  <a:pt x="0" y="2040"/>
                  <a:pt x="6472" y="-2903"/>
                  <a:pt x="14468" y="1755"/>
                </a:cubicBezTo>
                <a:lnTo>
                  <a:pt x="1388610" y="794027"/>
                </a:lnTo>
                <a:cubicBezTo>
                  <a:pt x="1397539" y="800452"/>
                  <a:pt x="1402897" y="810699"/>
                  <a:pt x="1403078" y="821687"/>
                </a:cubicBezTo>
                <a:lnTo>
                  <a:pt x="1403078" y="1273572"/>
                </a:lnTo>
                <a:cubicBezTo>
                  <a:pt x="1403078" y="1284218"/>
                  <a:pt x="1396606" y="1289066"/>
                  <a:pt x="1388610" y="1284884"/>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9" name="Google Shape;2563;p47">
            <a:extLst>
              <a:ext uri="{FF2B5EF4-FFF2-40B4-BE49-F238E27FC236}">
                <a16:creationId xmlns:a16="http://schemas.microsoft.com/office/drawing/2014/main" id="{DB04D173-4CD0-081E-391E-8CFDC0306111}"/>
              </a:ext>
            </a:extLst>
          </p:cNvPr>
          <p:cNvSpPr>
            <a:spLocks noGrp="1"/>
          </p:cNvSpPr>
          <p:nvPr/>
        </p:nvSpPr>
        <p:spPr>
          <a:xfrm>
            <a:off x="10725910" y="1490683"/>
            <a:ext cx="321207" cy="423997"/>
          </a:xfrm>
          <a:custGeom>
            <a:avLst/>
            <a:gdLst/>
            <a:ahLst/>
            <a:cxnLst/>
            <a:rect l="l" t="t" r="r" b="b"/>
            <a:pathLst>
              <a:path w="423274" h="545612">
                <a:moveTo>
                  <a:pt x="211685" y="516844"/>
                </a:moveTo>
                <a:cubicBezTo>
                  <a:pt x="94991" y="449546"/>
                  <a:pt x="0" y="285389"/>
                  <a:pt x="0" y="150793"/>
                </a:cubicBezTo>
                <a:cubicBezTo>
                  <a:pt x="0" y="16197"/>
                  <a:pt x="95182" y="-38459"/>
                  <a:pt x="211685" y="28744"/>
                </a:cubicBezTo>
                <a:cubicBezTo>
                  <a:pt x="328187" y="95947"/>
                  <a:pt x="423274" y="260295"/>
                  <a:pt x="423274" y="394795"/>
                </a:cubicBezTo>
                <a:cubicBezTo>
                  <a:pt x="423274" y="529296"/>
                  <a:pt x="328283" y="584142"/>
                  <a:pt x="211685" y="516844"/>
                </a:cubicBezTo>
                <a:close/>
                <a:moveTo>
                  <a:pt x="211685" y="99274"/>
                </a:moveTo>
                <a:cubicBezTo>
                  <a:pt x="128686" y="51747"/>
                  <a:pt x="61202" y="90434"/>
                  <a:pt x="61202" y="186058"/>
                </a:cubicBezTo>
                <a:cubicBezTo>
                  <a:pt x="61202" y="281682"/>
                  <a:pt x="128686" y="398502"/>
                  <a:pt x="211685" y="446314"/>
                </a:cubicBezTo>
                <a:cubicBezTo>
                  <a:pt x="294683" y="494126"/>
                  <a:pt x="362167" y="455249"/>
                  <a:pt x="362167" y="359531"/>
                </a:cubicBezTo>
                <a:cubicBezTo>
                  <a:pt x="362167" y="263811"/>
                  <a:pt x="294493" y="147561"/>
                  <a:pt x="211685" y="99274"/>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0" name="Google Shape;2564;p47">
            <a:extLst>
              <a:ext uri="{FF2B5EF4-FFF2-40B4-BE49-F238E27FC236}">
                <a16:creationId xmlns:a16="http://schemas.microsoft.com/office/drawing/2014/main" id="{AE0BE28E-B865-5CBF-116C-48742711127D}"/>
              </a:ext>
            </a:extLst>
          </p:cNvPr>
          <p:cNvSpPr>
            <a:spLocks noGrp="1"/>
          </p:cNvSpPr>
          <p:nvPr/>
        </p:nvSpPr>
        <p:spPr>
          <a:xfrm>
            <a:off x="10725910" y="1490683"/>
            <a:ext cx="321207" cy="424011"/>
          </a:xfrm>
          <a:custGeom>
            <a:avLst/>
            <a:gdLst/>
            <a:ahLst/>
            <a:cxnLst/>
            <a:rect l="l" t="t" r="r" b="b"/>
            <a:pathLst>
              <a:path w="423274" h="545629">
                <a:moveTo>
                  <a:pt x="211685" y="516844"/>
                </a:moveTo>
                <a:cubicBezTo>
                  <a:pt x="94991" y="449546"/>
                  <a:pt x="0" y="285389"/>
                  <a:pt x="0" y="150793"/>
                </a:cubicBezTo>
                <a:cubicBezTo>
                  <a:pt x="0" y="16197"/>
                  <a:pt x="95182" y="-38459"/>
                  <a:pt x="211685" y="28744"/>
                </a:cubicBezTo>
                <a:lnTo>
                  <a:pt x="211685" y="99274"/>
                </a:lnTo>
                <a:cubicBezTo>
                  <a:pt x="128686" y="51747"/>
                  <a:pt x="61202" y="90434"/>
                  <a:pt x="61202" y="186058"/>
                </a:cubicBezTo>
                <a:cubicBezTo>
                  <a:pt x="61202" y="281682"/>
                  <a:pt x="128686" y="398502"/>
                  <a:pt x="211685" y="446314"/>
                </a:cubicBezTo>
                <a:cubicBezTo>
                  <a:pt x="294683" y="494126"/>
                  <a:pt x="362167" y="455249"/>
                  <a:pt x="362167" y="359531"/>
                </a:cubicBezTo>
                <a:lnTo>
                  <a:pt x="423274" y="394795"/>
                </a:lnTo>
                <a:cubicBezTo>
                  <a:pt x="423179" y="529391"/>
                  <a:pt x="328283" y="584142"/>
                  <a:pt x="211685" y="516844"/>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1" name="Google Shape;2565;p47">
            <a:extLst>
              <a:ext uri="{FF2B5EF4-FFF2-40B4-BE49-F238E27FC236}">
                <a16:creationId xmlns:a16="http://schemas.microsoft.com/office/drawing/2014/main" id="{1A221C14-D327-DB16-5387-0533E2DA56E2}"/>
              </a:ext>
            </a:extLst>
          </p:cNvPr>
          <p:cNvSpPr>
            <a:spLocks noGrp="1"/>
          </p:cNvSpPr>
          <p:nvPr/>
        </p:nvSpPr>
        <p:spPr>
          <a:xfrm>
            <a:off x="11100567" y="1711968"/>
            <a:ext cx="321134" cy="424030"/>
          </a:xfrm>
          <a:custGeom>
            <a:avLst/>
            <a:gdLst/>
            <a:ahLst/>
            <a:cxnLst/>
            <a:rect l="l" t="t" r="r" b="b"/>
            <a:pathLst>
              <a:path w="423179" h="545654">
                <a:moveTo>
                  <a:pt x="211589" y="516869"/>
                </a:moveTo>
                <a:cubicBezTo>
                  <a:pt x="94896" y="449571"/>
                  <a:pt x="0" y="285318"/>
                  <a:pt x="0" y="150817"/>
                </a:cubicBezTo>
                <a:cubicBezTo>
                  <a:pt x="0" y="16316"/>
                  <a:pt x="95182" y="-38529"/>
                  <a:pt x="211589" y="28769"/>
                </a:cubicBezTo>
                <a:cubicBezTo>
                  <a:pt x="327997" y="96066"/>
                  <a:pt x="423179" y="260224"/>
                  <a:pt x="423179" y="394820"/>
                </a:cubicBezTo>
                <a:cubicBezTo>
                  <a:pt x="423179" y="529416"/>
                  <a:pt x="328283" y="584167"/>
                  <a:pt x="211589" y="516869"/>
                </a:cubicBezTo>
                <a:close/>
                <a:moveTo>
                  <a:pt x="211589" y="99298"/>
                </a:moveTo>
                <a:cubicBezTo>
                  <a:pt x="128591" y="51772"/>
                  <a:pt x="61107" y="90363"/>
                  <a:pt x="61107" y="186082"/>
                </a:cubicBezTo>
                <a:cubicBezTo>
                  <a:pt x="61107" y="281801"/>
                  <a:pt x="128591" y="398432"/>
                  <a:pt x="211589" y="446339"/>
                </a:cubicBezTo>
                <a:cubicBezTo>
                  <a:pt x="294588" y="494246"/>
                  <a:pt x="362072" y="455274"/>
                  <a:pt x="362072" y="359555"/>
                </a:cubicBezTo>
                <a:cubicBezTo>
                  <a:pt x="362072" y="263836"/>
                  <a:pt x="294588" y="147110"/>
                  <a:pt x="211589" y="99298"/>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2" name="Google Shape;2566;p47">
            <a:extLst>
              <a:ext uri="{FF2B5EF4-FFF2-40B4-BE49-F238E27FC236}">
                <a16:creationId xmlns:a16="http://schemas.microsoft.com/office/drawing/2014/main" id="{92782A37-7716-52F1-EEAD-323AF513A949}"/>
              </a:ext>
            </a:extLst>
          </p:cNvPr>
          <p:cNvSpPr>
            <a:spLocks noGrp="1"/>
          </p:cNvSpPr>
          <p:nvPr/>
        </p:nvSpPr>
        <p:spPr>
          <a:xfrm>
            <a:off x="11100567" y="1711968"/>
            <a:ext cx="252082" cy="424262"/>
          </a:xfrm>
          <a:custGeom>
            <a:avLst/>
            <a:gdLst/>
            <a:ahLst/>
            <a:cxnLst/>
            <a:rect l="l" t="t" r="r" b="b"/>
            <a:pathLst>
              <a:path w="332185" h="545952">
                <a:moveTo>
                  <a:pt x="211589" y="516869"/>
                </a:moveTo>
                <a:cubicBezTo>
                  <a:pt x="94896" y="449571"/>
                  <a:pt x="0" y="285318"/>
                  <a:pt x="0" y="150817"/>
                </a:cubicBezTo>
                <a:cubicBezTo>
                  <a:pt x="0" y="16316"/>
                  <a:pt x="95182" y="-38529"/>
                  <a:pt x="211589" y="28769"/>
                </a:cubicBezTo>
                <a:lnTo>
                  <a:pt x="211589" y="99298"/>
                </a:lnTo>
                <a:cubicBezTo>
                  <a:pt x="128591" y="51772"/>
                  <a:pt x="61107" y="90363"/>
                  <a:pt x="61107" y="186082"/>
                </a:cubicBezTo>
                <a:cubicBezTo>
                  <a:pt x="61107" y="281801"/>
                  <a:pt x="128591" y="398432"/>
                  <a:pt x="211589" y="446339"/>
                </a:cubicBezTo>
                <a:cubicBezTo>
                  <a:pt x="242429" y="464114"/>
                  <a:pt x="272030" y="470483"/>
                  <a:pt x="297253" y="465350"/>
                </a:cubicBezTo>
                <a:lnTo>
                  <a:pt x="332185" y="543389"/>
                </a:lnTo>
                <a:cubicBezTo>
                  <a:pt x="296682" y="550898"/>
                  <a:pt x="254993" y="541868"/>
                  <a:pt x="211589" y="516869"/>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3" name="Google Shape;2567;p47">
            <a:extLst>
              <a:ext uri="{FF2B5EF4-FFF2-40B4-BE49-F238E27FC236}">
                <a16:creationId xmlns:a16="http://schemas.microsoft.com/office/drawing/2014/main" id="{CB83D134-5119-6B5C-5571-DF86A1378057}"/>
              </a:ext>
            </a:extLst>
          </p:cNvPr>
          <p:cNvSpPr>
            <a:spLocks noGrp="1"/>
          </p:cNvSpPr>
          <p:nvPr/>
        </p:nvSpPr>
        <p:spPr>
          <a:xfrm>
            <a:off x="11475225" y="1933125"/>
            <a:ext cx="321423" cy="424030"/>
          </a:xfrm>
          <a:custGeom>
            <a:avLst/>
            <a:gdLst/>
            <a:ahLst/>
            <a:cxnLst/>
            <a:rect l="l" t="t" r="r" b="b"/>
            <a:pathLst>
              <a:path w="423559" h="545654">
                <a:moveTo>
                  <a:pt x="211590" y="516869"/>
                </a:moveTo>
                <a:cubicBezTo>
                  <a:pt x="94896" y="449571"/>
                  <a:pt x="0" y="285318"/>
                  <a:pt x="0" y="150817"/>
                </a:cubicBezTo>
                <a:cubicBezTo>
                  <a:pt x="0" y="16317"/>
                  <a:pt x="95182" y="-38529"/>
                  <a:pt x="211590" y="28769"/>
                </a:cubicBezTo>
                <a:cubicBezTo>
                  <a:pt x="327997" y="96066"/>
                  <a:pt x="423560" y="260224"/>
                  <a:pt x="423560" y="394820"/>
                </a:cubicBezTo>
                <a:cubicBezTo>
                  <a:pt x="423560" y="529416"/>
                  <a:pt x="328378" y="584167"/>
                  <a:pt x="211590" y="516869"/>
                </a:cubicBezTo>
                <a:close/>
                <a:moveTo>
                  <a:pt x="211590" y="99298"/>
                </a:moveTo>
                <a:cubicBezTo>
                  <a:pt x="128686" y="51772"/>
                  <a:pt x="61107" y="90363"/>
                  <a:pt x="61107" y="186082"/>
                </a:cubicBezTo>
                <a:cubicBezTo>
                  <a:pt x="61107" y="281801"/>
                  <a:pt x="128686" y="398432"/>
                  <a:pt x="211590" y="446339"/>
                </a:cubicBezTo>
                <a:cubicBezTo>
                  <a:pt x="294493" y="494246"/>
                  <a:pt x="362072" y="455274"/>
                  <a:pt x="362072" y="359555"/>
                </a:cubicBezTo>
                <a:cubicBezTo>
                  <a:pt x="362072" y="263836"/>
                  <a:pt x="294588" y="147110"/>
                  <a:pt x="211590" y="99298"/>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4" name="Google Shape;2568;p47">
            <a:extLst>
              <a:ext uri="{FF2B5EF4-FFF2-40B4-BE49-F238E27FC236}">
                <a16:creationId xmlns:a16="http://schemas.microsoft.com/office/drawing/2014/main" id="{CA5546E1-7989-B267-F477-D05F2BCCE9C6}"/>
              </a:ext>
            </a:extLst>
          </p:cNvPr>
          <p:cNvSpPr>
            <a:spLocks noGrp="1"/>
          </p:cNvSpPr>
          <p:nvPr/>
        </p:nvSpPr>
        <p:spPr>
          <a:xfrm>
            <a:off x="11475225" y="1933111"/>
            <a:ext cx="160567" cy="222991"/>
          </a:xfrm>
          <a:custGeom>
            <a:avLst/>
            <a:gdLst/>
            <a:ahLst/>
            <a:cxnLst/>
            <a:rect l="l" t="t" r="r" b="b"/>
            <a:pathLst>
              <a:path w="211589" h="286951">
                <a:moveTo>
                  <a:pt x="27412" y="286951"/>
                </a:moveTo>
                <a:cubicBezTo>
                  <a:pt x="10194" y="243588"/>
                  <a:pt x="904" y="197477"/>
                  <a:pt x="0" y="150835"/>
                </a:cubicBezTo>
                <a:cubicBezTo>
                  <a:pt x="0" y="16239"/>
                  <a:pt x="95182" y="-38512"/>
                  <a:pt x="211590" y="28786"/>
                </a:cubicBezTo>
                <a:lnTo>
                  <a:pt x="211590" y="99315"/>
                </a:lnTo>
                <a:cubicBezTo>
                  <a:pt x="128686" y="51789"/>
                  <a:pt x="61107" y="90380"/>
                  <a:pt x="61107" y="186099"/>
                </a:cubicBezTo>
                <a:cubicBezTo>
                  <a:pt x="61830" y="219254"/>
                  <a:pt x="68540" y="252000"/>
                  <a:pt x="80905" y="282769"/>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5" name="Google Shape;2569;p47">
            <a:extLst>
              <a:ext uri="{FF2B5EF4-FFF2-40B4-BE49-F238E27FC236}">
                <a16:creationId xmlns:a16="http://schemas.microsoft.com/office/drawing/2014/main" id="{413163A9-EC89-A1CF-BFD5-F923A4292E40}"/>
              </a:ext>
            </a:extLst>
          </p:cNvPr>
          <p:cNvSpPr>
            <a:spLocks noGrp="1"/>
          </p:cNvSpPr>
          <p:nvPr/>
        </p:nvSpPr>
        <p:spPr>
          <a:xfrm>
            <a:off x="10864953" y="4047976"/>
            <a:ext cx="326190" cy="192643"/>
          </a:xfrm>
          <a:custGeom>
            <a:avLst/>
            <a:gdLst/>
            <a:ahLst/>
            <a:cxnLst/>
            <a:rect l="l" t="t" r="r" b="b"/>
            <a:pathLst>
              <a:path w="429841" h="247899">
                <a:moveTo>
                  <a:pt x="429842" y="123950"/>
                </a:moveTo>
                <a:cubicBezTo>
                  <a:pt x="429842" y="192405"/>
                  <a:pt x="333619" y="247900"/>
                  <a:pt x="214921" y="247900"/>
                </a:cubicBezTo>
                <a:cubicBezTo>
                  <a:pt x="96224" y="247900"/>
                  <a:pt x="0" y="192406"/>
                  <a:pt x="0" y="123950"/>
                </a:cubicBezTo>
                <a:cubicBezTo>
                  <a:pt x="0" y="55494"/>
                  <a:pt x="96224" y="0"/>
                  <a:pt x="214921" y="0"/>
                </a:cubicBezTo>
                <a:cubicBezTo>
                  <a:pt x="333619" y="0"/>
                  <a:pt x="429842" y="55494"/>
                  <a:pt x="429842" y="123950"/>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6" name="Google Shape;2570;p47">
            <a:extLst>
              <a:ext uri="{FF2B5EF4-FFF2-40B4-BE49-F238E27FC236}">
                <a16:creationId xmlns:a16="http://schemas.microsoft.com/office/drawing/2014/main" id="{15EE0177-CF98-1FEC-53F8-F91F175A0423}"/>
              </a:ext>
            </a:extLst>
          </p:cNvPr>
          <p:cNvSpPr>
            <a:spLocks noGrp="1"/>
          </p:cNvSpPr>
          <p:nvPr/>
        </p:nvSpPr>
        <p:spPr>
          <a:xfrm>
            <a:off x="9140748" y="4085943"/>
            <a:ext cx="326190" cy="192643"/>
          </a:xfrm>
          <a:custGeom>
            <a:avLst/>
            <a:gdLst/>
            <a:ahLst/>
            <a:cxnLst/>
            <a:rect l="l" t="t" r="r" b="b"/>
            <a:pathLst>
              <a:path w="429841" h="247899">
                <a:moveTo>
                  <a:pt x="429842" y="123950"/>
                </a:moveTo>
                <a:cubicBezTo>
                  <a:pt x="429842" y="192405"/>
                  <a:pt x="333619" y="247900"/>
                  <a:pt x="214921" y="247900"/>
                </a:cubicBezTo>
                <a:cubicBezTo>
                  <a:pt x="96223" y="247900"/>
                  <a:pt x="0" y="192406"/>
                  <a:pt x="0" y="123950"/>
                </a:cubicBezTo>
                <a:cubicBezTo>
                  <a:pt x="0" y="55494"/>
                  <a:pt x="96223" y="0"/>
                  <a:pt x="214921" y="0"/>
                </a:cubicBezTo>
                <a:cubicBezTo>
                  <a:pt x="333619" y="0"/>
                  <a:pt x="429842" y="55494"/>
                  <a:pt x="429842" y="123950"/>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7" name="Google Shape;2571;p47">
            <a:extLst>
              <a:ext uri="{FF2B5EF4-FFF2-40B4-BE49-F238E27FC236}">
                <a16:creationId xmlns:a16="http://schemas.microsoft.com/office/drawing/2014/main" id="{741B4D22-2A64-49F3-F8C4-31FBFA937BB9}"/>
              </a:ext>
            </a:extLst>
          </p:cNvPr>
          <p:cNvSpPr>
            <a:spLocks noGrp="1"/>
          </p:cNvSpPr>
          <p:nvPr/>
        </p:nvSpPr>
        <p:spPr>
          <a:xfrm>
            <a:off x="8575186" y="3212174"/>
            <a:ext cx="326190" cy="192643"/>
          </a:xfrm>
          <a:custGeom>
            <a:avLst/>
            <a:gdLst/>
            <a:ahLst/>
            <a:cxnLst/>
            <a:rect l="l" t="t" r="r" b="b"/>
            <a:pathLst>
              <a:path w="429841" h="247899">
                <a:moveTo>
                  <a:pt x="429842" y="123950"/>
                </a:moveTo>
                <a:cubicBezTo>
                  <a:pt x="429842" y="192406"/>
                  <a:pt x="333619" y="247900"/>
                  <a:pt x="214921" y="247900"/>
                </a:cubicBezTo>
                <a:cubicBezTo>
                  <a:pt x="96223" y="247900"/>
                  <a:pt x="0" y="192406"/>
                  <a:pt x="0" y="123950"/>
                </a:cubicBezTo>
                <a:cubicBezTo>
                  <a:pt x="0" y="55494"/>
                  <a:pt x="96223" y="0"/>
                  <a:pt x="214921" y="0"/>
                </a:cubicBezTo>
                <a:cubicBezTo>
                  <a:pt x="333619" y="0"/>
                  <a:pt x="429842" y="55494"/>
                  <a:pt x="429842" y="123950"/>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8" name="Google Shape;2572;p47">
            <a:extLst>
              <a:ext uri="{FF2B5EF4-FFF2-40B4-BE49-F238E27FC236}">
                <a16:creationId xmlns:a16="http://schemas.microsoft.com/office/drawing/2014/main" id="{A8419329-BBFF-A00B-5684-9F5248656217}"/>
              </a:ext>
            </a:extLst>
          </p:cNvPr>
          <p:cNvSpPr>
            <a:spLocks noGrp="1"/>
          </p:cNvSpPr>
          <p:nvPr/>
        </p:nvSpPr>
        <p:spPr>
          <a:xfrm>
            <a:off x="11027679" y="4121250"/>
            <a:ext cx="88468" cy="70113"/>
          </a:xfrm>
          <a:custGeom>
            <a:avLst/>
            <a:gdLst/>
            <a:ahLst/>
            <a:cxnLst/>
            <a:rect l="l" t="t" r="r" b="b"/>
            <a:pathLst>
              <a:path w="116580" h="90224">
                <a:moveTo>
                  <a:pt x="107376" y="2"/>
                </a:moveTo>
                <a:cubicBezTo>
                  <a:pt x="93384" y="11314"/>
                  <a:pt x="72729" y="953"/>
                  <a:pt x="71682" y="1998"/>
                </a:cubicBezTo>
                <a:cubicBezTo>
                  <a:pt x="55302" y="17235"/>
                  <a:pt x="38074" y="31550"/>
                  <a:pt x="20094" y="44868"/>
                </a:cubicBezTo>
                <a:cubicBezTo>
                  <a:pt x="11432" y="51711"/>
                  <a:pt x="-2179" y="60932"/>
                  <a:pt x="296" y="74049"/>
                </a:cubicBezTo>
                <a:cubicBezTo>
                  <a:pt x="4674" y="97622"/>
                  <a:pt x="42366" y="90398"/>
                  <a:pt x="56644" y="83554"/>
                </a:cubicBezTo>
                <a:cubicBezTo>
                  <a:pt x="70921" y="76711"/>
                  <a:pt x="82438" y="64544"/>
                  <a:pt x="95954" y="56084"/>
                </a:cubicBezTo>
                <a:cubicBezTo>
                  <a:pt x="105472" y="50095"/>
                  <a:pt x="114990" y="47054"/>
                  <a:pt x="116513" y="34887"/>
                </a:cubicBezTo>
                <a:cubicBezTo>
                  <a:pt x="117370" y="27187"/>
                  <a:pt x="109850" y="-283"/>
                  <a:pt x="107376" y="2"/>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9" name="Google Shape;2573;p47">
            <a:extLst>
              <a:ext uri="{FF2B5EF4-FFF2-40B4-BE49-F238E27FC236}">
                <a16:creationId xmlns:a16="http://schemas.microsoft.com/office/drawing/2014/main" id="{38329928-71C0-E776-0A01-93EB813ADE51}"/>
              </a:ext>
            </a:extLst>
          </p:cNvPr>
          <p:cNvSpPr>
            <a:spLocks noGrp="1"/>
          </p:cNvSpPr>
          <p:nvPr/>
        </p:nvSpPr>
        <p:spPr>
          <a:xfrm>
            <a:off x="11028048" y="4144298"/>
            <a:ext cx="88066" cy="47001"/>
          </a:xfrm>
          <a:custGeom>
            <a:avLst/>
            <a:gdLst/>
            <a:ahLst/>
            <a:cxnLst/>
            <a:rect l="l" t="t" r="r" b="b"/>
            <a:pathLst>
              <a:path w="116051" h="60483">
                <a:moveTo>
                  <a:pt x="115837" y="0"/>
                </a:moveTo>
                <a:cubicBezTo>
                  <a:pt x="113933" y="11597"/>
                  <a:pt x="104605" y="14828"/>
                  <a:pt x="95087" y="20722"/>
                </a:cubicBezTo>
                <a:cubicBezTo>
                  <a:pt x="81381" y="29182"/>
                  <a:pt x="69388" y="41443"/>
                  <a:pt x="55110" y="48572"/>
                </a:cubicBezTo>
                <a:cubicBezTo>
                  <a:pt x="40833" y="55701"/>
                  <a:pt x="9233" y="61880"/>
                  <a:pt x="0" y="45055"/>
                </a:cubicBezTo>
                <a:cubicBezTo>
                  <a:pt x="5045" y="67773"/>
                  <a:pt x="42071" y="60644"/>
                  <a:pt x="56157" y="53515"/>
                </a:cubicBezTo>
                <a:cubicBezTo>
                  <a:pt x="70244" y="46386"/>
                  <a:pt x="81952" y="34505"/>
                  <a:pt x="95468" y="26045"/>
                </a:cubicBezTo>
                <a:cubicBezTo>
                  <a:pt x="104986" y="20056"/>
                  <a:pt x="114504" y="17015"/>
                  <a:pt x="116027" y="4848"/>
                </a:cubicBezTo>
                <a:cubicBezTo>
                  <a:pt x="116093" y="3232"/>
                  <a:pt x="116027" y="1606"/>
                  <a:pt x="115837" y="0"/>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0" name="Google Shape;2574;p47">
            <a:extLst>
              <a:ext uri="{FF2B5EF4-FFF2-40B4-BE49-F238E27FC236}">
                <a16:creationId xmlns:a16="http://schemas.microsoft.com/office/drawing/2014/main" id="{3EEE116C-29C5-9187-0C61-8686B74B25B1}"/>
              </a:ext>
            </a:extLst>
          </p:cNvPr>
          <p:cNvSpPr>
            <a:spLocks noGrp="1"/>
          </p:cNvSpPr>
          <p:nvPr/>
        </p:nvSpPr>
        <p:spPr>
          <a:xfrm>
            <a:off x="10936886" y="4086189"/>
            <a:ext cx="88459" cy="67520"/>
          </a:xfrm>
          <a:custGeom>
            <a:avLst/>
            <a:gdLst/>
            <a:ahLst/>
            <a:cxnLst/>
            <a:rect l="l" t="t" r="r" b="b"/>
            <a:pathLst>
              <a:path w="116569" h="86887">
                <a:moveTo>
                  <a:pt x="105663" y="63"/>
                </a:moveTo>
                <a:cubicBezTo>
                  <a:pt x="91671" y="11470"/>
                  <a:pt x="67590" y="-982"/>
                  <a:pt x="66162" y="63"/>
                </a:cubicBezTo>
                <a:cubicBezTo>
                  <a:pt x="51656" y="14825"/>
                  <a:pt x="36275" y="28693"/>
                  <a:pt x="20094" y="41602"/>
                </a:cubicBezTo>
                <a:cubicBezTo>
                  <a:pt x="11432" y="48446"/>
                  <a:pt x="-2179" y="57666"/>
                  <a:pt x="296" y="70783"/>
                </a:cubicBezTo>
                <a:cubicBezTo>
                  <a:pt x="4674" y="94261"/>
                  <a:pt x="42367" y="87037"/>
                  <a:pt x="56644" y="80288"/>
                </a:cubicBezTo>
                <a:cubicBezTo>
                  <a:pt x="70921" y="73540"/>
                  <a:pt x="82438" y="61278"/>
                  <a:pt x="95954" y="52818"/>
                </a:cubicBezTo>
                <a:cubicBezTo>
                  <a:pt x="105472" y="46830"/>
                  <a:pt x="114990" y="43313"/>
                  <a:pt x="116513" y="31621"/>
                </a:cubicBezTo>
                <a:cubicBezTo>
                  <a:pt x="117370" y="23922"/>
                  <a:pt x="108137" y="-222"/>
                  <a:pt x="105663" y="63"/>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1" name="Google Shape;2575;p47">
            <a:extLst>
              <a:ext uri="{FF2B5EF4-FFF2-40B4-BE49-F238E27FC236}">
                <a16:creationId xmlns:a16="http://schemas.microsoft.com/office/drawing/2014/main" id="{6F03D8D4-96DA-57C7-F22B-5D3737E5C66D}"/>
              </a:ext>
            </a:extLst>
          </p:cNvPr>
          <p:cNvSpPr>
            <a:spLocks noGrp="1"/>
          </p:cNvSpPr>
          <p:nvPr/>
        </p:nvSpPr>
        <p:spPr>
          <a:xfrm>
            <a:off x="10937111" y="4107955"/>
            <a:ext cx="88101" cy="47149"/>
          </a:xfrm>
          <a:custGeom>
            <a:avLst/>
            <a:gdLst/>
            <a:ahLst/>
            <a:cxnLst/>
            <a:rect l="l" t="t" r="r" b="b"/>
            <a:pathLst>
              <a:path w="116097" h="60673">
                <a:moveTo>
                  <a:pt x="115741" y="0"/>
                </a:moveTo>
                <a:cubicBezTo>
                  <a:pt x="114218" y="11407"/>
                  <a:pt x="104700" y="14828"/>
                  <a:pt x="95182" y="20912"/>
                </a:cubicBezTo>
                <a:cubicBezTo>
                  <a:pt x="81476" y="29372"/>
                  <a:pt x="69388" y="41634"/>
                  <a:pt x="55205" y="48858"/>
                </a:cubicBezTo>
                <a:cubicBezTo>
                  <a:pt x="41023" y="56082"/>
                  <a:pt x="9233" y="62070"/>
                  <a:pt x="0" y="45246"/>
                </a:cubicBezTo>
                <a:cubicBezTo>
                  <a:pt x="5045" y="67964"/>
                  <a:pt x="42071" y="60835"/>
                  <a:pt x="56157" y="53706"/>
                </a:cubicBezTo>
                <a:cubicBezTo>
                  <a:pt x="70244" y="46577"/>
                  <a:pt x="82047" y="34695"/>
                  <a:pt x="95468" y="26235"/>
                </a:cubicBezTo>
                <a:cubicBezTo>
                  <a:pt x="104986" y="20246"/>
                  <a:pt x="114504" y="16730"/>
                  <a:pt x="116027" y="5133"/>
                </a:cubicBezTo>
                <a:cubicBezTo>
                  <a:pt x="116179" y="3413"/>
                  <a:pt x="116084" y="1692"/>
                  <a:pt x="115741" y="0"/>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2" name="Google Shape;2576;p47">
            <a:extLst>
              <a:ext uri="{FF2B5EF4-FFF2-40B4-BE49-F238E27FC236}">
                <a16:creationId xmlns:a16="http://schemas.microsoft.com/office/drawing/2014/main" id="{298A7E73-D99F-42EA-2F7C-1AF880279FFE}"/>
              </a:ext>
            </a:extLst>
          </p:cNvPr>
          <p:cNvSpPr>
            <a:spLocks noGrp="1"/>
          </p:cNvSpPr>
          <p:nvPr/>
        </p:nvSpPr>
        <p:spPr>
          <a:xfrm>
            <a:off x="10959502" y="3682188"/>
            <a:ext cx="152067" cy="446179"/>
          </a:xfrm>
          <a:custGeom>
            <a:avLst/>
            <a:gdLst/>
            <a:ahLst/>
            <a:cxnLst/>
            <a:rect l="l" t="t" r="r" b="b"/>
            <a:pathLst>
              <a:path w="200389" h="574156">
                <a:moveTo>
                  <a:pt x="197978" y="49713"/>
                </a:moveTo>
                <a:cubicBezTo>
                  <a:pt x="197312" y="70815"/>
                  <a:pt x="190745" y="162447"/>
                  <a:pt x="187794" y="211304"/>
                </a:cubicBezTo>
                <a:cubicBezTo>
                  <a:pt x="184843" y="260162"/>
                  <a:pt x="184177" y="319285"/>
                  <a:pt x="184177" y="319285"/>
                </a:cubicBezTo>
                <a:cubicBezTo>
                  <a:pt x="184177" y="319285"/>
                  <a:pt x="192553" y="354645"/>
                  <a:pt x="197978" y="396183"/>
                </a:cubicBezTo>
                <a:cubicBezTo>
                  <a:pt x="203404" y="437722"/>
                  <a:pt x="197978" y="568896"/>
                  <a:pt x="197978" y="568896"/>
                </a:cubicBezTo>
                <a:cubicBezTo>
                  <a:pt x="187080" y="575911"/>
                  <a:pt x="173088" y="575911"/>
                  <a:pt x="162190" y="568896"/>
                </a:cubicBezTo>
                <a:cubicBezTo>
                  <a:pt x="162190" y="568896"/>
                  <a:pt x="139822" y="464337"/>
                  <a:pt x="129448" y="416810"/>
                </a:cubicBezTo>
                <a:cubicBezTo>
                  <a:pt x="119073" y="369283"/>
                  <a:pt x="117359" y="342193"/>
                  <a:pt x="111934" y="312916"/>
                </a:cubicBezTo>
                <a:cubicBezTo>
                  <a:pt x="105462" y="277462"/>
                  <a:pt x="91375" y="111973"/>
                  <a:pt x="91375" y="111973"/>
                </a:cubicBezTo>
                <a:lnTo>
                  <a:pt x="85759" y="111973"/>
                </a:lnTo>
                <a:lnTo>
                  <a:pt x="70815" y="298753"/>
                </a:lnTo>
                <a:cubicBezTo>
                  <a:pt x="75479" y="312508"/>
                  <a:pt x="78668" y="326718"/>
                  <a:pt x="80334" y="341147"/>
                </a:cubicBezTo>
                <a:cubicBezTo>
                  <a:pt x="84426" y="371660"/>
                  <a:pt x="76050" y="524696"/>
                  <a:pt x="76050" y="524696"/>
                </a:cubicBezTo>
                <a:cubicBezTo>
                  <a:pt x="63896" y="531473"/>
                  <a:pt x="48952" y="530846"/>
                  <a:pt x="37406" y="523080"/>
                </a:cubicBezTo>
                <a:cubicBezTo>
                  <a:pt x="37406" y="523080"/>
                  <a:pt x="0" y="320331"/>
                  <a:pt x="0" y="289533"/>
                </a:cubicBezTo>
                <a:cubicBezTo>
                  <a:pt x="0" y="269097"/>
                  <a:pt x="3522" y="0"/>
                  <a:pt x="3522" y="0"/>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3" name="Google Shape;2577;p47">
            <a:extLst>
              <a:ext uri="{FF2B5EF4-FFF2-40B4-BE49-F238E27FC236}">
                <a16:creationId xmlns:a16="http://schemas.microsoft.com/office/drawing/2014/main" id="{383293A4-1951-E034-382A-4105D84FED73}"/>
              </a:ext>
            </a:extLst>
          </p:cNvPr>
          <p:cNvSpPr>
            <a:spLocks noGrp="1"/>
          </p:cNvSpPr>
          <p:nvPr/>
        </p:nvSpPr>
        <p:spPr>
          <a:xfrm>
            <a:off x="10993799" y="3403784"/>
            <a:ext cx="97486" cy="96922"/>
          </a:xfrm>
          <a:custGeom>
            <a:avLst/>
            <a:gdLst/>
            <a:ahLst/>
            <a:cxnLst/>
            <a:rect l="l" t="t" r="r" b="b"/>
            <a:pathLst>
              <a:path w="128464" h="124722">
                <a:moveTo>
                  <a:pt x="102147" y="0"/>
                </a:moveTo>
                <a:cubicBezTo>
                  <a:pt x="102147" y="0"/>
                  <a:pt x="99767" y="46006"/>
                  <a:pt x="100814" y="50093"/>
                </a:cubicBezTo>
                <a:cubicBezTo>
                  <a:pt x="101861" y="54181"/>
                  <a:pt x="121945" y="67678"/>
                  <a:pt x="127846" y="72431"/>
                </a:cubicBezTo>
                <a:cubicBezTo>
                  <a:pt x="133747" y="77183"/>
                  <a:pt x="95960" y="114445"/>
                  <a:pt x="77590" y="122904"/>
                </a:cubicBezTo>
                <a:cubicBezTo>
                  <a:pt x="59220" y="131364"/>
                  <a:pt x="1444" y="109122"/>
                  <a:pt x="112" y="80606"/>
                </a:cubicBezTo>
                <a:cubicBezTo>
                  <a:pt x="-1221" y="52089"/>
                  <a:pt x="9630" y="28136"/>
                  <a:pt x="19148" y="26900"/>
                </a:cubicBezTo>
                <a:cubicBezTo>
                  <a:pt x="28666" y="25665"/>
                  <a:pt x="102147" y="0"/>
                  <a:pt x="102147" y="0"/>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4" name="Google Shape;2578;p47">
            <a:extLst>
              <a:ext uri="{FF2B5EF4-FFF2-40B4-BE49-F238E27FC236}">
                <a16:creationId xmlns:a16="http://schemas.microsoft.com/office/drawing/2014/main" id="{65B730CA-85BC-9CF5-FF67-641EA940C777}"/>
              </a:ext>
            </a:extLst>
          </p:cNvPr>
          <p:cNvSpPr>
            <a:spLocks noGrp="1"/>
          </p:cNvSpPr>
          <p:nvPr/>
        </p:nvSpPr>
        <p:spPr>
          <a:xfrm>
            <a:off x="10839673" y="3426831"/>
            <a:ext cx="138481" cy="277959"/>
          </a:xfrm>
          <a:custGeom>
            <a:avLst/>
            <a:gdLst/>
            <a:ahLst/>
            <a:cxnLst/>
            <a:rect l="l" t="t" r="r" b="b"/>
            <a:pathLst>
              <a:path w="182485" h="357686">
                <a:moveTo>
                  <a:pt x="179037" y="55702"/>
                </a:moveTo>
                <a:cubicBezTo>
                  <a:pt x="176277" y="35455"/>
                  <a:pt x="189697" y="16159"/>
                  <a:pt x="176752" y="0"/>
                </a:cubicBezTo>
                <a:cubicBezTo>
                  <a:pt x="131255" y="44485"/>
                  <a:pt x="136966" y="162352"/>
                  <a:pt x="126687" y="237634"/>
                </a:cubicBezTo>
                <a:cubicBezTo>
                  <a:pt x="92897" y="272899"/>
                  <a:pt x="25032" y="307594"/>
                  <a:pt x="5901" y="316243"/>
                </a:cubicBezTo>
                <a:cubicBezTo>
                  <a:pt x="2379" y="317764"/>
                  <a:pt x="-572" y="319475"/>
                  <a:pt x="95" y="323182"/>
                </a:cubicBezTo>
                <a:cubicBezTo>
                  <a:pt x="2665" y="335739"/>
                  <a:pt x="8061" y="347535"/>
                  <a:pt x="15895" y="357687"/>
                </a:cubicBezTo>
                <a:cubicBezTo>
                  <a:pt x="60821" y="338676"/>
                  <a:pt x="93183" y="327270"/>
                  <a:pt x="149150" y="274040"/>
                </a:cubicBezTo>
                <a:cubicBezTo>
                  <a:pt x="154509" y="268175"/>
                  <a:pt x="159287" y="261806"/>
                  <a:pt x="163427" y="255029"/>
                </a:cubicBezTo>
                <a:cubicBezTo>
                  <a:pt x="179608" y="207502"/>
                  <a:pt x="183605" y="90776"/>
                  <a:pt x="179037" y="55702"/>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5" name="Google Shape;2579;p47">
            <a:extLst>
              <a:ext uri="{FF2B5EF4-FFF2-40B4-BE49-F238E27FC236}">
                <a16:creationId xmlns:a16="http://schemas.microsoft.com/office/drawing/2014/main" id="{8B285F46-5DA1-E517-83C4-7E2FD2CC8E0A}"/>
              </a:ext>
            </a:extLst>
          </p:cNvPr>
          <p:cNvSpPr>
            <a:spLocks noGrp="1"/>
          </p:cNvSpPr>
          <p:nvPr/>
        </p:nvSpPr>
        <p:spPr>
          <a:xfrm>
            <a:off x="10959488" y="3417318"/>
            <a:ext cx="158015" cy="325649"/>
          </a:xfrm>
          <a:custGeom>
            <a:avLst/>
            <a:gdLst/>
            <a:ahLst/>
            <a:cxnLst/>
            <a:rect l="l" t="t" r="r" b="b"/>
            <a:pathLst>
              <a:path w="208226" h="419055">
                <a:moveTo>
                  <a:pt x="152500" y="40568"/>
                </a:moveTo>
                <a:cubicBezTo>
                  <a:pt x="152500" y="40568"/>
                  <a:pt x="119091" y="90376"/>
                  <a:pt x="72357" y="95033"/>
                </a:cubicBezTo>
                <a:cubicBezTo>
                  <a:pt x="57699" y="80585"/>
                  <a:pt x="56366" y="29066"/>
                  <a:pt x="76736" y="12527"/>
                </a:cubicBezTo>
                <a:cubicBezTo>
                  <a:pt x="76736" y="12527"/>
                  <a:pt x="57699" y="-2491"/>
                  <a:pt x="45135" y="360"/>
                </a:cubicBezTo>
                <a:cubicBezTo>
                  <a:pt x="31448" y="8744"/>
                  <a:pt x="21301" y="21823"/>
                  <a:pt x="16580" y="37146"/>
                </a:cubicBezTo>
                <a:cubicBezTo>
                  <a:pt x="4702" y="71346"/>
                  <a:pt x="-885" y="107419"/>
                  <a:pt x="114" y="143606"/>
                </a:cubicBezTo>
                <a:cubicBezTo>
                  <a:pt x="875" y="192463"/>
                  <a:pt x="114" y="341698"/>
                  <a:pt x="114" y="341698"/>
                </a:cubicBezTo>
                <a:cubicBezTo>
                  <a:pt x="114" y="341698"/>
                  <a:pt x="6681" y="373256"/>
                  <a:pt x="48942" y="396734"/>
                </a:cubicBezTo>
                <a:cubicBezTo>
                  <a:pt x="91203" y="420212"/>
                  <a:pt x="122423" y="422493"/>
                  <a:pt x="151073" y="415745"/>
                </a:cubicBezTo>
                <a:cubicBezTo>
                  <a:pt x="174678" y="410231"/>
                  <a:pt x="194190" y="401866"/>
                  <a:pt x="202376" y="384757"/>
                </a:cubicBezTo>
                <a:cubicBezTo>
                  <a:pt x="200282" y="350538"/>
                  <a:pt x="184957" y="261187"/>
                  <a:pt x="190668" y="218223"/>
                </a:cubicBezTo>
                <a:cubicBezTo>
                  <a:pt x="196379" y="175259"/>
                  <a:pt x="205517" y="143036"/>
                  <a:pt x="207801" y="108246"/>
                </a:cubicBezTo>
                <a:cubicBezTo>
                  <a:pt x="210086" y="73456"/>
                  <a:pt x="203233" y="74122"/>
                  <a:pt x="185814" y="61765"/>
                </a:cubicBezTo>
                <a:cubicBezTo>
                  <a:pt x="175239" y="53904"/>
                  <a:pt x="164103" y="46813"/>
                  <a:pt x="152500" y="40568"/>
                </a:cubicBezTo>
                <a:close/>
              </a:path>
            </a:pathLst>
          </a:custGeom>
          <a:solidFill>
            <a:srgbClr val="F4F4F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6" name="Google Shape;2580;p47">
            <a:extLst>
              <a:ext uri="{FF2B5EF4-FFF2-40B4-BE49-F238E27FC236}">
                <a16:creationId xmlns:a16="http://schemas.microsoft.com/office/drawing/2014/main" id="{9D1CBC63-2EF9-FD01-31CB-E42C52560541}"/>
              </a:ext>
            </a:extLst>
          </p:cNvPr>
          <p:cNvSpPr>
            <a:spLocks noGrp="1"/>
          </p:cNvSpPr>
          <p:nvPr/>
        </p:nvSpPr>
        <p:spPr>
          <a:xfrm>
            <a:off x="10989828" y="3303164"/>
            <a:ext cx="105050" cy="130749"/>
          </a:xfrm>
          <a:custGeom>
            <a:avLst/>
            <a:gdLst/>
            <a:ahLst/>
            <a:cxnLst/>
            <a:rect l="l" t="t" r="r" b="b"/>
            <a:pathLst>
              <a:path w="138431" h="168252">
                <a:moveTo>
                  <a:pt x="3060" y="60853"/>
                </a:moveTo>
                <a:lnTo>
                  <a:pt x="3060" y="60853"/>
                </a:lnTo>
                <a:cubicBezTo>
                  <a:pt x="8581" y="25112"/>
                  <a:pt x="34375" y="-1978"/>
                  <a:pt x="71211" y="113"/>
                </a:cubicBezTo>
                <a:cubicBezTo>
                  <a:pt x="110416" y="2252"/>
                  <a:pt x="140465" y="35740"/>
                  <a:pt x="138324" y="74892"/>
                </a:cubicBezTo>
                <a:cubicBezTo>
                  <a:pt x="138314" y="74930"/>
                  <a:pt x="138314" y="74978"/>
                  <a:pt x="138314" y="75016"/>
                </a:cubicBezTo>
                <a:cubicBezTo>
                  <a:pt x="137105" y="96983"/>
                  <a:pt x="125655" y="117105"/>
                  <a:pt x="107380" y="129386"/>
                </a:cubicBezTo>
                <a:cubicBezTo>
                  <a:pt x="106057" y="134804"/>
                  <a:pt x="104144" y="140071"/>
                  <a:pt x="101669" y="145070"/>
                </a:cubicBezTo>
                <a:cubicBezTo>
                  <a:pt x="88629" y="160279"/>
                  <a:pt x="49128" y="169689"/>
                  <a:pt x="37802" y="168073"/>
                </a:cubicBezTo>
                <a:cubicBezTo>
                  <a:pt x="23981" y="166847"/>
                  <a:pt x="12322" y="157313"/>
                  <a:pt x="8391" y="144025"/>
                </a:cubicBezTo>
                <a:cubicBezTo>
                  <a:pt x="-3793" y="115984"/>
                  <a:pt x="15" y="78533"/>
                  <a:pt x="3060" y="60853"/>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7" name="Google Shape;2581;p47">
            <a:extLst>
              <a:ext uri="{FF2B5EF4-FFF2-40B4-BE49-F238E27FC236}">
                <a16:creationId xmlns:a16="http://schemas.microsoft.com/office/drawing/2014/main" id="{85DB5236-6D16-EE92-E15D-9B8B24CBCAAE}"/>
              </a:ext>
            </a:extLst>
          </p:cNvPr>
          <p:cNvSpPr>
            <a:spLocks noGrp="1"/>
          </p:cNvSpPr>
          <p:nvPr/>
        </p:nvSpPr>
        <p:spPr>
          <a:xfrm>
            <a:off x="10993830" y="3291671"/>
            <a:ext cx="110866" cy="112039"/>
          </a:xfrm>
          <a:custGeom>
            <a:avLst/>
            <a:gdLst/>
            <a:ahLst/>
            <a:cxnLst/>
            <a:rect l="l" t="t" r="r" b="b"/>
            <a:pathLst>
              <a:path w="146095" h="144175">
                <a:moveTo>
                  <a:pt x="102106" y="144176"/>
                </a:moveTo>
                <a:lnTo>
                  <a:pt x="102106" y="144176"/>
                </a:lnTo>
                <a:lnTo>
                  <a:pt x="98680" y="113093"/>
                </a:lnTo>
                <a:cubicBezTo>
                  <a:pt x="98680" y="113093"/>
                  <a:pt x="124189" y="47126"/>
                  <a:pt x="63939" y="59768"/>
                </a:cubicBezTo>
                <a:cubicBezTo>
                  <a:pt x="24152" y="68133"/>
                  <a:pt x="14158" y="71745"/>
                  <a:pt x="2070" y="45130"/>
                </a:cubicBezTo>
                <a:cubicBezTo>
                  <a:pt x="-10018" y="18515"/>
                  <a:pt x="32624" y="-5534"/>
                  <a:pt x="83355" y="1120"/>
                </a:cubicBezTo>
                <a:cubicBezTo>
                  <a:pt x="119563" y="4913"/>
                  <a:pt x="146823" y="35777"/>
                  <a:pt x="146081" y="72125"/>
                </a:cubicBezTo>
                <a:cubicBezTo>
                  <a:pt x="144748" y="91706"/>
                  <a:pt x="139513" y="131439"/>
                  <a:pt x="102106" y="144176"/>
                </a:cubicBezTo>
                <a:close/>
              </a:path>
            </a:pathLst>
          </a:custGeom>
          <a:solidFill>
            <a:srgbClr val="3A2C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8" name="Google Shape;2582;p47">
            <a:extLst>
              <a:ext uri="{FF2B5EF4-FFF2-40B4-BE49-F238E27FC236}">
                <a16:creationId xmlns:a16="http://schemas.microsoft.com/office/drawing/2014/main" id="{EBE2E587-C23A-9C66-9FF9-FD55FEBA16DD}"/>
              </a:ext>
            </a:extLst>
          </p:cNvPr>
          <p:cNvSpPr>
            <a:spLocks noGrp="1"/>
          </p:cNvSpPr>
          <p:nvPr/>
        </p:nvSpPr>
        <p:spPr>
          <a:xfrm>
            <a:off x="10983661" y="3481714"/>
            <a:ext cx="141800" cy="249077"/>
          </a:xfrm>
          <a:custGeom>
            <a:avLst/>
            <a:gdLst/>
            <a:ahLst/>
            <a:cxnLst/>
            <a:rect l="l" t="t" r="r" b="b"/>
            <a:pathLst>
              <a:path w="186859" h="320520">
                <a:moveTo>
                  <a:pt x="186131" y="4943"/>
                </a:moveTo>
                <a:cubicBezTo>
                  <a:pt x="168713" y="0"/>
                  <a:pt x="182039" y="4088"/>
                  <a:pt x="168713" y="0"/>
                </a:cubicBezTo>
                <a:cubicBezTo>
                  <a:pt x="123216" y="44485"/>
                  <a:pt x="128832" y="120813"/>
                  <a:pt x="118552" y="196286"/>
                </a:cubicBezTo>
                <a:cubicBezTo>
                  <a:pt x="93424" y="237729"/>
                  <a:pt x="241" y="293906"/>
                  <a:pt x="241" y="293906"/>
                </a:cubicBezTo>
                <a:cubicBezTo>
                  <a:pt x="-901" y="301986"/>
                  <a:pt x="1859" y="304362"/>
                  <a:pt x="11948" y="320521"/>
                </a:cubicBezTo>
                <a:cubicBezTo>
                  <a:pt x="63842" y="300693"/>
                  <a:pt x="111042" y="270295"/>
                  <a:pt x="150533" y="231266"/>
                </a:cubicBezTo>
                <a:cubicBezTo>
                  <a:pt x="152818" y="229174"/>
                  <a:pt x="156054" y="228604"/>
                  <a:pt x="157006" y="225752"/>
                </a:cubicBezTo>
                <a:cubicBezTo>
                  <a:pt x="172901" y="177655"/>
                  <a:pt x="190700" y="40018"/>
                  <a:pt x="186131" y="4943"/>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9" name="Google Shape;2583;p47">
            <a:extLst>
              <a:ext uri="{FF2B5EF4-FFF2-40B4-BE49-F238E27FC236}">
                <a16:creationId xmlns:a16="http://schemas.microsoft.com/office/drawing/2014/main" id="{E2DC5F42-D7B8-DC39-33D8-F58056E268B6}"/>
              </a:ext>
            </a:extLst>
          </p:cNvPr>
          <p:cNvSpPr>
            <a:spLocks noGrp="1"/>
          </p:cNvSpPr>
          <p:nvPr/>
        </p:nvSpPr>
        <p:spPr>
          <a:xfrm>
            <a:off x="10810130" y="3557796"/>
            <a:ext cx="164178" cy="225809"/>
          </a:xfrm>
          <a:custGeom>
            <a:avLst/>
            <a:gdLst/>
            <a:ahLst/>
            <a:cxnLst/>
            <a:rect l="l" t="t" r="r" b="b"/>
            <a:pathLst>
              <a:path w="216348" h="290578">
                <a:moveTo>
                  <a:pt x="0" y="0"/>
                </a:moveTo>
                <a:lnTo>
                  <a:pt x="67770" y="231360"/>
                </a:lnTo>
                <a:lnTo>
                  <a:pt x="216349" y="290579"/>
                </a:lnTo>
                <a:lnTo>
                  <a:pt x="162190" y="65302"/>
                </a:lnTo>
                <a:lnTo>
                  <a:pt x="0" y="0"/>
                </a:lnTo>
                <a:close/>
              </a:path>
            </a:pathLst>
          </a:custGeom>
          <a:solidFill>
            <a:srgbClr val="F4F4F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0" name="Google Shape;2584;p47">
            <a:extLst>
              <a:ext uri="{FF2B5EF4-FFF2-40B4-BE49-F238E27FC236}">
                <a16:creationId xmlns:a16="http://schemas.microsoft.com/office/drawing/2014/main" id="{6492D989-75EF-9A44-879B-01CD913E7923}"/>
              </a:ext>
            </a:extLst>
          </p:cNvPr>
          <p:cNvSpPr>
            <a:spLocks noGrp="1"/>
          </p:cNvSpPr>
          <p:nvPr/>
        </p:nvSpPr>
        <p:spPr>
          <a:xfrm>
            <a:off x="10919498" y="3699399"/>
            <a:ext cx="83154" cy="41489"/>
          </a:xfrm>
          <a:custGeom>
            <a:avLst/>
            <a:gdLst/>
            <a:ahLst/>
            <a:cxnLst/>
            <a:rect l="l" t="t" r="r" b="b"/>
            <a:pathLst>
              <a:path w="109578" h="53390">
                <a:moveTo>
                  <a:pt x="108112" y="15494"/>
                </a:moveTo>
                <a:cubicBezTo>
                  <a:pt x="105923" y="7604"/>
                  <a:pt x="100212" y="9505"/>
                  <a:pt x="93739" y="11502"/>
                </a:cubicBezTo>
                <a:cubicBezTo>
                  <a:pt x="86772" y="14353"/>
                  <a:pt x="79100" y="15019"/>
                  <a:pt x="71752" y="13403"/>
                </a:cubicBezTo>
                <a:cubicBezTo>
                  <a:pt x="66003" y="10627"/>
                  <a:pt x="60683" y="7043"/>
                  <a:pt x="55952" y="2757"/>
                </a:cubicBezTo>
                <a:cubicBezTo>
                  <a:pt x="53077" y="1017"/>
                  <a:pt x="49794" y="67"/>
                  <a:pt x="46434" y="0"/>
                </a:cubicBezTo>
                <a:cubicBezTo>
                  <a:pt x="46434" y="1996"/>
                  <a:pt x="49860" y="13688"/>
                  <a:pt x="49860" y="13688"/>
                </a:cubicBezTo>
                <a:cubicBezTo>
                  <a:pt x="49860" y="13688"/>
                  <a:pt x="17308" y="13688"/>
                  <a:pt x="13977" y="13688"/>
                </a:cubicBezTo>
                <a:cubicBezTo>
                  <a:pt x="11045" y="13070"/>
                  <a:pt x="8171" y="14952"/>
                  <a:pt x="7552" y="17880"/>
                </a:cubicBezTo>
                <a:cubicBezTo>
                  <a:pt x="7200" y="19572"/>
                  <a:pt x="7676" y="21339"/>
                  <a:pt x="8837" y="22623"/>
                </a:cubicBezTo>
                <a:cubicBezTo>
                  <a:pt x="8104" y="22680"/>
                  <a:pt x="7381" y="22680"/>
                  <a:pt x="6648" y="22623"/>
                </a:cubicBezTo>
                <a:cubicBezTo>
                  <a:pt x="-15" y="21102"/>
                  <a:pt x="-2870" y="31368"/>
                  <a:pt x="3792" y="32889"/>
                </a:cubicBezTo>
                <a:cubicBezTo>
                  <a:pt x="5582" y="33231"/>
                  <a:pt x="7399" y="33487"/>
                  <a:pt x="9218" y="33649"/>
                </a:cubicBezTo>
                <a:cubicBezTo>
                  <a:pt x="4839" y="35360"/>
                  <a:pt x="3792" y="42584"/>
                  <a:pt x="9218" y="43154"/>
                </a:cubicBezTo>
                <a:lnTo>
                  <a:pt x="10836" y="43154"/>
                </a:lnTo>
                <a:cubicBezTo>
                  <a:pt x="11645" y="43373"/>
                  <a:pt x="12501" y="43373"/>
                  <a:pt x="13310" y="43154"/>
                </a:cubicBezTo>
                <a:lnTo>
                  <a:pt x="14262" y="43154"/>
                </a:lnTo>
                <a:cubicBezTo>
                  <a:pt x="13701" y="46358"/>
                  <a:pt x="15852" y="49418"/>
                  <a:pt x="19059" y="49970"/>
                </a:cubicBezTo>
                <a:cubicBezTo>
                  <a:pt x="19107" y="49979"/>
                  <a:pt x="19164" y="49989"/>
                  <a:pt x="19212" y="49998"/>
                </a:cubicBezTo>
                <a:cubicBezTo>
                  <a:pt x="35107" y="52089"/>
                  <a:pt x="58522" y="58458"/>
                  <a:pt x="72894" y="45341"/>
                </a:cubicBezTo>
                <a:cubicBezTo>
                  <a:pt x="82774" y="44295"/>
                  <a:pt x="92416" y="41662"/>
                  <a:pt x="101449" y="37546"/>
                </a:cubicBezTo>
                <a:cubicBezTo>
                  <a:pt x="110491" y="33839"/>
                  <a:pt x="110777" y="24904"/>
                  <a:pt x="108112" y="15494"/>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1" name="Google Shape;2585;p47">
            <a:extLst>
              <a:ext uri="{FF2B5EF4-FFF2-40B4-BE49-F238E27FC236}">
                <a16:creationId xmlns:a16="http://schemas.microsoft.com/office/drawing/2014/main" id="{5BD2956A-38F9-401A-3138-8527892EEDD8}"/>
              </a:ext>
            </a:extLst>
          </p:cNvPr>
          <p:cNvSpPr>
            <a:spLocks noGrp="1"/>
          </p:cNvSpPr>
          <p:nvPr/>
        </p:nvSpPr>
        <p:spPr>
          <a:xfrm>
            <a:off x="10830760" y="3673166"/>
            <a:ext cx="51498" cy="43378"/>
          </a:xfrm>
          <a:custGeom>
            <a:avLst/>
            <a:gdLst/>
            <a:ahLst/>
            <a:cxnLst/>
            <a:rect l="l" t="t" r="r" b="b"/>
            <a:pathLst>
              <a:path w="67863" h="55821">
                <a:moveTo>
                  <a:pt x="62477" y="30335"/>
                </a:moveTo>
                <a:lnTo>
                  <a:pt x="60192" y="30335"/>
                </a:lnTo>
                <a:cubicBezTo>
                  <a:pt x="62420" y="28253"/>
                  <a:pt x="62534" y="24764"/>
                  <a:pt x="60459" y="22540"/>
                </a:cubicBezTo>
                <a:cubicBezTo>
                  <a:pt x="59564" y="21590"/>
                  <a:pt x="58355" y="20981"/>
                  <a:pt x="57051" y="20829"/>
                </a:cubicBezTo>
                <a:cubicBezTo>
                  <a:pt x="53720" y="20829"/>
                  <a:pt x="20216" y="13890"/>
                  <a:pt x="20216" y="13890"/>
                </a:cubicBezTo>
                <a:lnTo>
                  <a:pt x="16123" y="108"/>
                </a:lnTo>
                <a:cubicBezTo>
                  <a:pt x="16123" y="-653"/>
                  <a:pt x="10317" y="2864"/>
                  <a:pt x="10127" y="2959"/>
                </a:cubicBezTo>
                <a:cubicBezTo>
                  <a:pt x="4406" y="6723"/>
                  <a:pt x="694" y="12873"/>
                  <a:pt x="37" y="19689"/>
                </a:cubicBezTo>
                <a:cubicBezTo>
                  <a:pt x="-400" y="29232"/>
                  <a:pt x="3035" y="38557"/>
                  <a:pt x="9555" y="45543"/>
                </a:cubicBezTo>
                <a:cubicBezTo>
                  <a:pt x="15638" y="51503"/>
                  <a:pt x="23785" y="54906"/>
                  <a:pt x="32304" y="55049"/>
                </a:cubicBezTo>
                <a:cubicBezTo>
                  <a:pt x="36302" y="55049"/>
                  <a:pt x="40204" y="55049"/>
                  <a:pt x="43726" y="55809"/>
                </a:cubicBezTo>
                <a:cubicBezTo>
                  <a:pt x="46981" y="56018"/>
                  <a:pt x="49789" y="53556"/>
                  <a:pt x="49998" y="50305"/>
                </a:cubicBezTo>
                <a:cubicBezTo>
                  <a:pt x="49998" y="50210"/>
                  <a:pt x="50008" y="50106"/>
                  <a:pt x="50008" y="50011"/>
                </a:cubicBezTo>
                <a:lnTo>
                  <a:pt x="51055" y="50011"/>
                </a:lnTo>
                <a:cubicBezTo>
                  <a:pt x="51835" y="50201"/>
                  <a:pt x="52654" y="50201"/>
                  <a:pt x="53435" y="50011"/>
                </a:cubicBezTo>
                <a:lnTo>
                  <a:pt x="55148" y="50011"/>
                </a:lnTo>
                <a:cubicBezTo>
                  <a:pt x="60859" y="50011"/>
                  <a:pt x="61334" y="42977"/>
                  <a:pt x="57432" y="40505"/>
                </a:cubicBezTo>
                <a:cubicBezTo>
                  <a:pt x="59240" y="40505"/>
                  <a:pt x="61049" y="40505"/>
                  <a:pt x="62953" y="40505"/>
                </a:cubicBezTo>
                <a:cubicBezTo>
                  <a:pt x="69901" y="40885"/>
                  <a:pt x="69234" y="30239"/>
                  <a:pt x="62477" y="30335"/>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2" name="Google Shape;2586;p47">
            <a:extLst>
              <a:ext uri="{FF2B5EF4-FFF2-40B4-BE49-F238E27FC236}">
                <a16:creationId xmlns:a16="http://schemas.microsoft.com/office/drawing/2014/main" id="{F49BAB68-AB1F-BDEC-CCD0-0BABA7595832}"/>
              </a:ext>
            </a:extLst>
          </p:cNvPr>
          <p:cNvSpPr>
            <a:spLocks noGrp="1"/>
          </p:cNvSpPr>
          <p:nvPr/>
        </p:nvSpPr>
        <p:spPr>
          <a:xfrm>
            <a:off x="10942672" y="3417597"/>
            <a:ext cx="51066" cy="75934"/>
          </a:xfrm>
          <a:custGeom>
            <a:avLst/>
            <a:gdLst/>
            <a:ahLst/>
            <a:cxnLst/>
            <a:rect l="l" t="t" r="r" b="b"/>
            <a:pathLst>
              <a:path w="67293" h="97715">
                <a:moveTo>
                  <a:pt x="24367" y="97715"/>
                </a:moveTo>
                <a:cubicBezTo>
                  <a:pt x="15153" y="97344"/>
                  <a:pt x="6435" y="93466"/>
                  <a:pt x="0" y="86879"/>
                </a:cubicBezTo>
                <a:cubicBezTo>
                  <a:pt x="1333" y="69769"/>
                  <a:pt x="23224" y="4848"/>
                  <a:pt x="67294" y="0"/>
                </a:cubicBezTo>
                <a:cubicBezTo>
                  <a:pt x="55310" y="8431"/>
                  <a:pt x="45811" y="19923"/>
                  <a:pt x="39786" y="33269"/>
                </a:cubicBezTo>
                <a:cubicBezTo>
                  <a:pt x="33000" y="54323"/>
                  <a:pt x="27841" y="75872"/>
                  <a:pt x="24367" y="97715"/>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3" name="Google Shape;2587;p47">
            <a:extLst>
              <a:ext uri="{FF2B5EF4-FFF2-40B4-BE49-F238E27FC236}">
                <a16:creationId xmlns:a16="http://schemas.microsoft.com/office/drawing/2014/main" id="{9C40B0FA-EFA2-F708-E533-1114B1115E3F}"/>
              </a:ext>
            </a:extLst>
          </p:cNvPr>
          <p:cNvSpPr>
            <a:spLocks noGrp="1"/>
          </p:cNvSpPr>
          <p:nvPr/>
        </p:nvSpPr>
        <p:spPr>
          <a:xfrm>
            <a:off x="11073862" y="3469234"/>
            <a:ext cx="62029" cy="94469"/>
          </a:xfrm>
          <a:custGeom>
            <a:avLst/>
            <a:gdLst/>
            <a:ahLst/>
            <a:cxnLst/>
            <a:rect l="l" t="t" r="r" b="b"/>
            <a:pathLst>
              <a:path w="81740" h="121566">
                <a:moveTo>
                  <a:pt x="75168" y="117100"/>
                </a:moveTo>
                <a:cubicBezTo>
                  <a:pt x="75168" y="117100"/>
                  <a:pt x="31289" y="132214"/>
                  <a:pt x="355" y="106834"/>
                </a:cubicBezTo>
                <a:cubicBezTo>
                  <a:pt x="-2977" y="101036"/>
                  <a:pt x="18249" y="26514"/>
                  <a:pt x="18249" y="26514"/>
                </a:cubicBezTo>
                <a:cubicBezTo>
                  <a:pt x="18249" y="26514"/>
                  <a:pt x="36714" y="-11507"/>
                  <a:pt x="65840" y="3511"/>
                </a:cubicBezTo>
                <a:cubicBezTo>
                  <a:pt x="94966" y="18530"/>
                  <a:pt x="75168" y="117100"/>
                  <a:pt x="75168" y="117100"/>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4" name="Google Shape;2588;p47">
            <a:extLst>
              <a:ext uri="{FF2B5EF4-FFF2-40B4-BE49-F238E27FC236}">
                <a16:creationId xmlns:a16="http://schemas.microsoft.com/office/drawing/2014/main" id="{2596DFCC-806B-803B-B794-568244FD3244}"/>
              </a:ext>
            </a:extLst>
          </p:cNvPr>
          <p:cNvSpPr>
            <a:spLocks noGrp="1"/>
          </p:cNvSpPr>
          <p:nvPr/>
        </p:nvSpPr>
        <p:spPr>
          <a:xfrm>
            <a:off x="9189503" y="3538148"/>
            <a:ext cx="77069" cy="137835"/>
          </a:xfrm>
          <a:custGeom>
            <a:avLst/>
            <a:gdLst/>
            <a:ahLst/>
            <a:cxnLst/>
            <a:rect l="l" t="t" r="r" b="b"/>
            <a:pathLst>
              <a:path w="101559" h="177370">
                <a:moveTo>
                  <a:pt x="0" y="0"/>
                </a:moveTo>
                <a:cubicBezTo>
                  <a:pt x="0" y="0"/>
                  <a:pt x="6092" y="90966"/>
                  <a:pt x="17989" y="104084"/>
                </a:cubicBezTo>
                <a:cubicBezTo>
                  <a:pt x="29887" y="117201"/>
                  <a:pt x="70340" y="126136"/>
                  <a:pt x="70340" y="126136"/>
                </a:cubicBezTo>
                <a:lnTo>
                  <a:pt x="101559" y="177370"/>
                </a:lnTo>
                <a:cubicBezTo>
                  <a:pt x="101559" y="177370"/>
                  <a:pt x="73005" y="14543"/>
                  <a:pt x="66913" y="10646"/>
                </a:cubicBezTo>
                <a:cubicBezTo>
                  <a:pt x="60821" y="6749"/>
                  <a:pt x="0" y="0"/>
                  <a:pt x="0" y="0"/>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5" name="Google Shape;2589;p47">
            <a:extLst>
              <a:ext uri="{FF2B5EF4-FFF2-40B4-BE49-F238E27FC236}">
                <a16:creationId xmlns:a16="http://schemas.microsoft.com/office/drawing/2014/main" id="{2F3814CF-FB14-922B-7A5F-D906DC0C9488}"/>
              </a:ext>
            </a:extLst>
          </p:cNvPr>
          <p:cNvSpPr>
            <a:spLocks noGrp="1"/>
          </p:cNvSpPr>
          <p:nvPr/>
        </p:nvSpPr>
        <p:spPr>
          <a:xfrm>
            <a:off x="9183507" y="3456932"/>
            <a:ext cx="51427" cy="101555"/>
          </a:xfrm>
          <a:custGeom>
            <a:avLst/>
            <a:gdLst/>
            <a:ahLst/>
            <a:cxnLst/>
            <a:rect l="l" t="t" r="r" b="b"/>
            <a:pathLst>
              <a:path w="67769" h="130685">
                <a:moveTo>
                  <a:pt x="67770" y="3183"/>
                </a:moveTo>
                <a:cubicBezTo>
                  <a:pt x="52097" y="-4127"/>
                  <a:pt x="33430" y="1529"/>
                  <a:pt x="24462" y="16300"/>
                </a:cubicBezTo>
                <a:cubicBezTo>
                  <a:pt x="12945" y="35311"/>
                  <a:pt x="1047" y="100328"/>
                  <a:pt x="0" y="111354"/>
                </a:cubicBezTo>
                <a:cubicBezTo>
                  <a:pt x="0" y="111354"/>
                  <a:pt x="16086" y="133597"/>
                  <a:pt x="40167" y="130365"/>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6" name="Google Shape;2590;p47">
            <a:extLst>
              <a:ext uri="{FF2B5EF4-FFF2-40B4-BE49-F238E27FC236}">
                <a16:creationId xmlns:a16="http://schemas.microsoft.com/office/drawing/2014/main" id="{7062452F-E676-022B-2F7A-4650266909C0}"/>
              </a:ext>
            </a:extLst>
          </p:cNvPr>
          <p:cNvSpPr>
            <a:spLocks noGrp="1"/>
          </p:cNvSpPr>
          <p:nvPr/>
        </p:nvSpPr>
        <p:spPr>
          <a:xfrm>
            <a:off x="9299396" y="4150258"/>
            <a:ext cx="110643" cy="63914"/>
          </a:xfrm>
          <a:custGeom>
            <a:avLst/>
            <a:gdLst/>
            <a:ahLst/>
            <a:cxnLst/>
            <a:rect l="l" t="t" r="r" b="b"/>
            <a:pathLst>
              <a:path w="145801" h="82247">
                <a:moveTo>
                  <a:pt x="7003" y="19800"/>
                </a:moveTo>
                <a:cubicBezTo>
                  <a:pt x="23964" y="24458"/>
                  <a:pt x="42087" y="22272"/>
                  <a:pt x="57449" y="13717"/>
                </a:cubicBezTo>
                <a:cubicBezTo>
                  <a:pt x="69537" y="13717"/>
                  <a:pt x="135498" y="-14134"/>
                  <a:pt x="144446" y="9535"/>
                </a:cubicBezTo>
                <a:cubicBezTo>
                  <a:pt x="152346" y="30256"/>
                  <a:pt x="123791" y="49457"/>
                  <a:pt x="108562" y="53164"/>
                </a:cubicBezTo>
                <a:cubicBezTo>
                  <a:pt x="75248" y="61244"/>
                  <a:pt x="50596" y="77783"/>
                  <a:pt x="37175" y="80635"/>
                </a:cubicBezTo>
                <a:cubicBezTo>
                  <a:pt x="27657" y="82726"/>
                  <a:pt x="14332" y="84057"/>
                  <a:pt x="6432" y="76262"/>
                </a:cubicBezTo>
                <a:cubicBezTo>
                  <a:pt x="-2515" y="66852"/>
                  <a:pt x="-1944" y="32157"/>
                  <a:pt x="7003" y="19800"/>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7" name="Google Shape;2591;p47">
            <a:extLst>
              <a:ext uri="{FF2B5EF4-FFF2-40B4-BE49-F238E27FC236}">
                <a16:creationId xmlns:a16="http://schemas.microsoft.com/office/drawing/2014/main" id="{B9A537CC-9B37-24B1-D104-B45E76CD07AF}"/>
              </a:ext>
            </a:extLst>
          </p:cNvPr>
          <p:cNvSpPr>
            <a:spLocks noGrp="1"/>
          </p:cNvSpPr>
          <p:nvPr/>
        </p:nvSpPr>
        <p:spPr>
          <a:xfrm>
            <a:off x="9301243" y="4160918"/>
            <a:ext cx="109099" cy="53255"/>
          </a:xfrm>
          <a:custGeom>
            <a:avLst/>
            <a:gdLst/>
            <a:ahLst/>
            <a:cxnLst/>
            <a:rect l="l" t="t" r="r" b="b"/>
            <a:pathLst>
              <a:path w="143767" h="68530">
                <a:moveTo>
                  <a:pt x="35122" y="61119"/>
                </a:moveTo>
                <a:cubicBezTo>
                  <a:pt x="48543" y="58363"/>
                  <a:pt x="73195" y="42109"/>
                  <a:pt x="106509" y="33649"/>
                </a:cubicBezTo>
                <a:cubicBezTo>
                  <a:pt x="119263" y="30607"/>
                  <a:pt x="141250" y="16634"/>
                  <a:pt x="143535" y="0"/>
                </a:cubicBezTo>
                <a:cubicBezTo>
                  <a:pt x="146485" y="19011"/>
                  <a:pt x="120691" y="36025"/>
                  <a:pt x="106509" y="39447"/>
                </a:cubicBezTo>
                <a:cubicBezTo>
                  <a:pt x="73195" y="47527"/>
                  <a:pt x="48543" y="64066"/>
                  <a:pt x="35122" y="66918"/>
                </a:cubicBezTo>
                <a:cubicBezTo>
                  <a:pt x="25604" y="69009"/>
                  <a:pt x="12278" y="70340"/>
                  <a:pt x="4378" y="62545"/>
                </a:cubicBezTo>
                <a:cubicBezTo>
                  <a:pt x="2265" y="60292"/>
                  <a:pt x="761" y="57545"/>
                  <a:pt x="0" y="54561"/>
                </a:cubicBezTo>
                <a:cubicBezTo>
                  <a:pt x="10013" y="62156"/>
                  <a:pt x="23034" y="64589"/>
                  <a:pt x="35122" y="61119"/>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8" name="Google Shape;2592;p47">
            <a:extLst>
              <a:ext uri="{FF2B5EF4-FFF2-40B4-BE49-F238E27FC236}">
                <a16:creationId xmlns:a16="http://schemas.microsoft.com/office/drawing/2014/main" id="{0E4F7581-9E34-C726-ECF9-85715D7D4DBD}"/>
              </a:ext>
            </a:extLst>
          </p:cNvPr>
          <p:cNvSpPr>
            <a:spLocks noGrp="1"/>
          </p:cNvSpPr>
          <p:nvPr/>
        </p:nvSpPr>
        <p:spPr>
          <a:xfrm>
            <a:off x="9221502" y="4125423"/>
            <a:ext cx="110938" cy="63885"/>
          </a:xfrm>
          <a:custGeom>
            <a:avLst/>
            <a:gdLst/>
            <a:ahLst/>
            <a:cxnLst/>
            <a:rect l="l" t="t" r="r" b="b"/>
            <a:pathLst>
              <a:path w="146191" h="82209">
                <a:moveTo>
                  <a:pt x="7327" y="19726"/>
                </a:moveTo>
                <a:cubicBezTo>
                  <a:pt x="24287" y="24431"/>
                  <a:pt x="42423" y="22245"/>
                  <a:pt x="57774" y="13642"/>
                </a:cubicBezTo>
                <a:cubicBezTo>
                  <a:pt x="69957" y="13642"/>
                  <a:pt x="135823" y="-14113"/>
                  <a:pt x="144865" y="9555"/>
                </a:cubicBezTo>
                <a:cubicBezTo>
                  <a:pt x="152670" y="30277"/>
                  <a:pt x="124116" y="49477"/>
                  <a:pt x="108886" y="53185"/>
                </a:cubicBezTo>
                <a:cubicBezTo>
                  <a:pt x="75573" y="61169"/>
                  <a:pt x="50921" y="77804"/>
                  <a:pt x="37595" y="80560"/>
                </a:cubicBezTo>
                <a:cubicBezTo>
                  <a:pt x="27601" y="82651"/>
                  <a:pt x="14656" y="84077"/>
                  <a:pt x="6756" y="76283"/>
                </a:cubicBezTo>
                <a:cubicBezTo>
                  <a:pt x="-2762" y="66872"/>
                  <a:pt x="-1905" y="32178"/>
                  <a:pt x="7327" y="19726"/>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9" name="Google Shape;2593;p47">
            <a:extLst>
              <a:ext uri="{FF2B5EF4-FFF2-40B4-BE49-F238E27FC236}">
                <a16:creationId xmlns:a16="http://schemas.microsoft.com/office/drawing/2014/main" id="{135BE5E2-7678-0206-8091-155A6F2EF4DF}"/>
              </a:ext>
            </a:extLst>
          </p:cNvPr>
          <p:cNvSpPr>
            <a:spLocks noGrp="1"/>
          </p:cNvSpPr>
          <p:nvPr/>
        </p:nvSpPr>
        <p:spPr>
          <a:xfrm>
            <a:off x="9223307" y="4135729"/>
            <a:ext cx="109099" cy="53282"/>
          </a:xfrm>
          <a:custGeom>
            <a:avLst/>
            <a:gdLst/>
            <a:ahLst/>
            <a:cxnLst/>
            <a:rect l="l" t="t" r="r" b="b"/>
            <a:pathLst>
              <a:path w="143767" h="68566">
                <a:moveTo>
                  <a:pt x="35217" y="61215"/>
                </a:moveTo>
                <a:cubicBezTo>
                  <a:pt x="48543" y="58363"/>
                  <a:pt x="73290" y="42204"/>
                  <a:pt x="106509" y="33744"/>
                </a:cubicBezTo>
                <a:cubicBezTo>
                  <a:pt x="119263" y="30702"/>
                  <a:pt x="141345" y="16730"/>
                  <a:pt x="143534" y="0"/>
                </a:cubicBezTo>
                <a:cubicBezTo>
                  <a:pt x="146485" y="19011"/>
                  <a:pt x="120691" y="36025"/>
                  <a:pt x="106509" y="39542"/>
                </a:cubicBezTo>
                <a:cubicBezTo>
                  <a:pt x="73195" y="47527"/>
                  <a:pt x="48543" y="64161"/>
                  <a:pt x="35217" y="66918"/>
                </a:cubicBezTo>
                <a:cubicBezTo>
                  <a:pt x="25223" y="69009"/>
                  <a:pt x="12278" y="70435"/>
                  <a:pt x="4378" y="62640"/>
                </a:cubicBezTo>
                <a:cubicBezTo>
                  <a:pt x="2320" y="60350"/>
                  <a:pt x="821" y="57622"/>
                  <a:pt x="0" y="54656"/>
                </a:cubicBezTo>
                <a:cubicBezTo>
                  <a:pt x="10052" y="62251"/>
                  <a:pt x="23099" y="64684"/>
                  <a:pt x="35217" y="61215"/>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0" name="Google Shape;2594;p47">
            <a:extLst>
              <a:ext uri="{FF2B5EF4-FFF2-40B4-BE49-F238E27FC236}">
                <a16:creationId xmlns:a16="http://schemas.microsoft.com/office/drawing/2014/main" id="{7AE38F22-F572-767A-5D4D-FB0EFD7ACEA1}"/>
              </a:ext>
            </a:extLst>
          </p:cNvPr>
          <p:cNvSpPr>
            <a:spLocks noGrp="1"/>
          </p:cNvSpPr>
          <p:nvPr/>
        </p:nvSpPr>
        <p:spPr>
          <a:xfrm>
            <a:off x="9216945" y="3707302"/>
            <a:ext cx="159994" cy="461776"/>
          </a:xfrm>
          <a:custGeom>
            <a:avLst/>
            <a:gdLst/>
            <a:ahLst/>
            <a:cxnLst/>
            <a:rect l="l" t="t" r="r" b="b"/>
            <a:pathLst>
              <a:path w="210834" h="594226">
                <a:moveTo>
                  <a:pt x="6098" y="372610"/>
                </a:moveTo>
                <a:cubicBezTo>
                  <a:pt x="8933" y="348172"/>
                  <a:pt x="14031" y="324057"/>
                  <a:pt x="21327" y="300559"/>
                </a:cubicBezTo>
                <a:cubicBezTo>
                  <a:pt x="21327" y="300559"/>
                  <a:pt x="16759" y="238299"/>
                  <a:pt x="14474" y="179271"/>
                </a:cubicBezTo>
                <a:cubicBezTo>
                  <a:pt x="11904" y="112734"/>
                  <a:pt x="-11320" y="53420"/>
                  <a:pt x="6955" y="0"/>
                </a:cubicBezTo>
                <a:lnTo>
                  <a:pt x="210835" y="45340"/>
                </a:lnTo>
                <a:cubicBezTo>
                  <a:pt x="210835" y="45340"/>
                  <a:pt x="201317" y="312821"/>
                  <a:pt x="198176" y="345140"/>
                </a:cubicBezTo>
                <a:cubicBezTo>
                  <a:pt x="196596" y="370310"/>
                  <a:pt x="193417" y="395366"/>
                  <a:pt x="188657" y="420137"/>
                </a:cubicBezTo>
                <a:cubicBezTo>
                  <a:pt x="179139" y="471941"/>
                  <a:pt x="168955" y="587907"/>
                  <a:pt x="168955" y="587907"/>
                </a:cubicBezTo>
                <a:cubicBezTo>
                  <a:pt x="147063" y="600644"/>
                  <a:pt x="114987" y="590188"/>
                  <a:pt x="114987" y="590188"/>
                </a:cubicBezTo>
                <a:cubicBezTo>
                  <a:pt x="114987" y="590188"/>
                  <a:pt x="114987" y="445041"/>
                  <a:pt x="116224" y="407685"/>
                </a:cubicBezTo>
                <a:cubicBezTo>
                  <a:pt x="117937" y="362059"/>
                  <a:pt x="119365" y="365576"/>
                  <a:pt x="119365" y="365576"/>
                </a:cubicBezTo>
                <a:lnTo>
                  <a:pt x="112512" y="251987"/>
                </a:lnTo>
                <a:lnTo>
                  <a:pt x="108038" y="195525"/>
                </a:lnTo>
                <a:cubicBezTo>
                  <a:pt x="108038" y="195525"/>
                  <a:pt x="102327" y="236969"/>
                  <a:pt x="98520" y="273945"/>
                </a:cubicBezTo>
                <a:cubicBezTo>
                  <a:pt x="95284" y="306263"/>
                  <a:pt x="87479" y="335444"/>
                  <a:pt x="78722" y="395613"/>
                </a:cubicBezTo>
                <a:cubicBezTo>
                  <a:pt x="71203" y="447703"/>
                  <a:pt x="63398" y="554068"/>
                  <a:pt x="63398" y="554068"/>
                </a:cubicBezTo>
                <a:cubicBezTo>
                  <a:pt x="41506" y="566710"/>
                  <a:pt x="12000" y="557965"/>
                  <a:pt x="12000" y="557965"/>
                </a:cubicBezTo>
                <a:cubicBezTo>
                  <a:pt x="12000" y="557965"/>
                  <a:pt x="197" y="417856"/>
                  <a:pt x="6098" y="372610"/>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1" name="Google Shape;2595;p47">
            <a:extLst>
              <a:ext uri="{FF2B5EF4-FFF2-40B4-BE49-F238E27FC236}">
                <a16:creationId xmlns:a16="http://schemas.microsoft.com/office/drawing/2014/main" id="{CF1A62E3-3D6F-0E64-77CF-AEAF5AA6AA86}"/>
              </a:ext>
            </a:extLst>
          </p:cNvPr>
          <p:cNvSpPr>
            <a:spLocks noGrp="1"/>
          </p:cNvSpPr>
          <p:nvPr/>
        </p:nvSpPr>
        <p:spPr>
          <a:xfrm>
            <a:off x="9236591" y="3322875"/>
            <a:ext cx="117900" cy="192485"/>
          </a:xfrm>
          <a:custGeom>
            <a:avLst/>
            <a:gdLst/>
            <a:ahLst/>
            <a:cxnLst/>
            <a:rect l="l" t="t" r="r" b="b"/>
            <a:pathLst>
              <a:path w="155365" h="247695">
                <a:moveTo>
                  <a:pt x="8859" y="177022"/>
                </a:moveTo>
                <a:cubicBezTo>
                  <a:pt x="24564" y="177782"/>
                  <a:pt x="36271" y="181869"/>
                  <a:pt x="38270" y="177022"/>
                </a:cubicBezTo>
                <a:cubicBezTo>
                  <a:pt x="39966" y="168895"/>
                  <a:pt x="41174" y="160673"/>
                  <a:pt x="41887" y="152403"/>
                </a:cubicBezTo>
                <a:cubicBezTo>
                  <a:pt x="40078" y="147840"/>
                  <a:pt x="38460" y="142897"/>
                  <a:pt x="38460" y="142897"/>
                </a:cubicBezTo>
                <a:cubicBezTo>
                  <a:pt x="18662" y="130826"/>
                  <a:pt x="12476" y="109439"/>
                  <a:pt x="9906" y="84535"/>
                </a:cubicBezTo>
                <a:cubicBezTo>
                  <a:pt x="5527" y="42046"/>
                  <a:pt x="28942" y="4880"/>
                  <a:pt x="71013" y="412"/>
                </a:cubicBezTo>
                <a:cubicBezTo>
                  <a:pt x="111084" y="-3770"/>
                  <a:pt x="140495" y="24365"/>
                  <a:pt x="148396" y="62862"/>
                </a:cubicBezTo>
                <a:cubicBezTo>
                  <a:pt x="152584" y="81873"/>
                  <a:pt x="161055" y="117899"/>
                  <a:pt x="149633" y="149171"/>
                </a:cubicBezTo>
                <a:cubicBezTo>
                  <a:pt x="143256" y="166756"/>
                  <a:pt x="135070" y="180634"/>
                  <a:pt x="126884" y="183295"/>
                </a:cubicBezTo>
                <a:cubicBezTo>
                  <a:pt x="118946" y="183143"/>
                  <a:pt x="111027" y="182449"/>
                  <a:pt x="103184" y="181204"/>
                </a:cubicBezTo>
                <a:lnTo>
                  <a:pt x="103184" y="181204"/>
                </a:lnTo>
                <a:cubicBezTo>
                  <a:pt x="103184" y="181204"/>
                  <a:pt x="101090" y="192991"/>
                  <a:pt x="99662" y="200215"/>
                </a:cubicBezTo>
                <a:cubicBezTo>
                  <a:pt x="98235" y="207439"/>
                  <a:pt x="98711" y="211716"/>
                  <a:pt x="113844" y="221031"/>
                </a:cubicBezTo>
                <a:cubicBezTo>
                  <a:pt x="128978" y="230347"/>
                  <a:pt x="91001" y="249548"/>
                  <a:pt x="66253" y="247551"/>
                </a:cubicBezTo>
                <a:cubicBezTo>
                  <a:pt x="41506" y="245555"/>
                  <a:pt x="13523" y="230727"/>
                  <a:pt x="5908" y="214758"/>
                </a:cubicBezTo>
                <a:cubicBezTo>
                  <a:pt x="-2754" y="197553"/>
                  <a:pt x="-1992" y="176451"/>
                  <a:pt x="8859" y="177022"/>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2" name="Google Shape;2596;p47">
            <a:extLst>
              <a:ext uri="{FF2B5EF4-FFF2-40B4-BE49-F238E27FC236}">
                <a16:creationId xmlns:a16="http://schemas.microsoft.com/office/drawing/2014/main" id="{EA072DC0-DB6F-0DC7-DDC1-B9858E31465D}"/>
              </a:ext>
            </a:extLst>
          </p:cNvPr>
          <p:cNvSpPr>
            <a:spLocks noGrp="1"/>
          </p:cNvSpPr>
          <p:nvPr/>
        </p:nvSpPr>
        <p:spPr>
          <a:xfrm>
            <a:off x="9197358" y="3459392"/>
            <a:ext cx="181526" cy="306762"/>
          </a:xfrm>
          <a:custGeom>
            <a:avLst/>
            <a:gdLst/>
            <a:ahLst/>
            <a:cxnLst/>
            <a:rect l="l" t="t" r="r" b="b"/>
            <a:pathLst>
              <a:path w="239208" h="394751">
                <a:moveTo>
                  <a:pt x="83308" y="3725"/>
                </a:moveTo>
                <a:cubicBezTo>
                  <a:pt x="78930" y="14561"/>
                  <a:pt x="90066" y="27868"/>
                  <a:pt x="119667" y="37088"/>
                </a:cubicBezTo>
                <a:cubicBezTo>
                  <a:pt x="149269" y="46308"/>
                  <a:pt x="151839" y="34427"/>
                  <a:pt x="151839" y="34427"/>
                </a:cubicBezTo>
                <a:cubicBezTo>
                  <a:pt x="171408" y="43257"/>
                  <a:pt x="190473" y="53162"/>
                  <a:pt x="208948" y="64083"/>
                </a:cubicBezTo>
                <a:cubicBezTo>
                  <a:pt x="226652" y="76441"/>
                  <a:pt x="234552" y="112371"/>
                  <a:pt x="236932" y="172920"/>
                </a:cubicBezTo>
                <a:cubicBezTo>
                  <a:pt x="239692" y="242974"/>
                  <a:pt x="239977" y="346963"/>
                  <a:pt x="237598" y="364928"/>
                </a:cubicBezTo>
                <a:cubicBezTo>
                  <a:pt x="237598" y="364928"/>
                  <a:pt x="204475" y="398007"/>
                  <a:pt x="161452" y="394490"/>
                </a:cubicBezTo>
                <a:cubicBezTo>
                  <a:pt x="118430" y="390973"/>
                  <a:pt x="47234" y="353427"/>
                  <a:pt x="30196" y="324435"/>
                </a:cubicBezTo>
                <a:cubicBezTo>
                  <a:pt x="30196" y="263031"/>
                  <a:pt x="37906" y="253050"/>
                  <a:pt x="27912" y="217595"/>
                </a:cubicBezTo>
                <a:cubicBezTo>
                  <a:pt x="5068" y="136514"/>
                  <a:pt x="-6925" y="103531"/>
                  <a:pt x="4212" y="49540"/>
                </a:cubicBezTo>
                <a:cubicBezTo>
                  <a:pt x="13730" y="5150"/>
                  <a:pt x="26103" y="-363"/>
                  <a:pt x="43712" y="17"/>
                </a:cubicBezTo>
                <a:cubicBezTo>
                  <a:pt x="56967" y="550"/>
                  <a:pt x="70185" y="1785"/>
                  <a:pt x="83308" y="3725"/>
                </a:cubicBezTo>
                <a:close/>
              </a:path>
            </a:pathLst>
          </a:custGeom>
          <a:solidFill>
            <a:srgbClr val="F4F4F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3" name="Google Shape;2597;p47">
            <a:extLst>
              <a:ext uri="{FF2B5EF4-FFF2-40B4-BE49-F238E27FC236}">
                <a16:creationId xmlns:a16="http://schemas.microsoft.com/office/drawing/2014/main" id="{5EEB6FB9-6AD3-8A03-60F6-E0EE29DA448B}"/>
              </a:ext>
            </a:extLst>
          </p:cNvPr>
          <p:cNvSpPr>
            <a:spLocks noGrp="1"/>
          </p:cNvSpPr>
          <p:nvPr/>
        </p:nvSpPr>
        <p:spPr>
          <a:xfrm>
            <a:off x="9333602" y="3576484"/>
            <a:ext cx="48105" cy="224184"/>
          </a:xfrm>
          <a:custGeom>
            <a:avLst/>
            <a:gdLst/>
            <a:ahLst/>
            <a:cxnLst/>
            <a:rect l="l" t="t" r="r" b="b"/>
            <a:pathLst>
              <a:path w="63391" h="288487">
                <a:moveTo>
                  <a:pt x="21226" y="268241"/>
                </a:moveTo>
                <a:lnTo>
                  <a:pt x="0" y="24144"/>
                </a:lnTo>
                <a:lnTo>
                  <a:pt x="45592" y="0"/>
                </a:lnTo>
                <a:lnTo>
                  <a:pt x="63391" y="14923"/>
                </a:lnTo>
                <a:lnTo>
                  <a:pt x="57109" y="234117"/>
                </a:lnTo>
                <a:lnTo>
                  <a:pt x="57109" y="234117"/>
                </a:lnTo>
                <a:lnTo>
                  <a:pt x="57109" y="240200"/>
                </a:lnTo>
                <a:lnTo>
                  <a:pt x="57109" y="240200"/>
                </a:lnTo>
                <a:lnTo>
                  <a:pt x="57109" y="247995"/>
                </a:lnTo>
                <a:cubicBezTo>
                  <a:pt x="57109" y="247995"/>
                  <a:pt x="58061" y="266435"/>
                  <a:pt x="23224" y="288488"/>
                </a:cubicBezTo>
                <a:cubicBezTo>
                  <a:pt x="23224" y="288488"/>
                  <a:pt x="22653" y="282689"/>
                  <a:pt x="22177" y="277271"/>
                </a:cubicBezTo>
                <a:lnTo>
                  <a:pt x="22177" y="277271"/>
                </a:lnTo>
                <a:lnTo>
                  <a:pt x="21321" y="267766"/>
                </a:ln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4" name="Google Shape;2598;p47">
            <a:extLst>
              <a:ext uri="{FF2B5EF4-FFF2-40B4-BE49-F238E27FC236}">
                <a16:creationId xmlns:a16="http://schemas.microsoft.com/office/drawing/2014/main" id="{FC495D49-DC56-0A48-025D-BEE62C4B142D}"/>
              </a:ext>
            </a:extLst>
          </p:cNvPr>
          <p:cNvSpPr>
            <a:spLocks noGrp="1"/>
          </p:cNvSpPr>
          <p:nvPr/>
        </p:nvSpPr>
        <p:spPr>
          <a:xfrm>
            <a:off x="9322917" y="3497447"/>
            <a:ext cx="63484" cy="105088"/>
          </a:xfrm>
          <a:custGeom>
            <a:avLst/>
            <a:gdLst/>
            <a:ahLst/>
            <a:cxnLst/>
            <a:rect l="l" t="t" r="r" b="b"/>
            <a:pathLst>
              <a:path w="83658" h="135231">
                <a:moveTo>
                  <a:pt x="29880" y="0"/>
                </a:moveTo>
                <a:cubicBezTo>
                  <a:pt x="53390" y="0"/>
                  <a:pt x="67953" y="11977"/>
                  <a:pt x="74140" y="48192"/>
                </a:cubicBezTo>
                <a:cubicBezTo>
                  <a:pt x="80327" y="84408"/>
                  <a:pt x="83658" y="114064"/>
                  <a:pt x="83658" y="114064"/>
                </a:cubicBezTo>
                <a:cubicBezTo>
                  <a:pt x="72826" y="126070"/>
                  <a:pt x="57807" y="133484"/>
                  <a:pt x="41683" y="134786"/>
                </a:cubicBezTo>
                <a:cubicBezTo>
                  <a:pt x="13128" y="137923"/>
                  <a:pt x="4943" y="123475"/>
                  <a:pt x="4943" y="123475"/>
                </a:cubicBezTo>
                <a:cubicBezTo>
                  <a:pt x="4943" y="123475"/>
                  <a:pt x="1897" y="85929"/>
                  <a:pt x="374" y="60359"/>
                </a:cubicBezTo>
                <a:cubicBezTo>
                  <a:pt x="-1149" y="34790"/>
                  <a:pt x="755" y="570"/>
                  <a:pt x="29880" y="0"/>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5" name="Google Shape;2599;p47">
            <a:extLst>
              <a:ext uri="{FF2B5EF4-FFF2-40B4-BE49-F238E27FC236}">
                <a16:creationId xmlns:a16="http://schemas.microsoft.com/office/drawing/2014/main" id="{FA529182-CBA8-41D9-842A-E4AAA1FA3857}"/>
              </a:ext>
            </a:extLst>
          </p:cNvPr>
          <p:cNvSpPr>
            <a:spLocks noGrp="1"/>
          </p:cNvSpPr>
          <p:nvPr/>
        </p:nvSpPr>
        <p:spPr>
          <a:xfrm>
            <a:off x="9240214" y="3314398"/>
            <a:ext cx="114252" cy="128717"/>
          </a:xfrm>
          <a:custGeom>
            <a:avLst/>
            <a:gdLst/>
            <a:ahLst/>
            <a:cxnLst/>
            <a:rect l="l" t="t" r="r" b="b"/>
            <a:pathLst>
              <a:path w="150557" h="165637">
                <a:moveTo>
                  <a:pt x="142099" y="68353"/>
                </a:moveTo>
                <a:cubicBezTo>
                  <a:pt x="142099" y="68353"/>
                  <a:pt x="178840" y="12557"/>
                  <a:pt x="99172" y="1150"/>
                </a:cubicBezTo>
                <a:cubicBezTo>
                  <a:pt x="42063" y="-7024"/>
                  <a:pt x="4752" y="29667"/>
                  <a:pt x="468" y="69874"/>
                </a:cubicBezTo>
                <a:cubicBezTo>
                  <a:pt x="-3624" y="107896"/>
                  <a:pt x="19981" y="147723"/>
                  <a:pt x="37018" y="163502"/>
                </a:cubicBezTo>
                <a:cubicBezTo>
                  <a:pt x="53749" y="167751"/>
                  <a:pt x="71464" y="165612"/>
                  <a:pt x="86703" y="157514"/>
                </a:cubicBezTo>
                <a:cubicBezTo>
                  <a:pt x="87636" y="147115"/>
                  <a:pt x="87988" y="136678"/>
                  <a:pt x="87750" y="126241"/>
                </a:cubicBezTo>
                <a:cubicBezTo>
                  <a:pt x="87750" y="126241"/>
                  <a:pt x="59862" y="67308"/>
                  <a:pt x="142099" y="68353"/>
                </a:cubicBezTo>
                <a:close/>
              </a:path>
            </a:pathLst>
          </a:custGeom>
          <a:solidFill>
            <a:srgbClr val="3A2C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6" name="Google Shape;2600;p47">
            <a:extLst>
              <a:ext uri="{FF2B5EF4-FFF2-40B4-BE49-F238E27FC236}">
                <a16:creationId xmlns:a16="http://schemas.microsoft.com/office/drawing/2014/main" id="{95F99896-EB1A-3A58-2769-84331DE4E7A5}"/>
              </a:ext>
            </a:extLst>
          </p:cNvPr>
          <p:cNvSpPr>
            <a:spLocks noGrp="1"/>
          </p:cNvSpPr>
          <p:nvPr/>
        </p:nvSpPr>
        <p:spPr>
          <a:xfrm>
            <a:off x="8635521" y="2431574"/>
            <a:ext cx="159488" cy="238783"/>
          </a:xfrm>
          <a:custGeom>
            <a:avLst/>
            <a:gdLst/>
            <a:ahLst/>
            <a:cxnLst/>
            <a:rect l="l" t="t" r="r" b="b"/>
            <a:pathLst>
              <a:path w="210167" h="307273">
                <a:moveTo>
                  <a:pt x="136175" y="10238"/>
                </a:moveTo>
                <a:cubicBezTo>
                  <a:pt x="127799" y="-3260"/>
                  <a:pt x="63836" y="-12100"/>
                  <a:pt x="42801" y="41986"/>
                </a:cubicBezTo>
                <a:cubicBezTo>
                  <a:pt x="34806" y="62517"/>
                  <a:pt x="36043" y="114987"/>
                  <a:pt x="29380" y="147875"/>
                </a:cubicBezTo>
                <a:cubicBezTo>
                  <a:pt x="22718" y="180764"/>
                  <a:pt x="7013" y="199489"/>
                  <a:pt x="1397" y="226199"/>
                </a:cubicBezTo>
                <a:cubicBezTo>
                  <a:pt x="-4219" y="252910"/>
                  <a:pt x="4919" y="297775"/>
                  <a:pt x="69452" y="305664"/>
                </a:cubicBezTo>
                <a:cubicBezTo>
                  <a:pt x="133985" y="313554"/>
                  <a:pt x="183670" y="290931"/>
                  <a:pt x="198709" y="270399"/>
                </a:cubicBezTo>
                <a:cubicBezTo>
                  <a:pt x="213748" y="249868"/>
                  <a:pt x="214224" y="206238"/>
                  <a:pt x="198709" y="182855"/>
                </a:cubicBezTo>
                <a:cubicBezTo>
                  <a:pt x="183194" y="159472"/>
                  <a:pt x="170916" y="140366"/>
                  <a:pt x="171297" y="109854"/>
                </a:cubicBezTo>
                <a:close/>
              </a:path>
            </a:pathLst>
          </a:custGeom>
          <a:solidFill>
            <a:srgbClr val="CC8B0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7" name="Google Shape;2601;p47">
            <a:extLst>
              <a:ext uri="{FF2B5EF4-FFF2-40B4-BE49-F238E27FC236}">
                <a16:creationId xmlns:a16="http://schemas.microsoft.com/office/drawing/2014/main" id="{730FB297-A171-9143-53AD-3C006C01172B}"/>
              </a:ext>
            </a:extLst>
          </p:cNvPr>
          <p:cNvSpPr>
            <a:spLocks noGrp="1"/>
          </p:cNvSpPr>
          <p:nvPr/>
        </p:nvSpPr>
        <p:spPr>
          <a:xfrm>
            <a:off x="8770262" y="2603877"/>
            <a:ext cx="29711" cy="176635"/>
          </a:xfrm>
          <a:custGeom>
            <a:avLst/>
            <a:gdLst/>
            <a:ahLst/>
            <a:cxnLst/>
            <a:rect l="l" t="t" r="r" b="b"/>
            <a:pathLst>
              <a:path w="39152" h="227300">
                <a:moveTo>
                  <a:pt x="35145" y="14835"/>
                </a:moveTo>
                <a:cubicBezTo>
                  <a:pt x="35145" y="14835"/>
                  <a:pt x="50279" y="121866"/>
                  <a:pt x="21725" y="197909"/>
                </a:cubicBezTo>
                <a:cubicBezTo>
                  <a:pt x="-6830" y="273952"/>
                  <a:pt x="975" y="178423"/>
                  <a:pt x="975" y="178423"/>
                </a:cubicBezTo>
                <a:lnTo>
                  <a:pt x="7923" y="155705"/>
                </a:lnTo>
                <a:cubicBezTo>
                  <a:pt x="7923" y="155705"/>
                  <a:pt x="13634" y="68446"/>
                  <a:pt x="11255" y="47059"/>
                </a:cubicBezTo>
                <a:cubicBezTo>
                  <a:pt x="8875" y="25672"/>
                  <a:pt x="9446" y="7231"/>
                  <a:pt x="7923" y="5520"/>
                </a:cubicBezTo>
                <a:cubicBezTo>
                  <a:pt x="6400" y="3809"/>
                  <a:pt x="13539" y="387"/>
                  <a:pt x="16585" y="7"/>
                </a:cubicBezTo>
                <a:cubicBezTo>
                  <a:pt x="19631" y="-373"/>
                  <a:pt x="35145" y="14835"/>
                  <a:pt x="35145" y="14835"/>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8" name="Google Shape;2602;p47">
            <a:extLst>
              <a:ext uri="{FF2B5EF4-FFF2-40B4-BE49-F238E27FC236}">
                <a16:creationId xmlns:a16="http://schemas.microsoft.com/office/drawing/2014/main" id="{979F7539-F9DB-1142-F324-876B7EF4B845}"/>
              </a:ext>
            </a:extLst>
          </p:cNvPr>
          <p:cNvSpPr>
            <a:spLocks noGrp="1"/>
          </p:cNvSpPr>
          <p:nvPr/>
        </p:nvSpPr>
        <p:spPr>
          <a:xfrm>
            <a:off x="8706789" y="2429375"/>
            <a:ext cx="76195" cy="96436"/>
          </a:xfrm>
          <a:custGeom>
            <a:avLst/>
            <a:gdLst/>
            <a:ahLst/>
            <a:cxnLst/>
            <a:rect l="l" t="t" r="r" b="b"/>
            <a:pathLst>
              <a:path w="100407" h="124097">
                <a:moveTo>
                  <a:pt x="0" y="3657"/>
                </a:moveTo>
                <a:cubicBezTo>
                  <a:pt x="0" y="3657"/>
                  <a:pt x="48162" y="-10126"/>
                  <a:pt x="77288" y="15824"/>
                </a:cubicBezTo>
                <a:cubicBezTo>
                  <a:pt x="96918" y="33855"/>
                  <a:pt x="104879" y="61297"/>
                  <a:pt x="97942" y="87019"/>
                </a:cubicBezTo>
                <a:cubicBezTo>
                  <a:pt x="94040" y="102227"/>
                  <a:pt x="86235" y="122949"/>
                  <a:pt x="74147" y="124090"/>
                </a:cubicBezTo>
                <a:cubicBezTo>
                  <a:pt x="62059" y="125230"/>
                  <a:pt x="0" y="3657"/>
                  <a:pt x="0" y="3657"/>
                </a:cubicBezTo>
                <a:close/>
              </a:path>
            </a:pathLst>
          </a:custGeom>
          <a:solidFill>
            <a:srgbClr val="CC8B0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9" name="Google Shape;2603;p47">
            <a:extLst>
              <a:ext uri="{FF2B5EF4-FFF2-40B4-BE49-F238E27FC236}">
                <a16:creationId xmlns:a16="http://schemas.microsoft.com/office/drawing/2014/main" id="{DCE07D91-EE43-6164-9ADE-778014AB522E}"/>
              </a:ext>
            </a:extLst>
          </p:cNvPr>
          <p:cNvSpPr>
            <a:spLocks noGrp="1"/>
          </p:cNvSpPr>
          <p:nvPr/>
        </p:nvSpPr>
        <p:spPr>
          <a:xfrm>
            <a:off x="8673753" y="2534152"/>
            <a:ext cx="94177" cy="107523"/>
          </a:xfrm>
          <a:custGeom>
            <a:avLst/>
            <a:gdLst/>
            <a:ahLst/>
            <a:cxnLst/>
            <a:rect l="l" t="t" r="r" b="b"/>
            <a:pathLst>
              <a:path w="124104" h="138364">
                <a:moveTo>
                  <a:pt x="25163" y="0"/>
                </a:moveTo>
                <a:cubicBezTo>
                  <a:pt x="25163" y="0"/>
                  <a:pt x="28304" y="53515"/>
                  <a:pt x="27352" y="57032"/>
                </a:cubicBezTo>
                <a:cubicBezTo>
                  <a:pt x="26400" y="60549"/>
                  <a:pt x="6221" y="64826"/>
                  <a:pt x="606" y="69484"/>
                </a:cubicBezTo>
                <a:cubicBezTo>
                  <a:pt x="-5010" y="74142"/>
                  <a:pt x="29826" y="128513"/>
                  <a:pt x="47530" y="136592"/>
                </a:cubicBezTo>
                <a:cubicBezTo>
                  <a:pt x="65234" y="144671"/>
                  <a:pt x="119964" y="124045"/>
                  <a:pt x="123676" y="96860"/>
                </a:cubicBezTo>
                <a:cubicBezTo>
                  <a:pt x="127198" y="71766"/>
                  <a:pt x="108066" y="52279"/>
                  <a:pt x="100642" y="45531"/>
                </a:cubicBezTo>
                <a:cubicBezTo>
                  <a:pt x="95603" y="45179"/>
                  <a:pt x="90547" y="45179"/>
                  <a:pt x="85508" y="45531"/>
                </a:cubicBezTo>
                <a:lnTo>
                  <a:pt x="83890" y="19486"/>
                </a:lnTo>
                <a:cubicBezTo>
                  <a:pt x="60475" y="11977"/>
                  <a:pt x="25163" y="0"/>
                  <a:pt x="25163" y="0"/>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0" name="Google Shape;2604;p47">
            <a:extLst>
              <a:ext uri="{FF2B5EF4-FFF2-40B4-BE49-F238E27FC236}">
                <a16:creationId xmlns:a16="http://schemas.microsoft.com/office/drawing/2014/main" id="{DF3B22B7-7774-8983-AA4C-B62DB2598847}"/>
              </a:ext>
            </a:extLst>
          </p:cNvPr>
          <p:cNvSpPr>
            <a:spLocks noGrp="1"/>
          </p:cNvSpPr>
          <p:nvPr/>
        </p:nvSpPr>
        <p:spPr>
          <a:xfrm>
            <a:off x="8658086" y="2569479"/>
            <a:ext cx="137337" cy="161640"/>
          </a:xfrm>
          <a:custGeom>
            <a:avLst/>
            <a:gdLst/>
            <a:ahLst/>
            <a:cxnLst/>
            <a:rect l="l" t="t" r="r" b="b"/>
            <a:pathLst>
              <a:path w="180978" h="208003">
                <a:moveTo>
                  <a:pt x="38384" y="17181"/>
                </a:moveTo>
                <a:cubicBezTo>
                  <a:pt x="23345" y="19557"/>
                  <a:pt x="6117" y="27542"/>
                  <a:pt x="3738" y="36192"/>
                </a:cubicBezTo>
                <a:cubicBezTo>
                  <a:pt x="-2445" y="65896"/>
                  <a:pt x="-938" y="96684"/>
                  <a:pt x="8116" y="125637"/>
                </a:cubicBezTo>
                <a:cubicBezTo>
                  <a:pt x="21156" y="160046"/>
                  <a:pt x="29913" y="182004"/>
                  <a:pt x="37432" y="196832"/>
                </a:cubicBezTo>
                <a:cubicBezTo>
                  <a:pt x="37432" y="196832"/>
                  <a:pt x="102632" y="224778"/>
                  <a:pt x="155268" y="192270"/>
                </a:cubicBezTo>
                <a:cubicBezTo>
                  <a:pt x="155268" y="192270"/>
                  <a:pt x="158789" y="155294"/>
                  <a:pt x="159075" y="135238"/>
                </a:cubicBezTo>
                <a:cubicBezTo>
                  <a:pt x="207618" y="92939"/>
                  <a:pt x="166118" y="40849"/>
                  <a:pt x="125000" y="356"/>
                </a:cubicBezTo>
                <a:cubicBezTo>
                  <a:pt x="120062" y="-119"/>
                  <a:pt x="115089" y="-119"/>
                  <a:pt x="110151" y="356"/>
                </a:cubicBezTo>
                <a:cubicBezTo>
                  <a:pt x="110151" y="356"/>
                  <a:pt x="146892" y="43606"/>
                  <a:pt x="121383" y="68225"/>
                </a:cubicBezTo>
                <a:cubicBezTo>
                  <a:pt x="66748" y="51495"/>
                  <a:pt x="55898" y="26971"/>
                  <a:pt x="38384" y="17181"/>
                </a:cubicBezTo>
                <a:close/>
              </a:path>
            </a:pathLst>
          </a:custGeom>
          <a:solidFill>
            <a:srgbClr val="F4F4F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1" name="Google Shape;2605;p47">
            <a:extLst>
              <a:ext uri="{FF2B5EF4-FFF2-40B4-BE49-F238E27FC236}">
                <a16:creationId xmlns:a16="http://schemas.microsoft.com/office/drawing/2014/main" id="{54E0E19A-30B8-0C7F-1F49-9879E3FA57F3}"/>
              </a:ext>
            </a:extLst>
          </p:cNvPr>
          <p:cNvSpPr>
            <a:spLocks noGrp="1"/>
          </p:cNvSpPr>
          <p:nvPr/>
        </p:nvSpPr>
        <p:spPr>
          <a:xfrm>
            <a:off x="8669937" y="2437082"/>
            <a:ext cx="101076" cy="127429"/>
          </a:xfrm>
          <a:custGeom>
            <a:avLst/>
            <a:gdLst/>
            <a:ahLst/>
            <a:cxnLst/>
            <a:rect l="l" t="t" r="r" b="b"/>
            <a:pathLst>
              <a:path w="133195" h="163980">
                <a:moveTo>
                  <a:pt x="130419" y="58471"/>
                </a:moveTo>
                <a:lnTo>
                  <a:pt x="130419" y="58471"/>
                </a:lnTo>
                <a:cubicBezTo>
                  <a:pt x="124993" y="24061"/>
                  <a:pt x="100056" y="-1888"/>
                  <a:pt x="64553" y="108"/>
                </a:cubicBezTo>
                <a:cubicBezTo>
                  <a:pt x="26762" y="2399"/>
                  <a:pt x="-2053" y="34793"/>
                  <a:pt x="115" y="72539"/>
                </a:cubicBezTo>
                <a:cubicBezTo>
                  <a:pt x="1384" y="93736"/>
                  <a:pt x="12514" y="113117"/>
                  <a:pt x="30192" y="124913"/>
                </a:cubicBezTo>
                <a:cubicBezTo>
                  <a:pt x="31439" y="130103"/>
                  <a:pt x="33258" y="135141"/>
                  <a:pt x="35618" y="139932"/>
                </a:cubicBezTo>
                <a:cubicBezTo>
                  <a:pt x="48277" y="154570"/>
                  <a:pt x="81686" y="163885"/>
                  <a:pt x="92727" y="163980"/>
                </a:cubicBezTo>
                <a:cubicBezTo>
                  <a:pt x="102245" y="163980"/>
                  <a:pt x="110526" y="155235"/>
                  <a:pt x="119473" y="140407"/>
                </a:cubicBezTo>
                <a:cubicBezTo>
                  <a:pt x="138033" y="109610"/>
                  <a:pt x="133369" y="75485"/>
                  <a:pt x="130419" y="58471"/>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2" name="Google Shape;2606;p47">
            <a:extLst>
              <a:ext uri="{FF2B5EF4-FFF2-40B4-BE49-F238E27FC236}">
                <a16:creationId xmlns:a16="http://schemas.microsoft.com/office/drawing/2014/main" id="{A48C1BA1-2D2D-F171-A74C-06B081348C0C}"/>
              </a:ext>
            </a:extLst>
          </p:cNvPr>
          <p:cNvSpPr>
            <a:spLocks noGrp="1"/>
          </p:cNvSpPr>
          <p:nvPr/>
        </p:nvSpPr>
        <p:spPr>
          <a:xfrm>
            <a:off x="8665405" y="2436360"/>
            <a:ext cx="101406" cy="97570"/>
          </a:xfrm>
          <a:custGeom>
            <a:avLst/>
            <a:gdLst/>
            <a:ahLst/>
            <a:cxnLst/>
            <a:rect l="l" t="t" r="r" b="b"/>
            <a:pathLst>
              <a:path w="133630" h="125556">
                <a:moveTo>
                  <a:pt x="59484" y="1702"/>
                </a:moveTo>
                <a:cubicBezTo>
                  <a:pt x="34546" y="6549"/>
                  <a:pt x="14082" y="13583"/>
                  <a:pt x="7324" y="38012"/>
                </a:cubicBezTo>
                <a:cubicBezTo>
                  <a:pt x="2660" y="54837"/>
                  <a:pt x="-3432" y="86965"/>
                  <a:pt x="2375" y="100462"/>
                </a:cubicBezTo>
                <a:lnTo>
                  <a:pt x="5991" y="109968"/>
                </a:lnTo>
                <a:lnTo>
                  <a:pt x="36164" y="125557"/>
                </a:lnTo>
                <a:cubicBezTo>
                  <a:pt x="36164" y="125557"/>
                  <a:pt x="50251" y="113770"/>
                  <a:pt x="45682" y="79456"/>
                </a:cubicBezTo>
                <a:cubicBezTo>
                  <a:pt x="45808" y="74807"/>
                  <a:pt x="47261" y="70283"/>
                  <a:pt x="49870" y="66433"/>
                </a:cubicBezTo>
                <a:cubicBezTo>
                  <a:pt x="51779" y="63173"/>
                  <a:pt x="53189" y="59646"/>
                  <a:pt x="54058" y="55977"/>
                </a:cubicBezTo>
                <a:cubicBezTo>
                  <a:pt x="57624" y="46681"/>
                  <a:pt x="64649" y="39124"/>
                  <a:pt x="73666" y="34875"/>
                </a:cubicBezTo>
                <a:cubicBezTo>
                  <a:pt x="96129" y="22233"/>
                  <a:pt x="129062" y="33164"/>
                  <a:pt x="133631" y="37727"/>
                </a:cubicBezTo>
                <a:cubicBezTo>
                  <a:pt x="120538" y="9734"/>
                  <a:pt x="89617" y="-5285"/>
                  <a:pt x="59484" y="1702"/>
                </a:cubicBezTo>
                <a:close/>
              </a:path>
            </a:pathLst>
          </a:custGeom>
          <a:solidFill>
            <a:srgbClr val="CC8B0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3" name="Google Shape;2607;p47">
            <a:extLst>
              <a:ext uri="{FF2B5EF4-FFF2-40B4-BE49-F238E27FC236}">
                <a16:creationId xmlns:a16="http://schemas.microsoft.com/office/drawing/2014/main" id="{FA59241B-ED22-386F-3A5F-F028DB28C9D9}"/>
              </a:ext>
            </a:extLst>
          </p:cNvPr>
          <p:cNvSpPr>
            <a:spLocks noGrp="1"/>
          </p:cNvSpPr>
          <p:nvPr/>
        </p:nvSpPr>
        <p:spPr>
          <a:xfrm>
            <a:off x="8670083" y="3280868"/>
            <a:ext cx="80166" cy="62508"/>
          </a:xfrm>
          <a:custGeom>
            <a:avLst/>
            <a:gdLst/>
            <a:ahLst/>
            <a:cxnLst/>
            <a:rect l="l" t="t" r="r" b="b"/>
            <a:pathLst>
              <a:path w="105640" h="80438">
                <a:moveTo>
                  <a:pt x="8202" y="3"/>
                </a:moveTo>
                <a:cubicBezTo>
                  <a:pt x="20862" y="10269"/>
                  <a:pt x="40469" y="3139"/>
                  <a:pt x="41421" y="4090"/>
                </a:cubicBezTo>
                <a:cubicBezTo>
                  <a:pt x="56092" y="16761"/>
                  <a:pt x="71439" y="28623"/>
                  <a:pt x="87394" y="39640"/>
                </a:cubicBezTo>
                <a:cubicBezTo>
                  <a:pt x="95294" y="45818"/>
                  <a:pt x="107572" y="54088"/>
                  <a:pt x="105383" y="65970"/>
                </a:cubicBezTo>
                <a:cubicBezTo>
                  <a:pt x="101386" y="87167"/>
                  <a:pt x="67310" y="80608"/>
                  <a:pt x="54461" y="74145"/>
                </a:cubicBezTo>
                <a:cubicBezTo>
                  <a:pt x="41611" y="67681"/>
                  <a:pt x="31141" y="56845"/>
                  <a:pt x="19053" y="49335"/>
                </a:cubicBezTo>
                <a:cubicBezTo>
                  <a:pt x="10392" y="44012"/>
                  <a:pt x="1825" y="41161"/>
                  <a:pt x="17" y="30325"/>
                </a:cubicBezTo>
                <a:cubicBezTo>
                  <a:pt x="-364" y="23386"/>
                  <a:pt x="5823" y="-283"/>
                  <a:pt x="8202" y="3"/>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4" name="Google Shape;2608;p47">
            <a:extLst>
              <a:ext uri="{FF2B5EF4-FFF2-40B4-BE49-F238E27FC236}">
                <a16:creationId xmlns:a16="http://schemas.microsoft.com/office/drawing/2014/main" id="{AE8E6A93-9FA1-14FF-5840-8AD07F8110EB}"/>
              </a:ext>
            </a:extLst>
          </p:cNvPr>
          <p:cNvSpPr>
            <a:spLocks noGrp="1"/>
          </p:cNvSpPr>
          <p:nvPr/>
        </p:nvSpPr>
        <p:spPr>
          <a:xfrm>
            <a:off x="8670321" y="3300740"/>
            <a:ext cx="79877" cy="42634"/>
          </a:xfrm>
          <a:custGeom>
            <a:avLst/>
            <a:gdLst/>
            <a:ahLst/>
            <a:cxnLst/>
            <a:rect l="l" t="t" r="r" b="b"/>
            <a:pathLst>
              <a:path w="105259" h="54863">
                <a:moveTo>
                  <a:pt x="369" y="0"/>
                </a:moveTo>
                <a:cubicBezTo>
                  <a:pt x="1987" y="10456"/>
                  <a:pt x="10458" y="13308"/>
                  <a:pt x="19405" y="19011"/>
                </a:cubicBezTo>
                <a:cubicBezTo>
                  <a:pt x="31779" y="26615"/>
                  <a:pt x="42629" y="38021"/>
                  <a:pt x="55479" y="44200"/>
                </a:cubicBezTo>
                <a:cubicBezTo>
                  <a:pt x="68329" y="50379"/>
                  <a:pt x="96883" y="56082"/>
                  <a:pt x="105259" y="40968"/>
                </a:cubicBezTo>
                <a:cubicBezTo>
                  <a:pt x="100690" y="61405"/>
                  <a:pt x="67186" y="55036"/>
                  <a:pt x="54527" y="48573"/>
                </a:cubicBezTo>
                <a:cubicBezTo>
                  <a:pt x="41868" y="42109"/>
                  <a:pt x="31208" y="31273"/>
                  <a:pt x="19119" y="23763"/>
                </a:cubicBezTo>
                <a:cubicBezTo>
                  <a:pt x="10458" y="18440"/>
                  <a:pt x="1891" y="15589"/>
                  <a:pt x="83" y="4753"/>
                </a:cubicBezTo>
                <a:cubicBezTo>
                  <a:pt x="-89" y="3165"/>
                  <a:pt x="7" y="1559"/>
                  <a:pt x="369" y="0"/>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5" name="Google Shape;2609;p47">
            <a:extLst>
              <a:ext uri="{FF2B5EF4-FFF2-40B4-BE49-F238E27FC236}">
                <a16:creationId xmlns:a16="http://schemas.microsoft.com/office/drawing/2014/main" id="{8C7B98CE-90AC-C357-A8B8-355850739204}"/>
              </a:ext>
            </a:extLst>
          </p:cNvPr>
          <p:cNvSpPr>
            <a:spLocks noGrp="1"/>
          </p:cNvSpPr>
          <p:nvPr/>
        </p:nvSpPr>
        <p:spPr>
          <a:xfrm>
            <a:off x="8737631" y="3267353"/>
            <a:ext cx="73058" cy="57783"/>
          </a:xfrm>
          <a:custGeom>
            <a:avLst/>
            <a:gdLst/>
            <a:ahLst/>
            <a:cxnLst/>
            <a:rect l="l" t="t" r="r" b="b"/>
            <a:pathLst>
              <a:path w="96273" h="74358">
                <a:moveTo>
                  <a:pt x="7519" y="0"/>
                </a:moveTo>
                <a:cubicBezTo>
                  <a:pt x="19132" y="9505"/>
                  <a:pt x="36074" y="4087"/>
                  <a:pt x="37407" y="4943"/>
                </a:cubicBezTo>
                <a:cubicBezTo>
                  <a:pt x="50869" y="16473"/>
                  <a:pt x="64979" y="27233"/>
                  <a:pt x="79667" y="37166"/>
                </a:cubicBezTo>
                <a:cubicBezTo>
                  <a:pt x="86806" y="42774"/>
                  <a:pt x="98037" y="50378"/>
                  <a:pt x="96039" y="61215"/>
                </a:cubicBezTo>
                <a:cubicBezTo>
                  <a:pt x="92422" y="80225"/>
                  <a:pt x="61202" y="74712"/>
                  <a:pt x="49495" y="68724"/>
                </a:cubicBezTo>
                <a:cubicBezTo>
                  <a:pt x="37787" y="62735"/>
                  <a:pt x="28079" y="52945"/>
                  <a:pt x="16942" y="46006"/>
                </a:cubicBezTo>
                <a:cubicBezTo>
                  <a:pt x="9042" y="41158"/>
                  <a:pt x="1237" y="38592"/>
                  <a:pt x="0" y="28516"/>
                </a:cubicBezTo>
                <a:cubicBezTo>
                  <a:pt x="386" y="18574"/>
                  <a:pt x="2954" y="8840"/>
                  <a:pt x="7519" y="0"/>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6" name="Google Shape;2610;p47">
            <a:extLst>
              <a:ext uri="{FF2B5EF4-FFF2-40B4-BE49-F238E27FC236}">
                <a16:creationId xmlns:a16="http://schemas.microsoft.com/office/drawing/2014/main" id="{270E489C-F13D-60F8-E5FF-2A945E755824}"/>
              </a:ext>
            </a:extLst>
          </p:cNvPr>
          <p:cNvSpPr>
            <a:spLocks noGrp="1"/>
          </p:cNvSpPr>
          <p:nvPr/>
        </p:nvSpPr>
        <p:spPr>
          <a:xfrm>
            <a:off x="8737589" y="3286189"/>
            <a:ext cx="72777" cy="38910"/>
          </a:xfrm>
          <a:custGeom>
            <a:avLst/>
            <a:gdLst/>
            <a:ahLst/>
            <a:cxnLst/>
            <a:rect l="l" t="t" r="r" b="b"/>
            <a:pathLst>
              <a:path w="95903" h="50071">
                <a:moveTo>
                  <a:pt x="245" y="0"/>
                </a:moveTo>
                <a:cubicBezTo>
                  <a:pt x="1768" y="9505"/>
                  <a:pt x="9763" y="12262"/>
                  <a:pt x="17283" y="17110"/>
                </a:cubicBezTo>
                <a:cubicBezTo>
                  <a:pt x="28609" y="24144"/>
                  <a:pt x="38604" y="34219"/>
                  <a:pt x="50311" y="40208"/>
                </a:cubicBezTo>
                <a:cubicBezTo>
                  <a:pt x="62018" y="46196"/>
                  <a:pt x="88384" y="51139"/>
                  <a:pt x="95903" y="37261"/>
                </a:cubicBezTo>
                <a:cubicBezTo>
                  <a:pt x="91810" y="56272"/>
                  <a:pt x="61162" y="50093"/>
                  <a:pt x="49549" y="44200"/>
                </a:cubicBezTo>
                <a:cubicBezTo>
                  <a:pt x="37937" y="38307"/>
                  <a:pt x="28134" y="28421"/>
                  <a:pt x="16997" y="21482"/>
                </a:cubicBezTo>
                <a:cubicBezTo>
                  <a:pt x="9097" y="16634"/>
                  <a:pt x="1292" y="14068"/>
                  <a:pt x="55" y="3992"/>
                </a:cubicBezTo>
                <a:cubicBezTo>
                  <a:pt x="-59" y="2661"/>
                  <a:pt x="5" y="1321"/>
                  <a:pt x="245" y="0"/>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7" name="Google Shape;2611;p47">
            <a:extLst>
              <a:ext uri="{FF2B5EF4-FFF2-40B4-BE49-F238E27FC236}">
                <a16:creationId xmlns:a16="http://schemas.microsoft.com/office/drawing/2014/main" id="{1695B88B-984F-EC9E-9EE3-6ED884934FA8}"/>
              </a:ext>
            </a:extLst>
          </p:cNvPr>
          <p:cNvSpPr>
            <a:spLocks noGrp="1"/>
          </p:cNvSpPr>
          <p:nvPr/>
        </p:nvSpPr>
        <p:spPr>
          <a:xfrm>
            <a:off x="8642757" y="2728865"/>
            <a:ext cx="156257" cy="557634"/>
          </a:xfrm>
          <a:custGeom>
            <a:avLst/>
            <a:gdLst/>
            <a:ahLst/>
            <a:cxnLst/>
            <a:rect l="l" t="t" r="r" b="b"/>
            <a:pathLst>
              <a:path w="205910" h="717579">
                <a:moveTo>
                  <a:pt x="200595" y="106555"/>
                </a:moveTo>
                <a:cubicBezTo>
                  <a:pt x="194980" y="63115"/>
                  <a:pt x="178989" y="0"/>
                  <a:pt x="178989" y="0"/>
                </a:cubicBezTo>
                <a:cubicBezTo>
                  <a:pt x="163827" y="7043"/>
                  <a:pt x="147437" y="11083"/>
                  <a:pt x="130732" y="11882"/>
                </a:cubicBezTo>
                <a:cubicBezTo>
                  <a:pt x="106230" y="11825"/>
                  <a:pt x="81788" y="9467"/>
                  <a:pt x="57727" y="4848"/>
                </a:cubicBezTo>
                <a:cubicBezTo>
                  <a:pt x="49855" y="18526"/>
                  <a:pt x="41277" y="31786"/>
                  <a:pt x="32028" y="44580"/>
                </a:cubicBezTo>
                <a:cubicBezTo>
                  <a:pt x="19464" y="61975"/>
                  <a:pt x="-4998" y="100091"/>
                  <a:pt x="904" y="166629"/>
                </a:cubicBezTo>
                <a:cubicBezTo>
                  <a:pt x="4806" y="210163"/>
                  <a:pt x="29458" y="394758"/>
                  <a:pt x="29458" y="394758"/>
                </a:cubicBezTo>
                <a:cubicBezTo>
                  <a:pt x="19982" y="425830"/>
                  <a:pt x="14951" y="458092"/>
                  <a:pt x="14515" y="490572"/>
                </a:cubicBezTo>
                <a:cubicBezTo>
                  <a:pt x="16767" y="529163"/>
                  <a:pt x="21857" y="567546"/>
                  <a:pt x="29744" y="605396"/>
                </a:cubicBezTo>
                <a:lnTo>
                  <a:pt x="44307" y="709955"/>
                </a:lnTo>
                <a:cubicBezTo>
                  <a:pt x="44307" y="709955"/>
                  <a:pt x="63343" y="723928"/>
                  <a:pt x="77525" y="714043"/>
                </a:cubicBezTo>
                <a:lnTo>
                  <a:pt x="75812" y="611385"/>
                </a:lnTo>
                <a:cubicBezTo>
                  <a:pt x="77430" y="586291"/>
                  <a:pt x="79905" y="549220"/>
                  <a:pt x="81523" y="525837"/>
                </a:cubicBezTo>
                <a:cubicBezTo>
                  <a:pt x="84188" y="487340"/>
                  <a:pt x="91041" y="426125"/>
                  <a:pt x="93040" y="410917"/>
                </a:cubicBezTo>
                <a:cubicBezTo>
                  <a:pt x="95039" y="395708"/>
                  <a:pt x="99988" y="368903"/>
                  <a:pt x="102558" y="338961"/>
                </a:cubicBezTo>
                <a:cubicBezTo>
                  <a:pt x="105128" y="309019"/>
                  <a:pt x="116169" y="156933"/>
                  <a:pt x="116169" y="156933"/>
                </a:cubicBezTo>
                <a:lnTo>
                  <a:pt x="117787" y="185449"/>
                </a:lnTo>
                <a:cubicBezTo>
                  <a:pt x="117787" y="185449"/>
                  <a:pt x="119215" y="231741"/>
                  <a:pt x="125878" y="288773"/>
                </a:cubicBezTo>
                <a:cubicBezTo>
                  <a:pt x="132540" y="345805"/>
                  <a:pt x="134920" y="371089"/>
                  <a:pt x="134920" y="371089"/>
                </a:cubicBezTo>
                <a:cubicBezTo>
                  <a:pt x="128461" y="382524"/>
                  <a:pt x="123865" y="394910"/>
                  <a:pt x="121309" y="407780"/>
                </a:cubicBezTo>
                <a:cubicBezTo>
                  <a:pt x="120167" y="420042"/>
                  <a:pt x="105985" y="517567"/>
                  <a:pt x="114456" y="567185"/>
                </a:cubicBezTo>
                <a:lnTo>
                  <a:pt x="131779" y="693321"/>
                </a:lnTo>
                <a:cubicBezTo>
                  <a:pt x="140538" y="699338"/>
                  <a:pt x="151655" y="700783"/>
                  <a:pt x="161666" y="697218"/>
                </a:cubicBezTo>
                <a:lnTo>
                  <a:pt x="171850" y="570131"/>
                </a:lnTo>
                <a:cubicBezTo>
                  <a:pt x="178704" y="521749"/>
                  <a:pt x="193171" y="419186"/>
                  <a:pt x="195360" y="405879"/>
                </a:cubicBezTo>
                <a:cubicBezTo>
                  <a:pt x="200276" y="379007"/>
                  <a:pt x="203171" y="351812"/>
                  <a:pt x="204022" y="324513"/>
                </a:cubicBezTo>
                <a:cubicBezTo>
                  <a:pt x="207394" y="251863"/>
                  <a:pt x="206250" y="179071"/>
                  <a:pt x="200595" y="106555"/>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8" name="Google Shape;2612;p47">
            <a:extLst>
              <a:ext uri="{FF2B5EF4-FFF2-40B4-BE49-F238E27FC236}">
                <a16:creationId xmlns:a16="http://schemas.microsoft.com/office/drawing/2014/main" id="{B9805695-5AA8-82FB-071D-4037E169BCD9}"/>
              </a:ext>
            </a:extLst>
          </p:cNvPr>
          <p:cNvSpPr>
            <a:spLocks noGrp="1"/>
          </p:cNvSpPr>
          <p:nvPr/>
        </p:nvSpPr>
        <p:spPr>
          <a:xfrm>
            <a:off x="8639235" y="2717932"/>
            <a:ext cx="166324" cy="371031"/>
          </a:xfrm>
          <a:custGeom>
            <a:avLst/>
            <a:gdLst/>
            <a:ahLst/>
            <a:cxnLst/>
            <a:rect l="l" t="t" r="r" b="b"/>
            <a:pathLst>
              <a:path w="219176" h="477454">
                <a:moveTo>
                  <a:pt x="62274" y="5418"/>
                </a:moveTo>
                <a:lnTo>
                  <a:pt x="24773" y="80606"/>
                </a:lnTo>
                <a:cubicBezTo>
                  <a:pt x="24773" y="80606"/>
                  <a:pt x="-32337" y="164158"/>
                  <a:pt x="26867" y="378979"/>
                </a:cubicBezTo>
                <a:lnTo>
                  <a:pt x="15730" y="445516"/>
                </a:lnTo>
                <a:cubicBezTo>
                  <a:pt x="15730" y="445516"/>
                  <a:pt x="127855" y="517377"/>
                  <a:pt x="202953" y="445516"/>
                </a:cubicBezTo>
                <a:cubicBezTo>
                  <a:pt x="202953" y="445516"/>
                  <a:pt x="228938" y="247044"/>
                  <a:pt x="215137" y="155508"/>
                </a:cubicBezTo>
                <a:cubicBezTo>
                  <a:pt x="207420" y="102867"/>
                  <a:pt x="195743" y="50882"/>
                  <a:pt x="180205" y="0"/>
                </a:cubicBezTo>
                <a:cubicBezTo>
                  <a:pt x="180205" y="0"/>
                  <a:pt x="161835" y="20246"/>
                  <a:pt x="67224" y="6844"/>
                </a:cubicBezTo>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9" name="Google Shape;2613;p47">
            <a:extLst>
              <a:ext uri="{FF2B5EF4-FFF2-40B4-BE49-F238E27FC236}">
                <a16:creationId xmlns:a16="http://schemas.microsoft.com/office/drawing/2014/main" id="{7FDEA2FE-90BB-E94D-26C1-1BE08311C2F4}"/>
              </a:ext>
            </a:extLst>
          </p:cNvPr>
          <p:cNvSpPr>
            <a:spLocks noGrp="1"/>
          </p:cNvSpPr>
          <p:nvPr/>
        </p:nvSpPr>
        <p:spPr>
          <a:xfrm>
            <a:off x="8653475" y="2606673"/>
            <a:ext cx="239803" cy="213343"/>
          </a:xfrm>
          <a:custGeom>
            <a:avLst/>
            <a:gdLst/>
            <a:ahLst/>
            <a:cxnLst/>
            <a:rect l="l" t="t" r="r" b="b"/>
            <a:pathLst>
              <a:path w="316003" h="274536">
                <a:moveTo>
                  <a:pt x="278037" y="202010"/>
                </a:moveTo>
                <a:cubicBezTo>
                  <a:pt x="268463" y="202400"/>
                  <a:pt x="258924" y="203417"/>
                  <a:pt x="249482" y="205052"/>
                </a:cubicBezTo>
                <a:cubicBezTo>
                  <a:pt x="240488" y="207875"/>
                  <a:pt x="231117" y="209320"/>
                  <a:pt x="221689" y="209329"/>
                </a:cubicBezTo>
                <a:cubicBezTo>
                  <a:pt x="211410" y="209329"/>
                  <a:pt x="182760" y="195071"/>
                  <a:pt x="158203" y="177867"/>
                </a:cubicBezTo>
                <a:cubicBezTo>
                  <a:pt x="131540" y="157867"/>
                  <a:pt x="108492" y="133467"/>
                  <a:pt x="90052" y="105721"/>
                </a:cubicBezTo>
                <a:cubicBezTo>
                  <a:pt x="70714" y="76112"/>
                  <a:pt x="53873" y="44963"/>
                  <a:pt x="39701" y="12568"/>
                </a:cubicBezTo>
                <a:cubicBezTo>
                  <a:pt x="31706" y="-10435"/>
                  <a:pt x="31896" y="5249"/>
                  <a:pt x="18285" y="4869"/>
                </a:cubicBezTo>
                <a:cubicBezTo>
                  <a:pt x="2199" y="4869"/>
                  <a:pt x="-6367" y="10382"/>
                  <a:pt x="5626" y="41655"/>
                </a:cubicBezTo>
                <a:cubicBezTo>
                  <a:pt x="17624" y="74011"/>
                  <a:pt x="34368" y="104419"/>
                  <a:pt x="55311" y="131861"/>
                </a:cubicBezTo>
                <a:cubicBezTo>
                  <a:pt x="74979" y="159540"/>
                  <a:pt x="99215" y="183675"/>
                  <a:pt x="126983" y="203246"/>
                </a:cubicBezTo>
                <a:cubicBezTo>
                  <a:pt x="151440" y="220356"/>
                  <a:pt x="177868" y="234452"/>
                  <a:pt x="205699" y="245260"/>
                </a:cubicBezTo>
                <a:cubicBezTo>
                  <a:pt x="213694" y="248492"/>
                  <a:pt x="218834" y="252959"/>
                  <a:pt x="233301" y="260944"/>
                </a:cubicBezTo>
                <a:cubicBezTo>
                  <a:pt x="247832" y="269251"/>
                  <a:pt x="264161" y="273918"/>
                  <a:pt x="280892" y="274536"/>
                </a:cubicBezTo>
                <a:cubicBezTo>
                  <a:pt x="294789" y="274536"/>
                  <a:pt x="299929" y="271875"/>
                  <a:pt x="300881" y="269023"/>
                </a:cubicBezTo>
                <a:cubicBezTo>
                  <a:pt x="301832" y="266171"/>
                  <a:pt x="299643" y="263035"/>
                  <a:pt x="293266" y="262465"/>
                </a:cubicBezTo>
                <a:cubicBezTo>
                  <a:pt x="283123" y="262312"/>
                  <a:pt x="273092" y="260316"/>
                  <a:pt x="263664" y="256571"/>
                </a:cubicBezTo>
                <a:cubicBezTo>
                  <a:pt x="263664" y="256571"/>
                  <a:pt x="277466" y="258567"/>
                  <a:pt x="285842" y="258947"/>
                </a:cubicBezTo>
                <a:cubicBezTo>
                  <a:pt x="293341" y="259394"/>
                  <a:pt x="300865" y="258814"/>
                  <a:pt x="308210" y="257236"/>
                </a:cubicBezTo>
                <a:cubicBezTo>
                  <a:pt x="315253" y="255525"/>
                  <a:pt x="319156" y="245640"/>
                  <a:pt x="312778" y="244880"/>
                </a:cubicBezTo>
                <a:cubicBezTo>
                  <a:pt x="306401" y="244119"/>
                  <a:pt x="301166" y="244880"/>
                  <a:pt x="288793" y="244404"/>
                </a:cubicBezTo>
                <a:cubicBezTo>
                  <a:pt x="282333" y="243967"/>
                  <a:pt x="275944" y="242788"/>
                  <a:pt x="269756" y="240887"/>
                </a:cubicBezTo>
                <a:cubicBezTo>
                  <a:pt x="278072" y="240944"/>
                  <a:pt x="286380" y="240345"/>
                  <a:pt x="294599" y="239081"/>
                </a:cubicBezTo>
                <a:cubicBezTo>
                  <a:pt x="301263" y="238425"/>
                  <a:pt x="307602" y="235887"/>
                  <a:pt x="312874" y="231762"/>
                </a:cubicBezTo>
                <a:cubicBezTo>
                  <a:pt x="315634" y="229481"/>
                  <a:pt x="316110" y="223112"/>
                  <a:pt x="308019" y="223207"/>
                </a:cubicBezTo>
                <a:cubicBezTo>
                  <a:pt x="298031" y="224947"/>
                  <a:pt x="287865" y="225460"/>
                  <a:pt x="277751" y="224728"/>
                </a:cubicBezTo>
                <a:cubicBezTo>
                  <a:pt x="267757" y="223302"/>
                  <a:pt x="260809" y="220926"/>
                  <a:pt x="262332" y="219595"/>
                </a:cubicBezTo>
                <a:cubicBezTo>
                  <a:pt x="263855" y="218264"/>
                  <a:pt x="269756" y="219595"/>
                  <a:pt x="278132" y="216553"/>
                </a:cubicBezTo>
                <a:cubicBezTo>
                  <a:pt x="286508" y="213512"/>
                  <a:pt x="292219" y="206193"/>
                  <a:pt x="290315" y="201915"/>
                </a:cubicBezTo>
                <a:cubicBezTo>
                  <a:pt x="288412" y="197638"/>
                  <a:pt x="287079" y="200395"/>
                  <a:pt x="278037" y="202010"/>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0" name="Google Shape;2614;p47">
            <a:extLst>
              <a:ext uri="{FF2B5EF4-FFF2-40B4-BE49-F238E27FC236}">
                <a16:creationId xmlns:a16="http://schemas.microsoft.com/office/drawing/2014/main" id="{FB174DCD-9A45-2BF3-AF0D-0DD5B9CA6F4F}"/>
              </a:ext>
            </a:extLst>
          </p:cNvPr>
          <p:cNvSpPr>
            <a:spLocks noGrp="1"/>
          </p:cNvSpPr>
          <p:nvPr/>
        </p:nvSpPr>
        <p:spPr>
          <a:xfrm>
            <a:off x="8649194" y="2592742"/>
            <a:ext cx="57666" cy="69376"/>
          </a:xfrm>
          <a:custGeom>
            <a:avLst/>
            <a:gdLst/>
            <a:ahLst/>
            <a:cxnLst/>
            <a:rect l="l" t="t" r="r" b="b"/>
            <a:pathLst>
              <a:path w="75991" h="89275">
                <a:moveTo>
                  <a:pt x="18406" y="89237"/>
                </a:moveTo>
                <a:cubicBezTo>
                  <a:pt x="18406" y="89237"/>
                  <a:pt x="55147" y="91139"/>
                  <a:pt x="75991" y="68231"/>
                </a:cubicBezTo>
                <a:lnTo>
                  <a:pt x="53338" y="20704"/>
                </a:lnTo>
                <a:cubicBezTo>
                  <a:pt x="53338" y="20704"/>
                  <a:pt x="42963" y="-5436"/>
                  <a:pt x="18501" y="1028"/>
                </a:cubicBezTo>
                <a:cubicBezTo>
                  <a:pt x="-5960" y="7491"/>
                  <a:pt x="-6341" y="42186"/>
                  <a:pt x="18406" y="89237"/>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1" name="Google Shape;2615;p47">
            <a:extLst>
              <a:ext uri="{FF2B5EF4-FFF2-40B4-BE49-F238E27FC236}">
                <a16:creationId xmlns:a16="http://schemas.microsoft.com/office/drawing/2014/main" id="{2C362851-4BBB-FC8E-F213-EBDE07458FB9}"/>
              </a:ext>
            </a:extLst>
          </p:cNvPr>
          <p:cNvSpPr>
            <a:spLocks noGrp="1"/>
          </p:cNvSpPr>
          <p:nvPr/>
        </p:nvSpPr>
        <p:spPr>
          <a:xfrm>
            <a:off x="8752943" y="2569317"/>
            <a:ext cx="46588" cy="50224"/>
          </a:xfrm>
          <a:custGeom>
            <a:avLst/>
            <a:gdLst/>
            <a:ahLst/>
            <a:cxnLst/>
            <a:rect l="l" t="t" r="r" b="b"/>
            <a:pathLst>
              <a:path w="61392" h="64630">
                <a:moveTo>
                  <a:pt x="0" y="469"/>
                </a:moveTo>
                <a:cubicBezTo>
                  <a:pt x="0" y="469"/>
                  <a:pt x="29792" y="-9036"/>
                  <a:pt x="61392" y="57501"/>
                </a:cubicBezTo>
                <a:lnTo>
                  <a:pt x="49590" y="64630"/>
                </a:lnTo>
                <a:cubicBezTo>
                  <a:pt x="49590" y="64630"/>
                  <a:pt x="18465" y="17294"/>
                  <a:pt x="0" y="469"/>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2" name="Google Shape;2616;p47">
            <a:extLst>
              <a:ext uri="{FF2B5EF4-FFF2-40B4-BE49-F238E27FC236}">
                <a16:creationId xmlns:a16="http://schemas.microsoft.com/office/drawing/2014/main" id="{E5F244BC-211B-7BB9-CF4D-46BE82E1654A}"/>
              </a:ext>
            </a:extLst>
          </p:cNvPr>
          <p:cNvSpPr>
            <a:spLocks noGrp="1"/>
          </p:cNvSpPr>
          <p:nvPr/>
        </p:nvSpPr>
        <p:spPr>
          <a:xfrm>
            <a:off x="8635570" y="1260896"/>
            <a:ext cx="506982" cy="400447"/>
          </a:xfrm>
          <a:custGeom>
            <a:avLst/>
            <a:gdLst/>
            <a:ahLst/>
            <a:cxnLst/>
            <a:rect l="l" t="t" r="r" b="b"/>
            <a:pathLst>
              <a:path w="668082" h="515307">
                <a:moveTo>
                  <a:pt x="668083" y="310182"/>
                </a:moveTo>
                <a:lnTo>
                  <a:pt x="141345" y="6010"/>
                </a:lnTo>
                <a:lnTo>
                  <a:pt x="139346" y="4869"/>
                </a:lnTo>
                <a:lnTo>
                  <a:pt x="139346" y="4869"/>
                </a:lnTo>
                <a:cubicBezTo>
                  <a:pt x="124498" y="-3020"/>
                  <a:pt x="104415" y="-1594"/>
                  <a:pt x="82237" y="11143"/>
                </a:cubicBezTo>
                <a:cubicBezTo>
                  <a:pt x="36835" y="37378"/>
                  <a:pt x="0" y="101064"/>
                  <a:pt x="0" y="153723"/>
                </a:cubicBezTo>
                <a:cubicBezTo>
                  <a:pt x="0" y="180814"/>
                  <a:pt x="9994" y="199539"/>
                  <a:pt x="25890" y="207619"/>
                </a:cubicBezTo>
                <a:lnTo>
                  <a:pt x="559765" y="515307"/>
                </a:lnTo>
                <a:close/>
              </a:path>
            </a:pathLst>
          </a:custGeom>
          <a:solidFill>
            <a:srgbClr val="3A2C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3" name="Google Shape;2617;p47">
            <a:extLst>
              <a:ext uri="{FF2B5EF4-FFF2-40B4-BE49-F238E27FC236}">
                <a16:creationId xmlns:a16="http://schemas.microsoft.com/office/drawing/2014/main" id="{5C62B14E-89A8-5827-6E1D-23688ABD9FEA}"/>
              </a:ext>
            </a:extLst>
          </p:cNvPr>
          <p:cNvSpPr>
            <a:spLocks noGrp="1"/>
          </p:cNvSpPr>
          <p:nvPr/>
        </p:nvSpPr>
        <p:spPr>
          <a:xfrm rot="-3598236">
            <a:off x="9013637" y="1529812"/>
            <a:ext cx="176372" cy="104059"/>
          </a:xfrm>
          <a:custGeom>
            <a:avLst/>
            <a:gdLst/>
            <a:ahLst/>
            <a:cxnLst/>
            <a:rect l="l" t="t" r="r" b="b"/>
            <a:pathLst>
              <a:path w="232624" h="134025">
                <a:moveTo>
                  <a:pt x="232625" y="67013"/>
                </a:moveTo>
                <a:cubicBezTo>
                  <a:pt x="232625" y="104023"/>
                  <a:pt x="180550" y="134026"/>
                  <a:pt x="116312" y="134026"/>
                </a:cubicBezTo>
                <a:cubicBezTo>
                  <a:pt x="52075" y="134026"/>
                  <a:pt x="0" y="104023"/>
                  <a:pt x="0" y="67013"/>
                </a:cubicBezTo>
                <a:cubicBezTo>
                  <a:pt x="0" y="30003"/>
                  <a:pt x="52075" y="0"/>
                  <a:pt x="116312" y="0"/>
                </a:cubicBezTo>
                <a:cubicBezTo>
                  <a:pt x="180550" y="0"/>
                  <a:pt x="232625" y="30003"/>
                  <a:pt x="232625" y="67013"/>
                </a:cubicBezTo>
                <a:close/>
              </a:path>
            </a:pathLst>
          </a:custGeom>
          <a:solidFill>
            <a:srgbClr val="616E8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4" name="Google Shape;2618;p47">
            <a:extLst>
              <a:ext uri="{FF2B5EF4-FFF2-40B4-BE49-F238E27FC236}">
                <a16:creationId xmlns:a16="http://schemas.microsoft.com/office/drawing/2014/main" id="{25AB5FF6-861C-F5D1-5B7C-C06FB0D91707}"/>
              </a:ext>
            </a:extLst>
          </p:cNvPr>
          <p:cNvSpPr>
            <a:spLocks noGrp="1"/>
          </p:cNvSpPr>
          <p:nvPr/>
        </p:nvSpPr>
        <p:spPr>
          <a:xfrm>
            <a:off x="9072201" y="1549362"/>
            <a:ext cx="208238" cy="209189"/>
          </a:xfrm>
          <a:custGeom>
            <a:avLst/>
            <a:gdLst/>
            <a:ahLst/>
            <a:cxnLst/>
            <a:rect l="l" t="t" r="r" b="b"/>
            <a:pathLst>
              <a:path w="274409" h="269191">
                <a:moveTo>
                  <a:pt x="274410" y="269192"/>
                </a:moveTo>
                <a:lnTo>
                  <a:pt x="0" y="111023"/>
                </a:lnTo>
                <a:lnTo>
                  <a:pt x="0" y="0"/>
                </a:lnTo>
                <a:lnTo>
                  <a:pt x="274410" y="158264"/>
                </a:lnTo>
                <a:lnTo>
                  <a:pt x="274410" y="269192"/>
                </a:lnTo>
                <a:close/>
              </a:path>
            </a:pathLst>
          </a:custGeom>
          <a:solidFill>
            <a:srgbClr val="D6D8E5"/>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5" name="Google Shape;2619;p47">
            <a:extLst>
              <a:ext uri="{FF2B5EF4-FFF2-40B4-BE49-F238E27FC236}">
                <a16:creationId xmlns:a16="http://schemas.microsoft.com/office/drawing/2014/main" id="{2CC0172D-54D2-8697-23F4-C024DA2A9165}"/>
              </a:ext>
            </a:extLst>
          </p:cNvPr>
          <p:cNvSpPr>
            <a:spLocks noGrp="1"/>
          </p:cNvSpPr>
          <p:nvPr/>
        </p:nvSpPr>
        <p:spPr>
          <a:xfrm>
            <a:off x="9072201" y="1521219"/>
            <a:ext cx="256199" cy="151278"/>
          </a:xfrm>
          <a:custGeom>
            <a:avLst/>
            <a:gdLst/>
            <a:ahLst/>
            <a:cxnLst/>
            <a:rect l="l" t="t" r="r" b="b"/>
            <a:pathLst>
              <a:path w="337610" h="194669">
                <a:moveTo>
                  <a:pt x="274410" y="194670"/>
                </a:moveTo>
                <a:lnTo>
                  <a:pt x="0" y="36501"/>
                </a:lnTo>
                <a:lnTo>
                  <a:pt x="63201" y="0"/>
                </a:lnTo>
                <a:lnTo>
                  <a:pt x="337611" y="158264"/>
                </a:lnTo>
                <a:lnTo>
                  <a:pt x="274410" y="194670"/>
                </a:lnTo>
                <a:close/>
              </a:path>
            </a:pathLst>
          </a:custGeom>
          <a:solidFill>
            <a:srgbClr val="C4C7D6"/>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6" name="Google Shape;2620;p47">
            <a:extLst>
              <a:ext uri="{FF2B5EF4-FFF2-40B4-BE49-F238E27FC236}">
                <a16:creationId xmlns:a16="http://schemas.microsoft.com/office/drawing/2014/main" id="{731065E4-E533-859E-41E1-53EBEF8FF8EA}"/>
              </a:ext>
            </a:extLst>
          </p:cNvPr>
          <p:cNvSpPr>
            <a:spLocks noGrp="1"/>
          </p:cNvSpPr>
          <p:nvPr/>
        </p:nvSpPr>
        <p:spPr>
          <a:xfrm rot="-1801764">
            <a:off x="9301026" y="1370285"/>
            <a:ext cx="523636" cy="927530"/>
          </a:xfrm>
          <a:custGeom>
            <a:avLst/>
            <a:gdLst/>
            <a:ahLst/>
            <a:cxnLst/>
            <a:rect l="l" t="t" r="r" b="b"/>
            <a:pathLst>
              <a:path w="690640" h="1194633">
                <a:moveTo>
                  <a:pt x="690640" y="597317"/>
                </a:moveTo>
                <a:cubicBezTo>
                  <a:pt x="690640" y="927206"/>
                  <a:pt x="536035" y="1194633"/>
                  <a:pt x="345320" y="1194633"/>
                </a:cubicBezTo>
                <a:cubicBezTo>
                  <a:pt x="154605" y="1194633"/>
                  <a:pt x="0" y="927206"/>
                  <a:pt x="0" y="597317"/>
                </a:cubicBezTo>
                <a:cubicBezTo>
                  <a:pt x="0" y="267428"/>
                  <a:pt x="154605" y="0"/>
                  <a:pt x="345320" y="0"/>
                </a:cubicBezTo>
                <a:cubicBezTo>
                  <a:pt x="536035" y="0"/>
                  <a:pt x="690640" y="267428"/>
                  <a:pt x="690640" y="597317"/>
                </a:cubicBezTo>
                <a:close/>
              </a:path>
            </a:pathLst>
          </a:custGeom>
          <a:solidFill>
            <a:srgbClr val="3E7EFF">
              <a:alpha val="98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7" name="Google Shape;2621;p47">
            <a:extLst>
              <a:ext uri="{FF2B5EF4-FFF2-40B4-BE49-F238E27FC236}">
                <a16:creationId xmlns:a16="http://schemas.microsoft.com/office/drawing/2014/main" id="{A9B90B4F-B96C-3511-0BD3-414B339A128C}"/>
              </a:ext>
            </a:extLst>
          </p:cNvPr>
          <p:cNvSpPr>
            <a:spLocks noGrp="1"/>
          </p:cNvSpPr>
          <p:nvPr/>
        </p:nvSpPr>
        <p:spPr>
          <a:xfrm>
            <a:off x="9216878" y="1294080"/>
            <a:ext cx="780084" cy="1029047"/>
          </a:xfrm>
          <a:custGeom>
            <a:avLst/>
            <a:gdLst/>
            <a:ahLst/>
            <a:cxnLst/>
            <a:rect l="l" t="t" r="r" b="b"/>
            <a:pathLst>
              <a:path w="1027965" h="1324206">
                <a:moveTo>
                  <a:pt x="513983" y="1254422"/>
                </a:moveTo>
                <a:cubicBezTo>
                  <a:pt x="230816" y="1091119"/>
                  <a:pt x="0" y="692560"/>
                  <a:pt x="0" y="365955"/>
                </a:cubicBezTo>
                <a:cubicBezTo>
                  <a:pt x="0" y="39351"/>
                  <a:pt x="230436" y="-93439"/>
                  <a:pt x="513983" y="69863"/>
                </a:cubicBezTo>
                <a:cubicBezTo>
                  <a:pt x="797530" y="233165"/>
                  <a:pt x="1027966" y="631725"/>
                  <a:pt x="1027966" y="958234"/>
                </a:cubicBezTo>
                <a:cubicBezTo>
                  <a:pt x="1027966" y="1284744"/>
                  <a:pt x="797245" y="1417629"/>
                  <a:pt x="513983" y="1254422"/>
                </a:cubicBezTo>
                <a:close/>
                <a:moveTo>
                  <a:pt x="513983" y="256929"/>
                </a:moveTo>
                <a:cubicBezTo>
                  <a:pt x="320192" y="145146"/>
                  <a:pt x="162571" y="236017"/>
                  <a:pt x="162571" y="459488"/>
                </a:cubicBezTo>
                <a:cubicBezTo>
                  <a:pt x="162571" y="682959"/>
                  <a:pt x="320192" y="955668"/>
                  <a:pt x="513983" y="1067831"/>
                </a:cubicBezTo>
                <a:cubicBezTo>
                  <a:pt x="707773" y="1179995"/>
                  <a:pt x="865395" y="1088648"/>
                  <a:pt x="865395" y="865272"/>
                </a:cubicBezTo>
                <a:cubicBezTo>
                  <a:pt x="865395" y="641896"/>
                  <a:pt x="707773" y="368617"/>
                  <a:pt x="513983" y="256929"/>
                </a:cubicBez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8" name="Google Shape;2622;p47">
            <a:extLst>
              <a:ext uri="{FF2B5EF4-FFF2-40B4-BE49-F238E27FC236}">
                <a16:creationId xmlns:a16="http://schemas.microsoft.com/office/drawing/2014/main" id="{D0C98AE1-1A8B-623A-7C33-73B1B230F049}"/>
              </a:ext>
            </a:extLst>
          </p:cNvPr>
          <p:cNvSpPr>
            <a:spLocks noGrp="1"/>
          </p:cNvSpPr>
          <p:nvPr/>
        </p:nvSpPr>
        <p:spPr>
          <a:xfrm>
            <a:off x="9173106" y="1319934"/>
            <a:ext cx="780084" cy="1029079"/>
          </a:xfrm>
          <a:custGeom>
            <a:avLst/>
            <a:gdLst/>
            <a:ahLst/>
            <a:cxnLst/>
            <a:rect l="l" t="t" r="r" b="b"/>
            <a:pathLst>
              <a:path w="1027965" h="1324248">
                <a:moveTo>
                  <a:pt x="513983" y="1254422"/>
                </a:moveTo>
                <a:cubicBezTo>
                  <a:pt x="230721" y="1091119"/>
                  <a:pt x="0" y="692560"/>
                  <a:pt x="0" y="365955"/>
                </a:cubicBezTo>
                <a:cubicBezTo>
                  <a:pt x="0" y="39351"/>
                  <a:pt x="230341" y="-93439"/>
                  <a:pt x="513983" y="69863"/>
                </a:cubicBezTo>
                <a:cubicBezTo>
                  <a:pt x="797625" y="233165"/>
                  <a:pt x="1027966" y="631725"/>
                  <a:pt x="1027966" y="958234"/>
                </a:cubicBezTo>
                <a:cubicBezTo>
                  <a:pt x="1027966" y="1284744"/>
                  <a:pt x="797149" y="1417724"/>
                  <a:pt x="513983" y="1254422"/>
                </a:cubicBezTo>
                <a:close/>
                <a:moveTo>
                  <a:pt x="513983" y="256929"/>
                </a:moveTo>
                <a:cubicBezTo>
                  <a:pt x="320192" y="145146"/>
                  <a:pt x="162571" y="236017"/>
                  <a:pt x="162571" y="459488"/>
                </a:cubicBezTo>
                <a:cubicBezTo>
                  <a:pt x="162571" y="682959"/>
                  <a:pt x="320192" y="955668"/>
                  <a:pt x="513983" y="1067831"/>
                </a:cubicBezTo>
                <a:cubicBezTo>
                  <a:pt x="707773" y="1179995"/>
                  <a:pt x="865395" y="1088648"/>
                  <a:pt x="865395" y="865272"/>
                </a:cubicBezTo>
                <a:cubicBezTo>
                  <a:pt x="865395" y="641896"/>
                  <a:pt x="707773" y="368617"/>
                  <a:pt x="513983" y="256929"/>
                </a:cubicBezTo>
                <a:close/>
              </a:path>
            </a:pathLst>
          </a:custGeom>
          <a:solidFill>
            <a:srgbClr val="D6D8E5"/>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4072061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D26CAD2-5CF1-4F51-B8E3-B017B97D3506}"/>
              </a:ext>
            </a:extLst>
          </p:cNvPr>
          <p:cNvSpPr>
            <a:spLocks noGrp="1"/>
          </p:cNvSpPr>
          <p:nvPr/>
        </p:nvSpPr>
        <p:spPr>
          <a:xfrm>
            <a:off x="0" y="0"/>
            <a:ext cx="12191695" cy="137160"/>
          </a:xfrm>
          <a:prstGeom prst="rect">
            <a:avLst/>
          </a:prstGeom>
          <a:solidFill>
            <a:srgbClr val="08A9C9"/>
          </a:solidFill>
          <a:ln w="12700">
            <a:solidFill>
              <a:srgbClr val="08A9C9"/>
            </a:solidFill>
            <a:prstDash val="solid"/>
          </a:ln>
        </p:spPr>
        <p:txBody>
          <a:bodyPr/>
          <a:lstStyle/>
          <a:p>
            <a:endParaRPr/>
          </a:p>
        </p:txBody>
      </p:sp>
      <p:sp>
        <p:nvSpPr>
          <p:cNvPr id="3" name="Shape 1">
            <a:extLst>
              <a:ext uri="{FF2B5EF4-FFF2-40B4-BE49-F238E27FC236}">
                <a16:creationId xmlns:a16="http://schemas.microsoft.com/office/drawing/2014/main" id="{562769C2-ACE9-42BC-91DE-C4E74F88276B}"/>
              </a:ext>
            </a:extLst>
          </p:cNvPr>
          <p:cNvSpPr>
            <a:spLocks noGrp="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a:p>
        </p:txBody>
      </p:sp>
      <p:sp>
        <p:nvSpPr>
          <p:cNvPr id="4" name="Text 2">
            <a:extLst>
              <a:ext uri="{FF2B5EF4-FFF2-40B4-BE49-F238E27FC236}">
                <a16:creationId xmlns:a16="http://schemas.microsoft.com/office/drawing/2014/main" id="{78C8AE12-81D4-44E9-A23C-6C79202EFFAB}"/>
              </a:ext>
            </a:extLst>
          </p:cNvPr>
          <p:cNvSpPr>
            <a:spLocks noGrp="1"/>
          </p:cNvSpPr>
          <p:nvPr/>
        </p:nvSpPr>
        <p:spPr>
          <a:xfrm>
            <a:off x="502920" y="6464808"/>
            <a:ext cx="5943600" cy="201168"/>
          </a:xfrm>
          <a:prstGeom prst="rect">
            <a:avLst/>
          </a:prstGeom>
          <a:noFill/>
        </p:spPr>
        <p:txBody>
          <a:bodyPr wrap="square" lIns="0" tIns="0" rIns="0" bIns="0" anchor="ctr"/>
          <a:lstStyle/>
          <a:p>
            <a:r>
              <a:rPr sz="1300" b="0">
                <a:solidFill>
                  <a:srgbClr val="374151"/>
                </a:solidFill>
                <a:latin typeface="Aptos"/>
                <a:ea typeface="Aptos"/>
                <a:cs typeface="Aptos"/>
              </a:rPr>
              <a:t>Section 1 · Roadmap</a:t>
            </a:r>
          </a:p>
        </p:txBody>
      </p:sp>
      <p:sp>
        <p:nvSpPr>
          <p:cNvPr id="5" name="Text 3">
            <a:extLst>
              <a:ext uri="{FF2B5EF4-FFF2-40B4-BE49-F238E27FC236}">
                <a16:creationId xmlns:a16="http://schemas.microsoft.com/office/drawing/2014/main" id="{4E741F3E-B1F4-4F5C-817A-EC3CE6EBE2E0}"/>
              </a:ext>
            </a:extLst>
          </p:cNvPr>
          <p:cNvSpPr>
            <a:spLocks noGrp="1"/>
          </p:cNvSpPr>
          <p:nvPr/>
        </p:nvSpPr>
        <p:spPr>
          <a:xfrm>
            <a:off x="502920" y="621792"/>
            <a:ext cx="8229600" cy="502920"/>
          </a:xfrm>
          <a:prstGeom prst="rect">
            <a:avLst/>
          </a:prstGeom>
          <a:noFill/>
        </p:spPr>
        <p:txBody>
          <a:bodyPr wrap="square" lIns="0" tIns="0" rIns="0" bIns="0" anchor="ctr">
            <a:normAutofit/>
          </a:bodyPr>
          <a:lstStyle/>
          <a:p>
            <a:r>
              <a:rPr sz="2800" b="0" dirty="0">
                <a:solidFill>
                  <a:srgbClr val="08A9C9"/>
                </a:solidFill>
                <a:latin typeface="Aptos Display"/>
                <a:ea typeface="Aptos Display"/>
                <a:cs typeface="Aptos Display"/>
              </a:rPr>
              <a:t>Microsoft Credentials Provide Useful Reference Points</a:t>
            </a:r>
          </a:p>
        </p:txBody>
      </p:sp>
      <p:sp>
        <p:nvSpPr>
          <p:cNvPr id="6" name="Text 4">
            <a:extLst>
              <a:ext uri="{FF2B5EF4-FFF2-40B4-BE49-F238E27FC236}">
                <a16:creationId xmlns:a16="http://schemas.microsoft.com/office/drawing/2014/main" id="{943DBD22-89C7-4A32-B800-EBCC3D0CA376}"/>
              </a:ext>
            </a:extLst>
          </p:cNvPr>
          <p:cNvSpPr>
            <a:spLocks noGrp="1"/>
          </p:cNvSpPr>
          <p:nvPr/>
        </p:nvSpPr>
        <p:spPr>
          <a:xfrm>
            <a:off x="502920" y="1298448"/>
            <a:ext cx="7772400" cy="320040"/>
          </a:xfrm>
          <a:prstGeom prst="rect">
            <a:avLst/>
          </a:prstGeom>
          <a:noFill/>
        </p:spPr>
        <p:txBody>
          <a:bodyPr wrap="square" lIns="0" tIns="0" rIns="0" bIns="0" anchor="ctr">
            <a:normAutofit/>
          </a:bodyPr>
          <a:lstStyle/>
          <a:p>
            <a:r>
              <a:rPr lang="en-US" sz="1300" b="0">
                <a:solidFill>
                  <a:srgbClr val="374151"/>
                </a:solidFill>
                <a:latin typeface="Aptos"/>
                <a:ea typeface="Aptos"/>
                <a:cs typeface="Aptos"/>
              </a:rPr>
              <a:t>Use the current study guides to see the overlap; this course is not exam prep.</a:t>
            </a:r>
          </a:p>
        </p:txBody>
      </p:sp>
      <p:sp>
        <p:nvSpPr>
          <p:cNvPr id="7" name="Shape 5">
            <a:extLst>
              <a:ext uri="{FF2B5EF4-FFF2-40B4-BE49-F238E27FC236}">
                <a16:creationId xmlns:a16="http://schemas.microsoft.com/office/drawing/2014/main" id="{58061DDA-C5D3-462C-91FB-544B7B4D5421}"/>
              </a:ext>
            </a:extLst>
          </p:cNvPr>
          <p:cNvSpPr>
            <a:spLocks noGrp="1"/>
          </p:cNvSpPr>
          <p:nvPr/>
        </p:nvSpPr>
        <p:spPr>
          <a:xfrm>
            <a:off x="685800" y="1783080"/>
            <a:ext cx="2606040" cy="1143000"/>
          </a:xfrm>
          <a:prstGeom prst="roundRect">
            <a:avLst>
              <a:gd name="adj" fmla="val 4000"/>
            </a:avLst>
          </a:prstGeom>
          <a:solidFill>
            <a:srgbClr val="FFFFFF"/>
          </a:solidFill>
          <a:ln w="12700">
            <a:solidFill>
              <a:srgbClr val="B8C7D6"/>
            </a:solidFill>
            <a:prstDash val="solid"/>
          </a:ln>
        </p:spPr>
        <p:txBody>
          <a:bodyPr wrap="square"/>
          <a:lstStyle/>
          <a:p>
            <a:pPr>
              <a:spcAft>
                <a:spcPts val="200"/>
              </a:spcAft>
              <a:buNone/>
            </a:pPr>
            <a:endParaRPr/>
          </a:p>
        </p:txBody>
      </p:sp>
      <p:sp>
        <p:nvSpPr>
          <p:cNvPr id="8" name="Text 6">
            <a:extLst>
              <a:ext uri="{FF2B5EF4-FFF2-40B4-BE49-F238E27FC236}">
                <a16:creationId xmlns:a16="http://schemas.microsoft.com/office/drawing/2014/main" id="{4631D177-9E3D-4408-8F54-4D6028C46831}"/>
              </a:ext>
            </a:extLst>
          </p:cNvPr>
          <p:cNvSpPr>
            <a:spLocks noGrp="1"/>
          </p:cNvSpPr>
          <p:nvPr/>
        </p:nvSpPr>
        <p:spPr>
          <a:xfrm>
            <a:off x="850392" y="196596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AI-901</a:t>
            </a:r>
          </a:p>
        </p:txBody>
      </p:sp>
      <p:sp>
        <p:nvSpPr>
          <p:cNvPr id="9" name="Text 7">
            <a:extLst>
              <a:ext uri="{FF2B5EF4-FFF2-40B4-BE49-F238E27FC236}">
                <a16:creationId xmlns:a16="http://schemas.microsoft.com/office/drawing/2014/main" id="{61754B5A-D90A-43F1-AA3E-3588759ECD33}"/>
              </a:ext>
            </a:extLst>
          </p:cNvPr>
          <p:cNvSpPr>
            <a:spLocks noGrp="1"/>
          </p:cNvSpPr>
          <p:nvPr/>
        </p:nvSpPr>
        <p:spPr>
          <a:xfrm>
            <a:off x="850392" y="2286000"/>
            <a:ext cx="2240280" cy="640080"/>
          </a:xfrm>
          <a:prstGeom prst="rect">
            <a:avLst/>
          </a:prstGeom>
          <a:noFill/>
        </p:spPr>
        <p:txBody>
          <a:bodyPr wrap="square" lIns="64008" tIns="27432" rIns="64008" bIns="27432" anchor="ctr">
            <a:normAutofit/>
          </a:bodyPr>
          <a:lstStyle/>
          <a:p>
            <a:pPr>
              <a:lnSpc>
                <a:spcPct val="92000"/>
              </a:lnSpc>
              <a:buNone/>
            </a:pPr>
            <a:r>
              <a:rPr sz="1200" b="0" dirty="0">
                <a:solidFill>
                  <a:srgbClr val="253040"/>
                </a:solidFill>
                <a:latin typeface="Aptos"/>
                <a:ea typeface="Aptos"/>
                <a:cs typeface="Aptos"/>
              </a:rPr>
              <a:t>Foundational AI concepts and</a:t>
            </a:r>
          </a:p>
          <a:p>
            <a:pPr>
              <a:lnSpc>
                <a:spcPct val="92000"/>
              </a:lnSpc>
              <a:buNone/>
            </a:pPr>
            <a:r>
              <a:rPr sz="1200" b="0" dirty="0">
                <a:solidFill>
                  <a:srgbClr val="253040"/>
                </a:solidFill>
                <a:latin typeface="Aptos"/>
                <a:ea typeface="Aptos"/>
                <a:cs typeface="Aptos"/>
              </a:rPr>
              <a:t>introductory Foundry skills.</a:t>
            </a:r>
          </a:p>
        </p:txBody>
      </p:sp>
      <p:sp>
        <p:nvSpPr>
          <p:cNvPr id="10" name="Shape 8">
            <a:extLst>
              <a:ext uri="{FF2B5EF4-FFF2-40B4-BE49-F238E27FC236}">
                <a16:creationId xmlns:a16="http://schemas.microsoft.com/office/drawing/2014/main" id="{470ABF34-E61C-462E-8448-D1EEFD8E00A9}"/>
              </a:ext>
            </a:extLst>
          </p:cNvPr>
          <p:cNvSpPr>
            <a:spLocks noGrp="1"/>
          </p:cNvSpPr>
          <p:nvPr/>
        </p:nvSpPr>
        <p:spPr>
          <a:xfrm>
            <a:off x="3703320" y="1783080"/>
            <a:ext cx="2606040" cy="1143000"/>
          </a:xfrm>
          <a:prstGeom prst="roundRect">
            <a:avLst>
              <a:gd name="adj" fmla="val 4000"/>
            </a:avLst>
          </a:prstGeom>
          <a:solidFill>
            <a:srgbClr val="FFFFFF"/>
          </a:solidFill>
          <a:ln w="12700">
            <a:solidFill>
              <a:srgbClr val="B8C7D6"/>
            </a:solidFill>
            <a:prstDash val="solid"/>
          </a:ln>
        </p:spPr>
        <p:txBody>
          <a:bodyPr wrap="square"/>
          <a:lstStyle/>
          <a:p>
            <a:r>
              <a:rPr sz="1300" b="1">
                <a:solidFill>
                  <a:srgbClr val="FFFFFF"/>
                </a:solidFill>
                <a:latin typeface="Aptos"/>
                <a:ea typeface="Aptos"/>
                <a:cs typeface="Aptos"/>
              </a:rPr>
              <a:t>i</a:t>
            </a:r>
          </a:p>
        </p:txBody>
      </p:sp>
      <p:sp>
        <p:nvSpPr>
          <p:cNvPr id="11" name="Text 9">
            <a:extLst>
              <a:ext uri="{FF2B5EF4-FFF2-40B4-BE49-F238E27FC236}">
                <a16:creationId xmlns:a16="http://schemas.microsoft.com/office/drawing/2014/main" id="{E1AF0949-D240-4A2D-B63D-804E66C73995}"/>
              </a:ext>
            </a:extLst>
          </p:cNvPr>
          <p:cNvSpPr>
            <a:spLocks noGrp="1"/>
          </p:cNvSpPr>
          <p:nvPr/>
        </p:nvSpPr>
        <p:spPr>
          <a:xfrm>
            <a:off x="3867912" y="196596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AI-103</a:t>
            </a:r>
          </a:p>
        </p:txBody>
      </p:sp>
      <p:sp>
        <p:nvSpPr>
          <p:cNvPr id="12" name="Text 10">
            <a:extLst>
              <a:ext uri="{FF2B5EF4-FFF2-40B4-BE49-F238E27FC236}">
                <a16:creationId xmlns:a16="http://schemas.microsoft.com/office/drawing/2014/main" id="{EE96B846-576A-465C-BB79-67ECC7215902}"/>
              </a:ext>
            </a:extLst>
          </p:cNvPr>
          <p:cNvSpPr>
            <a:spLocks noGrp="1"/>
          </p:cNvSpPr>
          <p:nvPr/>
        </p:nvSpPr>
        <p:spPr>
          <a:xfrm>
            <a:off x="3867912" y="2286000"/>
            <a:ext cx="2362620" cy="640080"/>
          </a:xfrm>
          <a:prstGeom prst="rect">
            <a:avLst/>
          </a:prstGeom>
          <a:noFill/>
        </p:spPr>
        <p:txBody>
          <a:bodyPr wrap="square" lIns="64008" tIns="27432" rIns="64008" bIns="27432" anchor="ctr">
            <a:noAutofit/>
          </a:bodyPr>
          <a:lstStyle/>
          <a:p>
            <a:pPr>
              <a:lnSpc>
                <a:spcPct val="92000"/>
              </a:lnSpc>
              <a:buNone/>
            </a:pPr>
            <a:r>
              <a:rPr sz="1100" b="0" dirty="0">
                <a:solidFill>
                  <a:srgbClr val="253040"/>
                </a:solidFill>
                <a:latin typeface="Aptos"/>
                <a:ea typeface="Aptos"/>
                <a:cs typeface="Aptos"/>
              </a:rPr>
              <a:t>The closest role-based match for</a:t>
            </a:r>
          </a:p>
          <a:p>
            <a:pPr>
              <a:lnSpc>
                <a:spcPct val="92000"/>
              </a:lnSpc>
              <a:buNone/>
            </a:pPr>
            <a:r>
              <a:rPr sz="1100" b="0" dirty="0">
                <a:solidFill>
                  <a:srgbClr val="253040"/>
                </a:solidFill>
                <a:latin typeface="Aptos"/>
                <a:ea typeface="Aptos"/>
                <a:cs typeface="Aptos"/>
              </a:rPr>
              <a:t>Foundry apps and agents.</a:t>
            </a:r>
          </a:p>
        </p:txBody>
      </p:sp>
      <p:sp>
        <p:nvSpPr>
          <p:cNvPr id="13" name="Shape 11">
            <a:extLst>
              <a:ext uri="{FF2B5EF4-FFF2-40B4-BE49-F238E27FC236}">
                <a16:creationId xmlns:a16="http://schemas.microsoft.com/office/drawing/2014/main" id="{7104041C-9CB9-4C03-B758-CD1BCE22BA04}"/>
              </a:ext>
            </a:extLst>
          </p:cNvPr>
          <p:cNvSpPr>
            <a:spLocks noGrp="1"/>
          </p:cNvSpPr>
          <p:nvPr/>
        </p:nvSpPr>
        <p:spPr>
          <a:xfrm>
            <a:off x="685800" y="3291840"/>
            <a:ext cx="2606040" cy="1143000"/>
          </a:xfrm>
          <a:prstGeom prst="roundRect">
            <a:avLst>
              <a:gd name="adj" fmla="val 4000"/>
            </a:avLst>
          </a:prstGeom>
          <a:solidFill>
            <a:srgbClr val="FFFFFF"/>
          </a:solidFill>
          <a:ln w="12700">
            <a:solidFill>
              <a:srgbClr val="B8C7D6"/>
            </a:solidFill>
            <a:prstDash val="solid"/>
          </a:ln>
        </p:spPr>
        <p:txBody>
          <a:bodyPr/>
          <a:lstStyle/>
          <a:p>
            <a:endParaRPr/>
          </a:p>
        </p:txBody>
      </p:sp>
      <p:sp>
        <p:nvSpPr>
          <p:cNvPr id="14" name="Text 12">
            <a:extLst>
              <a:ext uri="{FF2B5EF4-FFF2-40B4-BE49-F238E27FC236}">
                <a16:creationId xmlns:a16="http://schemas.microsoft.com/office/drawing/2014/main" id="{9AC36E34-A37B-48CC-954D-E0B5A9BD435B}"/>
              </a:ext>
            </a:extLst>
          </p:cNvPr>
          <p:cNvSpPr>
            <a:spLocks noGrp="1"/>
          </p:cNvSpPr>
          <p:nvPr/>
        </p:nvSpPr>
        <p:spPr>
          <a:xfrm>
            <a:off x="850392" y="347472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AB-100</a:t>
            </a:r>
          </a:p>
        </p:txBody>
      </p:sp>
      <p:sp>
        <p:nvSpPr>
          <p:cNvPr id="15" name="Text 13">
            <a:extLst>
              <a:ext uri="{FF2B5EF4-FFF2-40B4-BE49-F238E27FC236}">
                <a16:creationId xmlns:a16="http://schemas.microsoft.com/office/drawing/2014/main" id="{9DA6BF3C-744E-4021-BFE7-4ECDB56F8A7F}"/>
              </a:ext>
            </a:extLst>
          </p:cNvPr>
          <p:cNvSpPr>
            <a:spLocks noGrp="1"/>
          </p:cNvSpPr>
          <p:nvPr/>
        </p:nvSpPr>
        <p:spPr>
          <a:xfrm>
            <a:off x="850392" y="3794760"/>
            <a:ext cx="2240280" cy="640080"/>
          </a:xfrm>
          <a:prstGeom prst="rect">
            <a:avLst/>
          </a:prstGeom>
          <a:noFill/>
        </p:spPr>
        <p:txBody>
          <a:bodyPr wrap="square" lIns="64008" tIns="27432" rIns="64008" bIns="27432" anchor="ctr">
            <a:normAutofit/>
          </a:bodyPr>
          <a:lstStyle/>
          <a:p>
            <a:pPr>
              <a:lnSpc>
                <a:spcPct val="92000"/>
              </a:lnSpc>
              <a:buNone/>
            </a:pPr>
            <a:r>
              <a:rPr sz="1100" b="0" dirty="0">
                <a:solidFill>
                  <a:srgbClr val="253040"/>
                </a:solidFill>
                <a:latin typeface="Aptos"/>
                <a:ea typeface="Aptos"/>
                <a:cs typeface="Aptos"/>
              </a:rPr>
              <a:t>Selected enterprise agent architecture and governance domains.</a:t>
            </a:r>
          </a:p>
        </p:txBody>
      </p:sp>
      <p:sp>
        <p:nvSpPr>
          <p:cNvPr id="16" name="Shape 14">
            <a:extLst>
              <a:ext uri="{FF2B5EF4-FFF2-40B4-BE49-F238E27FC236}">
                <a16:creationId xmlns:a16="http://schemas.microsoft.com/office/drawing/2014/main" id="{7B055346-F041-482E-B5BF-4114AD4D2FA0}"/>
              </a:ext>
            </a:extLst>
          </p:cNvPr>
          <p:cNvSpPr>
            <a:spLocks noGrp="1"/>
          </p:cNvSpPr>
          <p:nvPr/>
        </p:nvSpPr>
        <p:spPr>
          <a:xfrm>
            <a:off x="3703320" y="3291840"/>
            <a:ext cx="2606040" cy="1143000"/>
          </a:xfrm>
          <a:prstGeom prst="roundRect">
            <a:avLst>
              <a:gd name="adj" fmla="val 4000"/>
            </a:avLst>
          </a:prstGeom>
          <a:solidFill>
            <a:srgbClr val="FFFFFF"/>
          </a:solidFill>
          <a:ln w="12700">
            <a:solidFill>
              <a:srgbClr val="B8C7D6"/>
            </a:solidFill>
            <a:prstDash val="solid"/>
          </a:ln>
        </p:spPr>
        <p:txBody>
          <a:bodyPr/>
          <a:lstStyle/>
          <a:p>
            <a:endParaRPr/>
          </a:p>
        </p:txBody>
      </p:sp>
      <p:sp>
        <p:nvSpPr>
          <p:cNvPr id="17" name="Text 15">
            <a:extLst>
              <a:ext uri="{FF2B5EF4-FFF2-40B4-BE49-F238E27FC236}">
                <a16:creationId xmlns:a16="http://schemas.microsoft.com/office/drawing/2014/main" id="{BC8407D7-9D70-4D9F-BA6B-8C419A65B819}"/>
              </a:ext>
            </a:extLst>
          </p:cNvPr>
          <p:cNvSpPr>
            <a:spLocks noGrp="1"/>
          </p:cNvSpPr>
          <p:nvPr/>
        </p:nvSpPr>
        <p:spPr>
          <a:xfrm>
            <a:off x="3867912" y="347472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Applied Skills</a:t>
            </a:r>
          </a:p>
        </p:txBody>
      </p:sp>
      <p:sp>
        <p:nvSpPr>
          <p:cNvPr id="18" name="Text 16">
            <a:extLst>
              <a:ext uri="{FF2B5EF4-FFF2-40B4-BE49-F238E27FC236}">
                <a16:creationId xmlns:a16="http://schemas.microsoft.com/office/drawing/2014/main" id="{EE563E19-57F0-4D64-A619-5B79E664D14B}"/>
              </a:ext>
            </a:extLst>
          </p:cNvPr>
          <p:cNvSpPr>
            <a:spLocks noGrp="1"/>
          </p:cNvSpPr>
          <p:nvPr/>
        </p:nvSpPr>
        <p:spPr>
          <a:xfrm>
            <a:off x="3867912" y="3794760"/>
            <a:ext cx="2240280" cy="640080"/>
          </a:xfrm>
          <a:prstGeom prst="rect">
            <a:avLst/>
          </a:prstGeom>
          <a:noFill/>
        </p:spPr>
        <p:txBody>
          <a:bodyPr wrap="square" lIns="64008" tIns="27432" rIns="64008" bIns="27432" anchor="ctr">
            <a:normAutofit/>
          </a:bodyPr>
          <a:lstStyle/>
          <a:p>
            <a:pPr>
              <a:lnSpc>
                <a:spcPct val="92000"/>
              </a:lnSpc>
              <a:buNone/>
            </a:pPr>
            <a:r>
              <a:rPr sz="1200" b="0" dirty="0">
                <a:solidFill>
                  <a:srgbClr val="253040"/>
                </a:solidFill>
                <a:latin typeface="Aptos"/>
                <a:ea typeface="Aptos"/>
                <a:cs typeface="Aptos"/>
              </a:rPr>
              <a:t>A practical milestone for getting</a:t>
            </a:r>
          </a:p>
          <a:p>
            <a:pPr>
              <a:lnSpc>
                <a:spcPct val="92000"/>
              </a:lnSpc>
              <a:buNone/>
            </a:pPr>
            <a:r>
              <a:rPr sz="1200" b="0" dirty="0">
                <a:solidFill>
                  <a:srgbClr val="253040"/>
                </a:solidFill>
                <a:latin typeface="Aptos"/>
                <a:ea typeface="Aptos"/>
                <a:cs typeface="Aptos"/>
              </a:rPr>
              <a:t>started with Foundry agents.</a:t>
            </a:r>
          </a:p>
        </p:txBody>
      </p:sp>
      <p:sp>
        <p:nvSpPr>
          <p:cNvPr id="19" name="Shape 17">
            <a:extLst>
              <a:ext uri="{FF2B5EF4-FFF2-40B4-BE49-F238E27FC236}">
                <a16:creationId xmlns:a16="http://schemas.microsoft.com/office/drawing/2014/main" id="{905C6293-70DB-43C1-A86A-6AE7AB540E4E}"/>
              </a:ext>
            </a:extLst>
          </p:cNvPr>
          <p:cNvSpPr>
            <a:spLocks noGrp="1"/>
          </p:cNvSpPr>
          <p:nvPr/>
        </p:nvSpPr>
        <p:spPr>
          <a:xfrm>
            <a:off x="7150162" y="2788920"/>
            <a:ext cx="3456878" cy="777240"/>
          </a:xfrm>
          <a:prstGeom prst="chevron">
            <a:avLst/>
          </a:prstGeom>
          <a:solidFill>
            <a:srgbClr val="08A9C9"/>
          </a:solidFill>
          <a:ln w="12700">
            <a:solidFill>
              <a:srgbClr val="08A9C9"/>
            </a:solidFill>
            <a:prstDash val="solid"/>
          </a:ln>
        </p:spPr>
        <p:txBody>
          <a:bodyPr/>
          <a:lstStyle/>
          <a:p>
            <a:endParaRPr/>
          </a:p>
        </p:txBody>
      </p:sp>
      <p:sp>
        <p:nvSpPr>
          <p:cNvPr id="20" name="Text 18">
            <a:extLst>
              <a:ext uri="{FF2B5EF4-FFF2-40B4-BE49-F238E27FC236}">
                <a16:creationId xmlns:a16="http://schemas.microsoft.com/office/drawing/2014/main" id="{D1483F30-27BB-4068-9386-A1E2FE50E886}"/>
              </a:ext>
            </a:extLst>
          </p:cNvPr>
          <p:cNvSpPr>
            <a:spLocks noGrp="1"/>
          </p:cNvSpPr>
          <p:nvPr/>
        </p:nvSpPr>
        <p:spPr>
          <a:xfrm>
            <a:off x="7383780" y="2985358"/>
            <a:ext cx="2697480" cy="384048"/>
          </a:xfrm>
          <a:prstGeom prst="rect">
            <a:avLst/>
          </a:prstGeom>
          <a:noFill/>
        </p:spPr>
        <p:txBody>
          <a:bodyPr wrap="square" lIns="64008" tIns="27432" rIns="64008" bIns="27432" anchor="ctr">
            <a:noAutofit/>
          </a:bodyPr>
          <a:lstStyle/>
          <a:p>
            <a:pPr algn="ctr">
              <a:lnSpc>
                <a:spcPct val="90000"/>
              </a:lnSpc>
              <a:buNone/>
            </a:pPr>
            <a:r>
              <a:rPr sz="1600" b="1" dirty="0">
                <a:solidFill>
                  <a:schemeClr val="bg1"/>
                </a:solidFill>
                <a:latin typeface="Aptos"/>
                <a:ea typeface="Aptos"/>
                <a:cs typeface="Aptos"/>
              </a:rPr>
              <a:t>Always review current</a:t>
            </a:r>
          </a:p>
          <a:p>
            <a:pPr algn="ctr">
              <a:lnSpc>
                <a:spcPct val="90000"/>
              </a:lnSpc>
              <a:buNone/>
            </a:pPr>
            <a:r>
              <a:rPr lang="en-US" sz="1600" b="1" dirty="0">
                <a:solidFill>
                  <a:schemeClr val="bg1"/>
                </a:solidFill>
                <a:latin typeface="Aptos"/>
                <a:ea typeface="Aptos"/>
                <a:cs typeface="Aptos"/>
              </a:rPr>
              <a:t>Training </a:t>
            </a:r>
            <a:r>
              <a:rPr sz="1600" b="1" dirty="0">
                <a:solidFill>
                  <a:schemeClr val="bg1"/>
                </a:solidFill>
                <a:latin typeface="Aptos"/>
                <a:ea typeface="Aptos"/>
                <a:cs typeface="Aptos"/>
              </a:rPr>
              <a:t>guides</a:t>
            </a:r>
          </a:p>
        </p:txBody>
      </p:sp>
    </p:spTree>
    <p:extLst>
      <p:ext uri="{BB962C8B-B14F-4D97-AF65-F5344CB8AC3E}">
        <p14:creationId xmlns:p14="http://schemas.microsoft.com/office/powerpoint/2010/main" val="5393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animBg="1"/>
      <p:bldP spid="11" grpId="0"/>
      <p:bldP spid="12" grpId="0"/>
      <p:bldP spid="13" grpId="0" animBg="1"/>
      <p:bldP spid="14" grpId="0"/>
      <p:bldP spid="15" grpId="0"/>
      <p:bldP spid="16" grpId="0" animBg="1"/>
      <p:bldP spid="17" grpId="0"/>
      <p:bldP spid="18" grpId="0"/>
      <p:bldP spid="19" grpId="0" animBg="1"/>
      <p:bldP spid="20"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1A0FDBA-80BA-428A-BC59-50EFEE3A19CC}"/>
              </a:ext>
            </a:extLst>
          </p:cNvPr>
          <p:cNvSpPr>
            <a:spLocks noGrp="1"/>
          </p:cNvSpPr>
          <p:nvPr/>
        </p:nvSpPr>
        <p:spPr>
          <a:xfrm>
            <a:off x="0" y="0"/>
            <a:ext cx="12191695" cy="137160"/>
          </a:xfrm>
          <a:prstGeom prst="rect">
            <a:avLst/>
          </a:prstGeom>
          <a:solidFill>
            <a:srgbClr val="08A9C9"/>
          </a:solidFill>
          <a:ln w="12700">
            <a:solidFill>
              <a:srgbClr val="08A9C9"/>
            </a:solidFill>
            <a:prstDash val="solid"/>
          </a:ln>
        </p:spPr>
        <p:txBody>
          <a:bodyPr/>
          <a:lstStyle/>
          <a:p>
            <a:endParaRPr/>
          </a:p>
        </p:txBody>
      </p:sp>
      <p:sp>
        <p:nvSpPr>
          <p:cNvPr id="3" name="Shape 1">
            <a:extLst>
              <a:ext uri="{FF2B5EF4-FFF2-40B4-BE49-F238E27FC236}">
                <a16:creationId xmlns:a16="http://schemas.microsoft.com/office/drawing/2014/main" id="{31A21DDD-6B09-4EE9-99D2-162F3E0A240C}"/>
              </a:ext>
            </a:extLst>
          </p:cNvPr>
          <p:cNvSpPr>
            <a:spLocks noGrp="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a:p>
        </p:txBody>
      </p:sp>
      <p:sp>
        <p:nvSpPr>
          <p:cNvPr id="4" name="Text 2">
            <a:extLst>
              <a:ext uri="{FF2B5EF4-FFF2-40B4-BE49-F238E27FC236}">
                <a16:creationId xmlns:a16="http://schemas.microsoft.com/office/drawing/2014/main" id="{E2FBB65B-ECD7-49FC-964E-991E95CE05E9}"/>
              </a:ext>
            </a:extLst>
          </p:cNvPr>
          <p:cNvSpPr>
            <a:spLocks noGrp="1"/>
          </p:cNvSpPr>
          <p:nvPr/>
        </p:nvSpPr>
        <p:spPr>
          <a:xfrm>
            <a:off x="502920" y="6464808"/>
            <a:ext cx="5943600" cy="201168"/>
          </a:xfrm>
          <a:prstGeom prst="rect">
            <a:avLst/>
          </a:prstGeom>
          <a:noFill/>
        </p:spPr>
        <p:txBody>
          <a:bodyPr wrap="square" lIns="0" tIns="0" rIns="0" bIns="0" anchor="ctr"/>
          <a:lstStyle/>
          <a:p>
            <a:r>
              <a:rPr lang="en-US" sz="1500" b="0">
                <a:solidFill>
                  <a:srgbClr val="374151"/>
                </a:solidFill>
                <a:latin typeface="Aptos"/>
                <a:ea typeface="Aptos"/>
                <a:cs typeface="Aptos"/>
              </a:rPr>
              <a:t>Section 1 · Roadmap</a:t>
            </a:r>
          </a:p>
        </p:txBody>
      </p:sp>
      <p:sp>
        <p:nvSpPr>
          <p:cNvPr id="5" name="Text 3">
            <a:extLst>
              <a:ext uri="{FF2B5EF4-FFF2-40B4-BE49-F238E27FC236}">
                <a16:creationId xmlns:a16="http://schemas.microsoft.com/office/drawing/2014/main" id="{D7ED262D-2607-4BBD-92DB-993F1B5EA6C0}"/>
              </a:ext>
            </a:extLst>
          </p:cNvPr>
          <p:cNvSpPr>
            <a:spLocks noGrp="1"/>
          </p:cNvSpPr>
          <p:nvPr/>
        </p:nvSpPr>
        <p:spPr>
          <a:xfrm>
            <a:off x="502920" y="621792"/>
            <a:ext cx="8686800" cy="502920"/>
          </a:xfrm>
          <a:prstGeom prst="rect">
            <a:avLst/>
          </a:prstGeom>
          <a:noFill/>
        </p:spPr>
        <p:txBody>
          <a:bodyPr wrap="square" lIns="0" tIns="0" rIns="0" bIns="0" anchor="ctr">
            <a:normAutofit/>
          </a:bodyPr>
          <a:lstStyle/>
          <a:p>
            <a:r>
              <a:rPr sz="2800" b="0" dirty="0">
                <a:solidFill>
                  <a:srgbClr val="08A9C9"/>
                </a:solidFill>
                <a:latin typeface="Aptos Display"/>
                <a:ea typeface="Aptos Display"/>
                <a:cs typeface="Aptos Display"/>
              </a:rPr>
              <a:t>AI-103</a:t>
            </a:r>
            <a:r>
              <a:rPr lang="en-US" sz="2800" b="0" dirty="0">
                <a:solidFill>
                  <a:srgbClr val="08A9C9"/>
                </a:solidFill>
                <a:latin typeface="Aptos Display"/>
                <a:ea typeface="Aptos Display"/>
                <a:cs typeface="Aptos Display"/>
              </a:rPr>
              <a:t> -</a:t>
            </a:r>
            <a:r>
              <a:rPr sz="2800" b="0" dirty="0">
                <a:solidFill>
                  <a:srgbClr val="08A9C9"/>
                </a:solidFill>
                <a:latin typeface="Aptos Display"/>
                <a:ea typeface="Aptos Display"/>
                <a:cs typeface="Aptos Display"/>
              </a:rPr>
              <a:t> </a:t>
            </a:r>
            <a:r>
              <a:rPr lang="en-US" sz="2800" b="0" dirty="0">
                <a:solidFill>
                  <a:srgbClr val="08A9C9"/>
                </a:solidFill>
                <a:latin typeface="Aptos Display"/>
                <a:ea typeface="Aptos Display"/>
                <a:cs typeface="Aptos Display"/>
              </a:rPr>
              <a:t>Azure AI Apps and Agents Developer Associate</a:t>
            </a:r>
          </a:p>
        </p:txBody>
      </p:sp>
      <p:sp>
        <p:nvSpPr>
          <p:cNvPr id="6" name="Text 4">
            <a:extLst>
              <a:ext uri="{FF2B5EF4-FFF2-40B4-BE49-F238E27FC236}">
                <a16:creationId xmlns:a16="http://schemas.microsoft.com/office/drawing/2014/main" id="{C85EA4CA-C465-43A4-87F4-8199B5E80AB3}"/>
              </a:ext>
            </a:extLst>
          </p:cNvPr>
          <p:cNvSpPr>
            <a:spLocks noGrp="1"/>
          </p:cNvSpPr>
          <p:nvPr/>
        </p:nvSpPr>
        <p:spPr>
          <a:xfrm>
            <a:off x="502920" y="1298448"/>
            <a:ext cx="7772400" cy="347472"/>
          </a:xfrm>
          <a:prstGeom prst="rect">
            <a:avLst/>
          </a:prstGeom>
          <a:noFill/>
        </p:spPr>
        <p:txBody>
          <a:bodyPr wrap="square" lIns="0" tIns="0" rIns="0" bIns="0" anchor="ctr">
            <a:normAutofit/>
          </a:bodyPr>
          <a:lstStyle/>
          <a:p>
            <a:r>
              <a:rPr lang="en-US" sz="1500" dirty="0">
                <a:solidFill>
                  <a:srgbClr val="374151"/>
                </a:solidFill>
                <a:latin typeface="Aptos"/>
                <a:ea typeface="Aptos"/>
                <a:cs typeface="Aptos"/>
              </a:rPr>
              <a:t>Course content </a:t>
            </a:r>
            <a:r>
              <a:rPr lang="en-US" sz="1500" b="0" dirty="0">
                <a:solidFill>
                  <a:srgbClr val="374151"/>
                </a:solidFill>
                <a:latin typeface="Aptos"/>
                <a:ea typeface="Aptos"/>
                <a:cs typeface="Aptos"/>
              </a:rPr>
              <a:t>overlaps with Microsoft Foundry, generative AI, and agentic solutions.</a:t>
            </a:r>
          </a:p>
        </p:txBody>
      </p:sp>
      <p:sp>
        <p:nvSpPr>
          <p:cNvPr id="7" name="Text 5">
            <a:extLst>
              <a:ext uri="{FF2B5EF4-FFF2-40B4-BE49-F238E27FC236}">
                <a16:creationId xmlns:a16="http://schemas.microsoft.com/office/drawing/2014/main" id="{0B588175-4D98-442A-9805-13B4DC29A28E}"/>
              </a:ext>
            </a:extLst>
          </p:cNvPr>
          <p:cNvSpPr>
            <a:spLocks noGrp="1"/>
          </p:cNvSpPr>
          <p:nvPr/>
        </p:nvSpPr>
        <p:spPr>
          <a:xfrm>
            <a:off x="640080" y="1783080"/>
            <a:ext cx="6995160" cy="4160520"/>
          </a:xfrm>
          <a:prstGeom prst="rect">
            <a:avLst/>
          </a:prstGeom>
          <a:noFill/>
        </p:spPr>
        <p:txBody>
          <a:bodyPr wrap="square" lIns="508" tIns="508" rIns="508" bIns="508" anchor="t">
            <a:normAutofit/>
          </a:bodyPr>
          <a:lstStyle/>
          <a:p>
            <a:pPr>
              <a:spcAft>
                <a:spcPts val="200"/>
              </a:spcAft>
              <a:buNone/>
            </a:pPr>
            <a:r>
              <a:rPr lang="en-US" sz="2200" dirty="0">
                <a:solidFill>
                  <a:srgbClr val="374151"/>
                </a:solidFill>
                <a:latin typeface="Aptos"/>
                <a:ea typeface="Aptos"/>
                <a:cs typeface="Aptos"/>
              </a:rPr>
              <a:t>▸ Plan and manage Azure AI solutions.</a:t>
            </a:r>
          </a:p>
          <a:p>
            <a:pPr>
              <a:spcAft>
                <a:spcPts val="200"/>
              </a:spcAft>
              <a:buNone/>
            </a:pPr>
            <a:r>
              <a:rPr lang="en-US" sz="2200" dirty="0">
                <a:solidFill>
                  <a:srgbClr val="374151"/>
                </a:solidFill>
                <a:latin typeface="Aptos"/>
                <a:ea typeface="Aptos"/>
                <a:cs typeface="Aptos"/>
              </a:rPr>
              <a:t>▸ Choose Foundry services, models, and deployments.</a:t>
            </a:r>
          </a:p>
          <a:p>
            <a:pPr>
              <a:spcAft>
                <a:spcPts val="200"/>
              </a:spcAft>
              <a:buNone/>
            </a:pPr>
            <a:r>
              <a:rPr lang="en-US" sz="2200" dirty="0">
                <a:solidFill>
                  <a:srgbClr val="374151"/>
                </a:solidFill>
                <a:latin typeface="Aptos"/>
                <a:ea typeface="Aptos"/>
                <a:cs typeface="Aptos"/>
              </a:rPr>
              <a:t>▸ Build agents with knowledge, tools, and orchestration.</a:t>
            </a:r>
          </a:p>
          <a:p>
            <a:pPr>
              <a:spcAft>
                <a:spcPts val="200"/>
              </a:spcAft>
              <a:buNone/>
            </a:pPr>
            <a:r>
              <a:rPr lang="en-US" sz="2200" dirty="0">
                <a:solidFill>
                  <a:srgbClr val="374151"/>
                </a:solidFill>
                <a:latin typeface="Aptos"/>
                <a:ea typeface="Aptos"/>
                <a:cs typeface="Aptos"/>
              </a:rPr>
              <a:t>▸ Evaluate, monitor, secure, and control agent behavior.</a:t>
            </a:r>
          </a:p>
          <a:p>
            <a:pPr>
              <a:spcAft>
                <a:spcPts val="200"/>
              </a:spcAft>
              <a:buNone/>
            </a:pPr>
            <a:r>
              <a:rPr lang="en-US" sz="2200" dirty="0">
                <a:solidFill>
                  <a:srgbClr val="374151"/>
                </a:solidFill>
                <a:latin typeface="Aptos"/>
                <a:ea typeface="Aptos"/>
                <a:cs typeface="Aptos"/>
              </a:rPr>
              <a:t>▸ Note that the exam covers more AI workloads.</a:t>
            </a:r>
          </a:p>
        </p:txBody>
      </p:sp>
      <p:sp>
        <p:nvSpPr>
          <p:cNvPr id="8" name="Shape 6">
            <a:extLst>
              <a:ext uri="{FF2B5EF4-FFF2-40B4-BE49-F238E27FC236}">
                <a16:creationId xmlns:a16="http://schemas.microsoft.com/office/drawing/2014/main" id="{731B1376-B55C-46BE-858B-89F289E84DE0}"/>
              </a:ext>
            </a:extLst>
          </p:cNvPr>
          <p:cNvSpPr>
            <a:spLocks noGrp="1"/>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a:p>
        </p:txBody>
      </p:sp>
      <p:sp>
        <p:nvSpPr>
          <p:cNvPr id="9" name="Shape 7">
            <a:extLst>
              <a:ext uri="{FF2B5EF4-FFF2-40B4-BE49-F238E27FC236}">
                <a16:creationId xmlns:a16="http://schemas.microsoft.com/office/drawing/2014/main" id="{A2782EF1-A383-4426-8CC7-ED47DEFE92FE}"/>
              </a:ext>
            </a:extLst>
          </p:cNvPr>
          <p:cNvSpPr>
            <a:spLocks noGrp="1"/>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a:p>
        </p:txBody>
      </p:sp>
      <p:sp>
        <p:nvSpPr>
          <p:cNvPr id="10" name="Text 8">
            <a:extLst>
              <a:ext uri="{FF2B5EF4-FFF2-40B4-BE49-F238E27FC236}">
                <a16:creationId xmlns:a16="http://schemas.microsoft.com/office/drawing/2014/main" id="{D87B2452-1269-4C1D-8A91-0CDA0AFDC53E}"/>
              </a:ext>
            </a:extLst>
          </p:cNvPr>
          <p:cNvSpPr>
            <a:spLocks noGrp="1"/>
          </p:cNvSpPr>
          <p:nvPr/>
        </p:nvSpPr>
        <p:spPr>
          <a:xfrm>
            <a:off x="8138160" y="2002536"/>
            <a:ext cx="329184" cy="109728"/>
          </a:xfrm>
          <a:prstGeom prst="rect">
            <a:avLst/>
          </a:prstGeom>
          <a:noFill/>
        </p:spPr>
        <p:txBody>
          <a:bodyPr wrap="square" lIns="0" tIns="0" rIns="0" bIns="0" anchor="ctr"/>
          <a:lstStyle/>
          <a:p>
            <a:pPr marL="0" indent="0" algn="ctr">
              <a:buNone/>
            </a:pPr>
            <a:r>
              <a:rPr lang="en-US" sz="1500" b="1">
                <a:solidFill>
                  <a:srgbClr val="FFFFFF"/>
                </a:solidFill>
                <a:latin typeface="Aptos"/>
                <a:ea typeface="Aptos"/>
                <a:cs typeface="Aptos"/>
              </a:rPr>
              <a:t>i</a:t>
            </a:r>
          </a:p>
        </p:txBody>
      </p:sp>
      <p:sp>
        <p:nvSpPr>
          <p:cNvPr id="11" name="Text 9">
            <a:extLst>
              <a:ext uri="{FF2B5EF4-FFF2-40B4-BE49-F238E27FC236}">
                <a16:creationId xmlns:a16="http://schemas.microsoft.com/office/drawing/2014/main" id="{4978B366-2098-430D-B5F4-D1F0873E4FE3}"/>
              </a:ext>
            </a:extLst>
          </p:cNvPr>
          <p:cNvSpPr>
            <a:spLocks noGrp="1"/>
          </p:cNvSpPr>
          <p:nvPr/>
        </p:nvSpPr>
        <p:spPr>
          <a:xfrm>
            <a:off x="8567928" y="1947672"/>
            <a:ext cx="2148840" cy="320040"/>
          </a:xfrm>
          <a:prstGeom prst="rect">
            <a:avLst/>
          </a:prstGeom>
          <a:noFill/>
        </p:spPr>
        <p:txBody>
          <a:bodyPr wrap="square" lIns="0" tIns="0" rIns="0" bIns="0" anchor="ctr">
            <a:normAutofit/>
          </a:bodyPr>
          <a:lstStyle/>
          <a:p>
            <a:r>
              <a:rPr lang="en-US" sz="1500" b="1">
                <a:solidFill>
                  <a:srgbClr val="1F2A37"/>
                </a:solidFill>
                <a:latin typeface="Aptos"/>
                <a:ea typeface="Aptos"/>
                <a:cs typeface="Aptos"/>
              </a:rPr>
              <a:t>Important difference</a:t>
            </a:r>
          </a:p>
        </p:txBody>
      </p:sp>
      <p:sp>
        <p:nvSpPr>
          <p:cNvPr id="12" name="Text 10">
            <a:extLst>
              <a:ext uri="{FF2B5EF4-FFF2-40B4-BE49-F238E27FC236}">
                <a16:creationId xmlns:a16="http://schemas.microsoft.com/office/drawing/2014/main" id="{EAF2D74C-1D30-4E7F-BF6C-4C03B8F6D5FF}"/>
              </a:ext>
            </a:extLst>
          </p:cNvPr>
          <p:cNvSpPr>
            <a:spLocks noGrp="1"/>
          </p:cNvSpPr>
          <p:nvPr/>
        </p:nvSpPr>
        <p:spPr>
          <a:xfrm>
            <a:off x="8138160" y="2459736"/>
            <a:ext cx="2514600" cy="1335024"/>
          </a:xfrm>
          <a:prstGeom prst="rect">
            <a:avLst/>
          </a:prstGeom>
          <a:noFill/>
        </p:spPr>
        <p:txBody>
          <a:bodyPr wrap="square" lIns="73152" rIns="73152" anchor="ctr">
            <a:normAutofit/>
          </a:bodyPr>
          <a:lstStyle/>
          <a:p>
            <a:pPr>
              <a:lnSpc>
                <a:spcPct val="90000"/>
              </a:lnSpc>
              <a:buNone/>
            </a:pPr>
            <a:r>
              <a:rPr lang="en-US" sz="1400" b="0" dirty="0">
                <a:solidFill>
                  <a:srgbClr val="374151"/>
                </a:solidFill>
                <a:latin typeface="Aptos"/>
                <a:ea typeface="Aptos"/>
                <a:cs typeface="Aptos"/>
              </a:rPr>
              <a:t>Sharing fundamental and hands-on concepts using C# (not Python) coding examples. </a:t>
            </a:r>
          </a:p>
        </p:txBody>
      </p:sp>
    </p:spTree>
    <p:extLst>
      <p:ext uri="{BB962C8B-B14F-4D97-AF65-F5344CB8AC3E}">
        <p14:creationId xmlns:p14="http://schemas.microsoft.com/office/powerpoint/2010/main" val="1436911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F53A62A-AEC1-484A-BD46-25232ACBE59C}"/>
              </a:ext>
            </a:extLst>
          </p:cNvPr>
          <p:cNvSpPr>
            <a:spLocks noGrp="1"/>
          </p:cNvSpPr>
          <p:nvPr/>
        </p:nvSpPr>
        <p:spPr>
          <a:xfrm>
            <a:off x="0" y="0"/>
            <a:ext cx="12191695" cy="137160"/>
          </a:xfrm>
          <a:prstGeom prst="rect">
            <a:avLst/>
          </a:prstGeom>
          <a:solidFill>
            <a:srgbClr val="08A9C9"/>
          </a:solidFill>
          <a:ln w="12700">
            <a:solidFill>
              <a:srgbClr val="08A9C9"/>
            </a:solidFill>
            <a:prstDash val="solid"/>
          </a:ln>
        </p:spPr>
        <p:txBody>
          <a:bodyPr/>
          <a:lstStyle/>
          <a:p>
            <a:endParaRPr/>
          </a:p>
        </p:txBody>
      </p:sp>
      <p:sp>
        <p:nvSpPr>
          <p:cNvPr id="3" name="Shape 1">
            <a:extLst>
              <a:ext uri="{FF2B5EF4-FFF2-40B4-BE49-F238E27FC236}">
                <a16:creationId xmlns:a16="http://schemas.microsoft.com/office/drawing/2014/main" id="{488B7660-1F70-4CF8-8A0E-4B685168C2EF}"/>
              </a:ext>
            </a:extLst>
          </p:cNvPr>
          <p:cNvSpPr>
            <a:spLocks noGrp="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a:p>
        </p:txBody>
      </p:sp>
      <p:sp>
        <p:nvSpPr>
          <p:cNvPr id="4" name="Text 2">
            <a:extLst>
              <a:ext uri="{FF2B5EF4-FFF2-40B4-BE49-F238E27FC236}">
                <a16:creationId xmlns:a16="http://schemas.microsoft.com/office/drawing/2014/main" id="{3AA28FDA-7224-43EE-B775-82AA23818811}"/>
              </a:ext>
            </a:extLst>
          </p:cNvPr>
          <p:cNvSpPr>
            <a:spLocks noGrp="1"/>
          </p:cNvSpPr>
          <p:nvPr/>
        </p:nvSpPr>
        <p:spPr>
          <a:xfrm>
            <a:off x="502920" y="6464808"/>
            <a:ext cx="5943600" cy="201168"/>
          </a:xfrm>
          <a:prstGeom prst="rect">
            <a:avLst/>
          </a:prstGeom>
          <a:noFill/>
        </p:spPr>
        <p:txBody>
          <a:bodyPr wrap="square" lIns="0" tIns="0" rIns="0" bIns="0" anchor="ctr"/>
          <a:lstStyle/>
          <a:p>
            <a:r>
              <a:rPr lang="en-US" sz="1500" b="0">
                <a:solidFill>
                  <a:srgbClr val="374151"/>
                </a:solidFill>
                <a:latin typeface="Aptos"/>
                <a:ea typeface="Aptos"/>
                <a:cs typeface="Aptos"/>
              </a:rPr>
              <a:t>Section 1 · Roadmap</a:t>
            </a:r>
          </a:p>
        </p:txBody>
      </p:sp>
      <p:sp>
        <p:nvSpPr>
          <p:cNvPr id="5" name="Text 3">
            <a:extLst>
              <a:ext uri="{FF2B5EF4-FFF2-40B4-BE49-F238E27FC236}">
                <a16:creationId xmlns:a16="http://schemas.microsoft.com/office/drawing/2014/main" id="{9DA2A51F-E1F0-4271-9284-AB3641828F1C}"/>
              </a:ext>
            </a:extLst>
          </p:cNvPr>
          <p:cNvSpPr>
            <a:spLocks noGrp="1"/>
          </p:cNvSpPr>
          <p:nvPr/>
        </p:nvSpPr>
        <p:spPr>
          <a:xfrm>
            <a:off x="502920" y="621792"/>
            <a:ext cx="11185855" cy="502920"/>
          </a:xfrm>
          <a:prstGeom prst="rect">
            <a:avLst/>
          </a:prstGeom>
          <a:noFill/>
        </p:spPr>
        <p:txBody>
          <a:bodyPr wrap="square" lIns="0" tIns="0" rIns="0" bIns="0" anchor="ctr">
            <a:normAutofit/>
          </a:bodyPr>
          <a:lstStyle/>
          <a:p>
            <a:r>
              <a:rPr sz="2700" b="0">
                <a:solidFill>
                  <a:srgbClr val="08A9C9"/>
                </a:solidFill>
                <a:latin typeface="Aptos Display"/>
                <a:ea typeface="Aptos Display"/>
                <a:cs typeface="Aptos Display"/>
              </a:rPr>
              <a:t>Skills Alignment Is Not Complete Exam Preparation</a:t>
            </a:r>
          </a:p>
        </p:txBody>
      </p:sp>
      <p:sp>
        <p:nvSpPr>
          <p:cNvPr id="6" name="Text 4">
            <a:extLst>
              <a:ext uri="{FF2B5EF4-FFF2-40B4-BE49-F238E27FC236}">
                <a16:creationId xmlns:a16="http://schemas.microsoft.com/office/drawing/2014/main" id="{88F908A6-BC8C-4D1C-8202-3B8C793BA5A1}"/>
              </a:ext>
            </a:extLst>
          </p:cNvPr>
          <p:cNvSpPr>
            <a:spLocks noGrp="1"/>
          </p:cNvSpPr>
          <p:nvPr/>
        </p:nvSpPr>
        <p:spPr>
          <a:xfrm>
            <a:off x="502920" y="1216152"/>
            <a:ext cx="11185855" cy="455168"/>
          </a:xfrm>
          <a:prstGeom prst="rect">
            <a:avLst/>
          </a:prstGeom>
          <a:noFill/>
        </p:spPr>
        <p:txBody>
          <a:bodyPr wrap="square" lIns="0" tIns="0" rIns="0" bIns="0" anchor="t">
            <a:normAutofit/>
          </a:bodyPr>
          <a:lstStyle/>
          <a:p>
            <a:r>
              <a:rPr lang="en-US" sz="1500" b="0">
                <a:solidFill>
                  <a:srgbClr val="374151"/>
                </a:solidFill>
                <a:latin typeface="Aptos"/>
                <a:ea typeface="Aptos"/>
                <a:cs typeface="Aptos"/>
              </a:rPr>
              <a:t>You build a focused engineering capability; credentials measure broader objectives.</a:t>
            </a:r>
          </a:p>
        </p:txBody>
      </p:sp>
      <p:sp>
        <p:nvSpPr>
          <p:cNvPr id="20" name="Legacy Card">
            <a:extLst>
              <a:ext uri="{FF2B5EF4-FFF2-40B4-BE49-F238E27FC236}">
                <a16:creationId xmlns:a16="http://schemas.microsoft.com/office/drawing/2014/main" id="{73F818D1-2B4C-49B3-8424-22D0EE6D829C}"/>
              </a:ext>
            </a:extLst>
          </p:cNvPr>
          <p:cNvSpPr>
            <a:spLocks noGrp="1"/>
          </p:cNvSpPr>
          <p:nvPr/>
        </p:nvSpPr>
        <p:spPr>
          <a:xfrm>
            <a:off x="502920" y="1860000"/>
            <a:ext cx="4350000" cy="3640000"/>
          </a:xfrm>
          <a:prstGeom prst="roundRect">
            <a:avLst>
              <a:gd name="adj" fmla="val 3137"/>
            </a:avLst>
          </a:prstGeom>
          <a:solidFill>
            <a:srgbClr val="FFFFFF"/>
          </a:solidFill>
          <a:ln w="12700">
            <a:solidFill>
              <a:srgbClr val="E4B07A"/>
            </a:solidFill>
            <a:prstDash val="solid"/>
          </a:ln>
        </p:spPr>
        <p:txBody>
          <a:bodyPr/>
          <a:lstStyle/>
          <a:p>
            <a:endParaRPr/>
          </a:p>
        </p:txBody>
      </p:sp>
      <p:sp>
        <p:nvSpPr>
          <p:cNvPr id="21" name="Legacy Icon">
            <a:extLst>
              <a:ext uri="{FF2B5EF4-FFF2-40B4-BE49-F238E27FC236}">
                <a16:creationId xmlns:a16="http://schemas.microsoft.com/office/drawing/2014/main" id="{41782C0D-2CB0-457E-A76C-E447A44D4074}"/>
              </a:ext>
            </a:extLst>
          </p:cNvPr>
          <p:cNvSpPr>
            <a:spLocks noGrp="1"/>
          </p:cNvSpPr>
          <p:nvPr/>
        </p:nvSpPr>
        <p:spPr>
          <a:xfrm>
            <a:off x="731520" y="2040000"/>
            <a:ext cx="300000" cy="300000"/>
          </a:xfrm>
          <a:prstGeom prst="ellipse">
            <a:avLst/>
          </a:prstGeom>
          <a:solidFill>
            <a:srgbClr val="C26A1E"/>
          </a:solidFill>
          <a:ln w="12700">
            <a:solidFill>
              <a:srgbClr val="C26A1E"/>
            </a:solidFill>
            <a:prstDash val="solid"/>
          </a:ln>
        </p:spPr>
        <p:txBody>
          <a:bodyPr wrap="square" lIns="0" tIns="0" rIns="0" bIns="0" anchor="ctr"/>
          <a:lstStyle/>
          <a:p>
            <a:pPr marL="0" indent="0" algn="ctr">
              <a:buNone/>
            </a:pPr>
            <a:r>
              <a:rPr lang="en-US" sz="1800" b="0">
                <a:solidFill>
                  <a:schemeClr val="bg1"/>
                </a:solidFill>
                <a:latin typeface="Aptos"/>
                <a:ea typeface="Aptos"/>
                <a:cs typeface="Aptos"/>
              </a:rPr>
              <a:t>1</a:t>
            </a:r>
          </a:p>
        </p:txBody>
      </p:sp>
      <p:sp>
        <p:nvSpPr>
          <p:cNvPr id="22" name="Legacy Header">
            <a:extLst>
              <a:ext uri="{FF2B5EF4-FFF2-40B4-BE49-F238E27FC236}">
                <a16:creationId xmlns:a16="http://schemas.microsoft.com/office/drawing/2014/main" id="{D1778A04-3D90-4FD2-8B6A-72F96C1E4A13}"/>
              </a:ext>
            </a:extLst>
          </p:cNvPr>
          <p:cNvSpPr>
            <a:spLocks noGrp="1"/>
          </p:cNvSpPr>
          <p:nvPr/>
        </p:nvSpPr>
        <p:spPr>
          <a:xfrm>
            <a:off x="1111520" y="2010000"/>
            <a:ext cx="3470000" cy="360000"/>
          </a:xfrm>
          <a:prstGeom prst="rect">
            <a:avLst/>
          </a:prstGeom>
          <a:noFill/>
        </p:spPr>
        <p:txBody>
          <a:bodyPr wrap="square" lIns="0" tIns="0" rIns="0" bIns="0" anchor="ctr"/>
          <a:lstStyle/>
          <a:p>
            <a:r>
              <a:rPr lang="en-US" sz="1500" b="1">
                <a:solidFill>
                  <a:srgbClr val="1F2A37"/>
                </a:solidFill>
                <a:latin typeface="Aptos"/>
                <a:ea typeface="Aptos"/>
                <a:cs typeface="Aptos"/>
              </a:rPr>
              <a:t>Strong course overlap</a:t>
            </a:r>
          </a:p>
          <a:p>
            <a:r>
              <a:rPr lang="en-US" sz="1500" b="1">
                <a:solidFill>
                  <a:srgbClr val="1F2A37"/>
                </a:solidFill>
                <a:latin typeface="Aptos"/>
                <a:ea typeface="Aptos"/>
                <a:cs typeface="Aptos"/>
              </a:rPr>
              <a:t>Skills you will practice</a:t>
            </a:r>
          </a:p>
        </p:txBody>
      </p:sp>
      <p:sp>
        <p:nvSpPr>
          <p:cNvPr id="23" name="Legacy Bullets">
            <a:extLst>
              <a:ext uri="{FF2B5EF4-FFF2-40B4-BE49-F238E27FC236}">
                <a16:creationId xmlns:a16="http://schemas.microsoft.com/office/drawing/2014/main" id="{A3AE264A-9696-42BC-937B-DE401B9239CC}"/>
              </a:ext>
            </a:extLst>
          </p:cNvPr>
          <p:cNvSpPr>
            <a:spLocks noGrp="1"/>
          </p:cNvSpPr>
          <p:nvPr/>
        </p:nvSpPr>
        <p:spPr>
          <a:xfrm>
            <a:off x="731520" y="2560000"/>
            <a:ext cx="3892800" cy="2840000"/>
          </a:xfrm>
          <a:prstGeom prst="rect">
            <a:avLst/>
          </a:prstGeom>
          <a:noFill/>
        </p:spPr>
        <p:txBody>
          <a:bodyPr wrap="square" lIns="0" tIns="0" rIns="0" bIns="0" anchor="t">
            <a:normAutofit/>
          </a:bodyPr>
          <a:lstStyle/>
          <a:p>
            <a:pPr marL="228600" indent="-228600">
              <a:spcBef>
                <a:spcPts val="600"/>
              </a:spcBef>
              <a:spcAft>
                <a:spcPts val="200"/>
              </a:spcAft>
              <a:buFont typeface="Aptos"/>
              <a:buChar char="▸"/>
            </a:pPr>
            <a:r>
              <a:rPr lang="en-US">
                <a:solidFill>
                  <a:srgbClr val="374151"/>
                </a:solidFill>
                <a:latin typeface="Aptos"/>
                <a:ea typeface="Aptos"/>
                <a:cs typeface="Aptos"/>
              </a:rPr>
              <a:t>Foundry platform decisions</a:t>
            </a:r>
          </a:p>
          <a:p>
            <a:pPr marL="228600" indent="-228600">
              <a:spcBef>
                <a:spcPts val="600"/>
              </a:spcBef>
              <a:spcAft>
                <a:spcPts val="200"/>
              </a:spcAft>
              <a:buFont typeface="Aptos"/>
              <a:buChar char="▸"/>
            </a:pPr>
            <a:r>
              <a:rPr lang="en-US">
                <a:solidFill>
                  <a:srgbClr val="374151"/>
                </a:solidFill>
              </a:rPr>
              <a:t>Agents, knowledge, and tools</a:t>
            </a:r>
          </a:p>
          <a:p>
            <a:pPr marL="228600" indent="-228600">
              <a:spcBef>
                <a:spcPts val="600"/>
              </a:spcBef>
              <a:spcAft>
                <a:spcPts val="200"/>
              </a:spcAft>
              <a:buFont typeface="Aptos"/>
              <a:buChar char="▸"/>
            </a:pPr>
            <a:r>
              <a:rPr lang="en-US">
                <a:solidFill>
                  <a:srgbClr val="374151"/>
                </a:solidFill>
              </a:rPr>
              <a:t>MCP and multi-agent patterns</a:t>
            </a:r>
          </a:p>
          <a:p>
            <a:pPr marL="228600" indent="-228600">
              <a:spcBef>
                <a:spcPts val="600"/>
              </a:spcBef>
              <a:spcAft>
                <a:spcPts val="200"/>
              </a:spcAft>
              <a:buFont typeface="Aptos"/>
              <a:buChar char="▸"/>
            </a:pPr>
            <a:r>
              <a:rPr lang="en-US">
                <a:solidFill>
                  <a:srgbClr val="374151"/>
                </a:solidFill>
              </a:rPr>
              <a:t>Evaluation and governance</a:t>
            </a:r>
          </a:p>
          <a:p>
            <a:pPr marL="228600" indent="-228600">
              <a:spcBef>
                <a:spcPts val="600"/>
              </a:spcBef>
              <a:spcAft>
                <a:spcPts val="200"/>
              </a:spcAft>
              <a:buFont typeface="Aptos"/>
              <a:buChar char="▸"/>
            </a:pPr>
            <a:endParaRPr lang="en-US">
              <a:solidFill>
                <a:srgbClr val="374151"/>
              </a:solidFill>
            </a:endParaRPr>
          </a:p>
        </p:txBody>
      </p:sp>
      <p:sp>
        <p:nvSpPr>
          <p:cNvPr id="30" name="Bridge Arrow">
            <a:extLst>
              <a:ext uri="{FF2B5EF4-FFF2-40B4-BE49-F238E27FC236}">
                <a16:creationId xmlns:a16="http://schemas.microsoft.com/office/drawing/2014/main" id="{B73E0EC4-4B41-43F4-9642-6BAAC390DCCF}"/>
              </a:ext>
            </a:extLst>
          </p:cNvPr>
          <p:cNvSpPr>
            <a:spLocks noGrp="1"/>
          </p:cNvSpPr>
          <p:nvPr/>
        </p:nvSpPr>
        <p:spPr>
          <a:xfrm>
            <a:off x="4980000" y="3190000"/>
            <a:ext cx="2230000" cy="900000"/>
          </a:xfrm>
          <a:prstGeom prst="rightArrow">
            <a:avLst>
              <a:gd name="adj1" fmla="val 55000"/>
              <a:gd name="adj2" fmla="val 52000"/>
            </a:avLst>
          </a:prstGeom>
          <a:solidFill>
            <a:srgbClr val="08A9C9"/>
          </a:solidFill>
          <a:ln w="12700">
            <a:solidFill>
              <a:srgbClr val="087F9B"/>
            </a:solidFill>
            <a:prstDash val="solid"/>
          </a:ln>
        </p:spPr>
        <p:txBody>
          <a:bodyPr wrap="square" lIns="73152" rIns="73152" anchor="ctr"/>
          <a:lstStyle/>
          <a:p>
            <a:pPr algn="ctr">
              <a:lnSpc>
                <a:spcPct val="88000"/>
              </a:lnSpc>
              <a:buNone/>
            </a:pPr>
            <a:r>
              <a:rPr sz="1800" b="1">
                <a:solidFill>
                  <a:srgbClr val="FFFFFF"/>
                </a:solidFill>
                <a:latin typeface="Aptos"/>
                <a:ea typeface="Aptos"/>
                <a:cs typeface="Aptos"/>
              </a:rPr>
              <a:t>ALIGNMENT</a:t>
            </a:r>
          </a:p>
          <a:p>
            <a:pPr algn="ctr">
              <a:lnSpc>
                <a:spcPct val="88000"/>
              </a:lnSpc>
              <a:buNone/>
            </a:pPr>
            <a:r>
              <a:rPr sz="1800" b="1">
                <a:solidFill>
                  <a:srgbClr val="FFFFFF"/>
                </a:solidFill>
                <a:latin typeface="Aptos"/>
                <a:ea typeface="Aptos"/>
                <a:cs typeface="Aptos"/>
              </a:rPr>
              <a:t>ONLY</a:t>
            </a:r>
          </a:p>
        </p:txBody>
      </p:sp>
      <p:sp>
        <p:nvSpPr>
          <p:cNvPr id="31" name="Bridge Label">
            <a:extLst>
              <a:ext uri="{FF2B5EF4-FFF2-40B4-BE49-F238E27FC236}">
                <a16:creationId xmlns:a16="http://schemas.microsoft.com/office/drawing/2014/main" id="{4E1D66F5-8831-4CE3-8681-B12F0BF548BD}"/>
              </a:ext>
            </a:extLst>
          </p:cNvPr>
          <p:cNvSpPr>
            <a:spLocks noGrp="1"/>
          </p:cNvSpPr>
          <p:nvPr/>
        </p:nvSpPr>
        <p:spPr>
          <a:xfrm>
            <a:off x="4852920" y="2820000"/>
            <a:ext cx="2485855" cy="300000"/>
          </a:xfrm>
          <a:prstGeom prst="rect">
            <a:avLst/>
          </a:prstGeom>
          <a:noFill/>
        </p:spPr>
        <p:txBody>
          <a:bodyPr wrap="square" lIns="73152" rIns="73152" anchor="ctr"/>
          <a:lstStyle/>
          <a:p>
            <a:pPr algn="ctr">
              <a:lnSpc>
                <a:spcPct val="88000"/>
              </a:lnSpc>
              <a:buNone/>
            </a:pPr>
            <a:r>
              <a:rPr sz="950" b="1">
                <a:solidFill>
                  <a:srgbClr val="00AAC8"/>
                </a:solidFill>
                <a:latin typeface="Aptos"/>
                <a:ea typeface="Aptos"/>
                <a:cs typeface="Aptos"/>
              </a:rPr>
              <a:t>SET EXPECTATIONS</a:t>
            </a:r>
          </a:p>
        </p:txBody>
      </p:sp>
      <p:sp>
        <p:nvSpPr>
          <p:cNvPr id="32" name="Bridge Sub">
            <a:extLst>
              <a:ext uri="{FF2B5EF4-FFF2-40B4-BE49-F238E27FC236}">
                <a16:creationId xmlns:a16="http://schemas.microsoft.com/office/drawing/2014/main" id="{C377505A-75DC-4F62-A8CA-C0BA1DA8626E}"/>
              </a:ext>
            </a:extLst>
          </p:cNvPr>
          <p:cNvSpPr>
            <a:spLocks noGrp="1"/>
          </p:cNvSpPr>
          <p:nvPr/>
        </p:nvSpPr>
        <p:spPr>
          <a:xfrm>
            <a:off x="4852920" y="4160000"/>
            <a:ext cx="2485855" cy="540000"/>
          </a:xfrm>
          <a:prstGeom prst="rect">
            <a:avLst/>
          </a:prstGeom>
          <a:noFill/>
        </p:spPr>
        <p:txBody>
          <a:bodyPr wrap="square" lIns="73152" rIns="73152" anchor="ctr"/>
          <a:lstStyle/>
          <a:p>
            <a:pPr algn="ctr">
              <a:lnSpc>
                <a:spcPct val="90000"/>
              </a:lnSpc>
              <a:buNone/>
            </a:pPr>
            <a:r>
              <a:rPr sz="919" b="0">
                <a:solidFill>
                  <a:srgbClr val="253040"/>
                </a:solidFill>
                <a:latin typeface="Aptos"/>
                <a:ea typeface="Aptos"/>
                <a:cs typeface="Aptos"/>
              </a:rPr>
              <a:t>Use the official study guide for scope</a:t>
            </a:r>
          </a:p>
        </p:txBody>
      </p:sp>
      <p:sp>
        <p:nvSpPr>
          <p:cNvPr id="40" name="Ambition Card">
            <a:extLst>
              <a:ext uri="{FF2B5EF4-FFF2-40B4-BE49-F238E27FC236}">
                <a16:creationId xmlns:a16="http://schemas.microsoft.com/office/drawing/2014/main" id="{EB45BA33-6A19-4B01-A558-AF3BACAB7D97}"/>
              </a:ext>
            </a:extLst>
          </p:cNvPr>
          <p:cNvSpPr>
            <a:spLocks noGrp="1"/>
          </p:cNvSpPr>
          <p:nvPr/>
        </p:nvSpPr>
        <p:spPr>
          <a:xfrm>
            <a:off x="7338775" y="1860000"/>
            <a:ext cx="4350000" cy="3640000"/>
          </a:xfrm>
          <a:prstGeom prst="roundRect">
            <a:avLst>
              <a:gd name="adj" fmla="val 3137"/>
            </a:avLst>
          </a:prstGeom>
          <a:solidFill>
            <a:srgbClr val="FFFFFF"/>
          </a:solidFill>
          <a:ln w="12700">
            <a:solidFill>
              <a:srgbClr val="08A9C9"/>
            </a:solidFill>
            <a:prstDash val="solid"/>
          </a:ln>
        </p:spPr>
        <p:txBody>
          <a:bodyPr/>
          <a:lstStyle/>
          <a:p>
            <a:endParaRPr/>
          </a:p>
        </p:txBody>
      </p:sp>
      <p:sp>
        <p:nvSpPr>
          <p:cNvPr id="41" name="Ambition Icon">
            <a:extLst>
              <a:ext uri="{FF2B5EF4-FFF2-40B4-BE49-F238E27FC236}">
                <a16:creationId xmlns:a16="http://schemas.microsoft.com/office/drawing/2014/main" id="{7D33EDCA-7575-4C37-BD5D-027A01D73256}"/>
              </a:ext>
            </a:extLst>
          </p:cNvPr>
          <p:cNvSpPr>
            <a:spLocks noGrp="1"/>
          </p:cNvSpPr>
          <p:nvPr/>
        </p:nvSpPr>
        <p:spPr>
          <a:xfrm>
            <a:off x="7567375" y="2040000"/>
            <a:ext cx="300000" cy="300000"/>
          </a:xfrm>
          <a:prstGeom prst="ellipse">
            <a:avLst/>
          </a:prstGeom>
          <a:solidFill>
            <a:srgbClr val="08A9C9"/>
          </a:solidFill>
          <a:ln w="12700">
            <a:solidFill>
              <a:srgbClr val="08A9C9"/>
            </a:solidFill>
            <a:prstDash val="solid"/>
          </a:ln>
        </p:spPr>
        <p:txBody>
          <a:bodyPr wrap="square" lIns="0" tIns="0" rIns="0" bIns="0" anchor="ctr"/>
          <a:lstStyle/>
          <a:p>
            <a:pPr marL="0" indent="0" algn="ctr">
              <a:buNone/>
            </a:pPr>
            <a:r>
              <a:rPr lang="en-US" sz="1800" b="1">
                <a:solidFill>
                  <a:srgbClr val="FFFFFF"/>
                </a:solidFill>
                <a:latin typeface="Aptos"/>
                <a:ea typeface="Aptos"/>
                <a:cs typeface="Aptos"/>
              </a:rPr>
              <a:t>2</a:t>
            </a:r>
          </a:p>
        </p:txBody>
      </p:sp>
      <p:sp>
        <p:nvSpPr>
          <p:cNvPr id="42" name="Ambition Header">
            <a:extLst>
              <a:ext uri="{FF2B5EF4-FFF2-40B4-BE49-F238E27FC236}">
                <a16:creationId xmlns:a16="http://schemas.microsoft.com/office/drawing/2014/main" id="{6D16289C-26F6-4DAA-9A47-27F70AB10470}"/>
              </a:ext>
            </a:extLst>
          </p:cNvPr>
          <p:cNvSpPr>
            <a:spLocks noGrp="1"/>
          </p:cNvSpPr>
          <p:nvPr/>
        </p:nvSpPr>
        <p:spPr>
          <a:xfrm>
            <a:off x="7947375" y="2010000"/>
            <a:ext cx="3470000" cy="360000"/>
          </a:xfrm>
          <a:prstGeom prst="rect">
            <a:avLst/>
          </a:prstGeom>
          <a:noFill/>
        </p:spPr>
        <p:txBody>
          <a:bodyPr wrap="square" lIns="0" tIns="0" rIns="0" bIns="0" anchor="ctr"/>
          <a:lstStyle/>
          <a:p>
            <a:r>
              <a:rPr lang="en-US" sz="1500" b="1">
                <a:solidFill>
                  <a:srgbClr val="1F2A37"/>
                </a:solidFill>
                <a:latin typeface="Aptos"/>
                <a:ea typeface="Aptos"/>
                <a:cs typeface="Aptos"/>
              </a:rPr>
              <a:t>Additional preparation</a:t>
            </a:r>
          </a:p>
          <a:p>
            <a:r>
              <a:rPr lang="en-US" sz="1500" b="1">
                <a:solidFill>
                  <a:srgbClr val="1F2A37"/>
                </a:solidFill>
                <a:latin typeface="Aptos"/>
                <a:ea typeface="Aptos"/>
                <a:cs typeface="Aptos"/>
              </a:rPr>
              <a:t>Topics outside this course</a:t>
            </a:r>
          </a:p>
        </p:txBody>
      </p:sp>
      <p:sp>
        <p:nvSpPr>
          <p:cNvPr id="43" name="Ambition Bullets">
            <a:extLst>
              <a:ext uri="{FF2B5EF4-FFF2-40B4-BE49-F238E27FC236}">
                <a16:creationId xmlns:a16="http://schemas.microsoft.com/office/drawing/2014/main" id="{859C9C71-02CC-426E-B7E6-8CE3D1719C4B}"/>
              </a:ext>
            </a:extLst>
          </p:cNvPr>
          <p:cNvSpPr>
            <a:spLocks noGrp="1"/>
          </p:cNvSpPr>
          <p:nvPr/>
        </p:nvSpPr>
        <p:spPr>
          <a:xfrm>
            <a:off x="7567375" y="2560000"/>
            <a:ext cx="3892800" cy="2840000"/>
          </a:xfrm>
          <a:prstGeom prst="rect">
            <a:avLst/>
          </a:prstGeom>
          <a:noFill/>
        </p:spPr>
        <p:txBody>
          <a:bodyPr wrap="square" lIns="0" tIns="0" rIns="0" bIns="0" anchor="t">
            <a:normAutofit/>
          </a:bodyPr>
          <a:lstStyle/>
          <a:p>
            <a:pPr marL="228600" indent="-228600">
              <a:spcBef>
                <a:spcPts val="600"/>
              </a:spcBef>
              <a:spcAft>
                <a:spcPts val="200"/>
              </a:spcAft>
              <a:buFont typeface="Aptos"/>
              <a:buChar char="▸"/>
            </a:pPr>
            <a:r>
              <a:rPr lang="en-US">
                <a:solidFill>
                  <a:srgbClr val="374151"/>
                </a:solidFill>
                <a:latin typeface="Aptos"/>
                <a:ea typeface="Aptos"/>
                <a:cs typeface="Aptos"/>
              </a:rPr>
              <a:t>Python exam readiness</a:t>
            </a:r>
          </a:p>
          <a:p>
            <a:pPr marL="228600" indent="-228600">
              <a:spcBef>
                <a:spcPts val="600"/>
              </a:spcBef>
              <a:spcAft>
                <a:spcPts val="200"/>
              </a:spcAft>
              <a:buFont typeface="Aptos"/>
              <a:buChar char="▸"/>
            </a:pPr>
            <a:r>
              <a:rPr lang="en-US">
                <a:solidFill>
                  <a:srgbClr val="374151"/>
                </a:solidFill>
              </a:rPr>
              <a:t>Broader AI service workloads</a:t>
            </a:r>
          </a:p>
          <a:p>
            <a:pPr marL="228600" indent="-228600">
              <a:spcBef>
                <a:spcPts val="600"/>
              </a:spcBef>
              <a:spcAft>
                <a:spcPts val="200"/>
              </a:spcAft>
              <a:buFont typeface="Aptos"/>
              <a:buChar char="▸"/>
            </a:pPr>
            <a:r>
              <a:rPr lang="en-US">
                <a:solidFill>
                  <a:srgbClr val="374151"/>
                </a:solidFill>
              </a:rPr>
              <a:t>Dynamics 365 and Power Platform</a:t>
            </a:r>
          </a:p>
          <a:p>
            <a:pPr marL="228600" indent="-228600">
              <a:spcBef>
                <a:spcPts val="600"/>
              </a:spcBef>
              <a:spcAft>
                <a:spcPts val="200"/>
              </a:spcAft>
              <a:buFont typeface="Aptos"/>
              <a:buChar char="▸"/>
            </a:pPr>
            <a:r>
              <a:rPr lang="en-US">
                <a:solidFill>
                  <a:srgbClr val="374151"/>
                </a:solidFill>
              </a:rPr>
              <a:t>Exam-specific practice and review</a:t>
            </a:r>
          </a:p>
          <a:p>
            <a:pPr marL="228600" indent="-228600">
              <a:spcBef>
                <a:spcPts val="600"/>
              </a:spcBef>
              <a:spcAft>
                <a:spcPts val="200"/>
              </a:spcAft>
              <a:buFont typeface="Aptos"/>
              <a:buChar char="▸"/>
            </a:pPr>
            <a:endParaRPr lang="en-US">
              <a:solidFill>
                <a:srgbClr val="374151"/>
              </a:solidFill>
            </a:endParaRPr>
          </a:p>
        </p:txBody>
      </p:sp>
      <p:sp>
        <p:nvSpPr>
          <p:cNvPr id="50" name="Takeaway Band">
            <a:extLst>
              <a:ext uri="{FF2B5EF4-FFF2-40B4-BE49-F238E27FC236}">
                <a16:creationId xmlns:a16="http://schemas.microsoft.com/office/drawing/2014/main" id="{AF56B58B-2DCF-4059-889F-0FF65F30C9DF}"/>
              </a:ext>
            </a:extLst>
          </p:cNvPr>
          <p:cNvSpPr>
            <a:spLocks noGrp="1"/>
          </p:cNvSpPr>
          <p:nvPr/>
        </p:nvSpPr>
        <p:spPr>
          <a:xfrm>
            <a:off x="502920" y="5660000"/>
            <a:ext cx="11185855" cy="560000"/>
          </a:xfrm>
          <a:prstGeom prst="roundRect">
            <a:avLst>
              <a:gd name="adj" fmla="val 12000"/>
            </a:avLst>
          </a:prstGeom>
          <a:solidFill>
            <a:srgbClr val="E6F4F8"/>
          </a:solidFill>
          <a:ln w="12700">
            <a:solidFill>
              <a:srgbClr val="B8DCE6"/>
            </a:solidFill>
            <a:prstDash val="solid"/>
          </a:ln>
        </p:spPr>
        <p:txBody>
          <a:bodyPr wrap="square" lIns="91440" tIns="0" rIns="91440" bIns="0" anchor="ctr"/>
          <a:lstStyle/>
          <a:p>
            <a:pPr algn="ctr">
              <a:buNone/>
            </a:pPr>
            <a:r>
              <a:rPr lang="en-US" sz="1250" b="1">
                <a:solidFill>
                  <a:srgbClr val="1F2A37"/>
                </a:solidFill>
                <a:latin typeface="Aptos"/>
                <a:ea typeface="Aptos"/>
                <a:cs typeface="Aptos"/>
              </a:rPr>
              <a:t>Build practical skill here, then close certification gaps with current Microsoft Learn resources.</a:t>
            </a:r>
            <a:endParaRPr sz="1250" b="1">
              <a:solidFill>
                <a:srgbClr val="1F2A37"/>
              </a:solidFill>
              <a:latin typeface="Aptos"/>
              <a:ea typeface="Aptos"/>
              <a:cs typeface="Aptos"/>
            </a:endParaRPr>
          </a:p>
        </p:txBody>
      </p:sp>
    </p:spTree>
    <p:extLst>
      <p:ext uri="{BB962C8B-B14F-4D97-AF65-F5344CB8AC3E}">
        <p14:creationId xmlns:p14="http://schemas.microsoft.com/office/powerpoint/2010/main" val="365308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500"/>
                                        <p:tgtEl>
                                          <p:spTgt spid="4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500"/>
                                        <p:tgtEl>
                                          <p:spTgt spid="4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fade">
                                      <p:cBhvr>
                                        <p:cTn id="38" dur="500"/>
                                        <p:tgtEl>
                                          <p:spTgt spid="4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animEffect transition="in" filter="fade">
                                      <p:cBhvr>
                                        <p:cTn id="41" dur="500"/>
                                        <p:tgtEl>
                                          <p:spTgt spid="4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fade">
                                      <p:cBhvr>
                                        <p:cTn id="46"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p:bldP spid="23" grpId="0"/>
      <p:bldP spid="30" grpId="0" animBg="1"/>
      <p:bldP spid="31" grpId="0"/>
      <p:bldP spid="32" grpId="0"/>
      <p:bldP spid="40" grpId="0" animBg="1"/>
      <p:bldP spid="41" grpId="0" animBg="1"/>
      <p:bldP spid="42" grpId="0"/>
      <p:bldP spid="43" grpId="0"/>
      <p:bldP spid="5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52D3F-232B-5BBD-FE8B-25F511DBAE7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331A221-FC64-B249-0628-C12CB8B03557}"/>
              </a:ext>
            </a:extLst>
          </p:cNvPr>
          <p:cNvSpPr>
            <a:spLocks noGrp="1"/>
          </p:cNvSpPr>
          <p:nvPr/>
        </p:nvSpPr>
        <p:spPr>
          <a:xfrm>
            <a:off x="0" y="0"/>
            <a:ext cx="12191695" cy="128016"/>
          </a:xfrm>
          <a:prstGeom prst="rect">
            <a:avLst/>
          </a:prstGeom>
          <a:solidFill>
            <a:srgbClr val="00AED6"/>
          </a:solidFill>
          <a:ln w="12700">
            <a:solidFill>
              <a:srgbClr val="00AED6"/>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4" name="Text 2">
            <a:extLst>
              <a:ext uri="{FF2B5EF4-FFF2-40B4-BE49-F238E27FC236}">
                <a16:creationId xmlns:a16="http://schemas.microsoft.com/office/drawing/2014/main" id="{A0AEE369-6C31-F9B7-9444-ECF384F72E24}"/>
              </a:ext>
            </a:extLst>
          </p:cNvPr>
          <p:cNvSpPr>
            <a:spLocks noGrp="1"/>
          </p:cNvSpPr>
          <p:nvPr/>
        </p:nvSpPr>
        <p:spPr>
          <a:xfrm>
            <a:off x="685800" y="1134753"/>
            <a:ext cx="2103120" cy="274320"/>
          </a:xfrm>
          <a:prstGeom prst="rect">
            <a:avLst/>
          </a:prstGeom>
          <a:noFill/>
        </p:spPr>
        <p:txBody>
          <a:bodyPr wrap="square" lIns="0" tIns="0" rIns="0" bIns="0" anchor="ctr"/>
          <a:lstStyle/>
          <a:p>
            <a:pPr marL="0" marR="0" lvl="0" indent="0" algn="l" defTabSz="91440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B5563"/>
                </a:solidFill>
                <a:effectLst/>
                <a:uLnTx/>
                <a:uFillTx/>
                <a:latin typeface="Nimbus Sans"/>
                <a:ea typeface="Nimbus Sans"/>
                <a:cs typeface="Nimbus Sans"/>
              </a:rPr>
              <a:t>Section 1</a:t>
            </a:r>
          </a:p>
        </p:txBody>
      </p:sp>
      <p:sp>
        <p:nvSpPr>
          <p:cNvPr id="5" name="Text 3">
            <a:extLst>
              <a:ext uri="{FF2B5EF4-FFF2-40B4-BE49-F238E27FC236}">
                <a16:creationId xmlns:a16="http://schemas.microsoft.com/office/drawing/2014/main" id="{C6C9B8BB-D950-2D37-8320-5531061958D2}"/>
              </a:ext>
            </a:extLst>
          </p:cNvPr>
          <p:cNvSpPr>
            <a:spLocks noGrp="1"/>
          </p:cNvSpPr>
          <p:nvPr/>
        </p:nvSpPr>
        <p:spPr>
          <a:xfrm>
            <a:off x="640080" y="1737360"/>
            <a:ext cx="7772400" cy="502920"/>
          </a:xfrm>
          <a:prstGeom prst="rect">
            <a:avLst/>
          </a:prstGeom>
          <a:noFill/>
        </p:spPr>
        <p:txBody>
          <a:bodyPr wrap="square" lIns="0" tIns="0" rIns="0" bIns="0" anchor="ctr"/>
          <a:lstStyle/>
          <a:p>
            <a:pPr lvl="0"/>
            <a:r>
              <a:rPr lang="en-US" sz="3000" b="1" dirty="0">
                <a:solidFill>
                  <a:srgbClr val="087F9D"/>
                </a:solidFill>
                <a:latin typeface="Nimbus Sans"/>
                <a:ea typeface="Nimbus Sans"/>
                <a:cs typeface="Nimbus Sans"/>
              </a:rPr>
              <a:t>Environment and account setup</a:t>
            </a:r>
            <a:endParaRPr kumimoji="0" lang="en-US" sz="3000" b="1" i="0" u="none" strike="noStrike" kern="1200" cap="none" spc="0" normalizeH="0" baseline="0" noProof="0" dirty="0">
              <a:ln>
                <a:noFill/>
              </a:ln>
              <a:solidFill>
                <a:srgbClr val="087F9D"/>
              </a:solidFill>
              <a:effectLst/>
              <a:uLnTx/>
              <a:uFillTx/>
              <a:latin typeface="Nimbus Sans"/>
              <a:ea typeface="Nimbus Sans"/>
              <a:cs typeface="Nimbus Sans"/>
            </a:endParaRPr>
          </a:p>
        </p:txBody>
      </p:sp>
      <p:sp>
        <p:nvSpPr>
          <p:cNvPr id="6" name="Text 4">
            <a:extLst>
              <a:ext uri="{FF2B5EF4-FFF2-40B4-BE49-F238E27FC236}">
                <a16:creationId xmlns:a16="http://schemas.microsoft.com/office/drawing/2014/main" id="{ACD3C8F5-949A-D3FC-88E7-60599AB3311F}"/>
              </a:ext>
            </a:extLst>
          </p:cNvPr>
          <p:cNvSpPr>
            <a:spLocks noGrp="1"/>
          </p:cNvSpPr>
          <p:nvPr/>
        </p:nvSpPr>
        <p:spPr>
          <a:xfrm>
            <a:off x="640080" y="2832883"/>
            <a:ext cx="7772400" cy="365760"/>
          </a:xfrm>
          <a:prstGeom prst="rect">
            <a:avLst/>
          </a:prstGeom>
          <a:noFill/>
        </p:spPr>
        <p:txBody>
          <a:bodyPr wrap="square" lIns="0" tIns="0" rIns="0" bIns="0" anchor="ctr"/>
          <a:lstStyle/>
          <a:p>
            <a:pPr marL="0" marR="0" lvl="0" indent="0" algn="l" defTabSz="91440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B5563"/>
                </a:solidFill>
                <a:effectLst/>
                <a:uLnTx/>
                <a:uFillTx/>
                <a:latin typeface="Nimbus Sans"/>
                <a:ea typeface="Nimbus Sans"/>
                <a:cs typeface="Nimbus Sans"/>
              </a:rPr>
              <a:t>Ensure connectivity between the local workspace and Microsoft Azure</a:t>
            </a:r>
          </a:p>
        </p:txBody>
      </p:sp>
      <p:sp>
        <p:nvSpPr>
          <p:cNvPr id="9" name="Text 7">
            <a:extLst>
              <a:ext uri="{FF2B5EF4-FFF2-40B4-BE49-F238E27FC236}">
                <a16:creationId xmlns:a16="http://schemas.microsoft.com/office/drawing/2014/main" id="{26328BF9-AB1F-C3AB-C80B-0B334FFFF659}"/>
              </a:ext>
            </a:extLst>
          </p:cNvPr>
          <p:cNvSpPr>
            <a:spLocks noGrp="1"/>
          </p:cNvSpPr>
          <p:nvPr/>
        </p:nvSpPr>
        <p:spPr>
          <a:xfrm>
            <a:off x="502920" y="6473952"/>
            <a:ext cx="4572000" cy="146304"/>
          </a:xfrm>
          <a:prstGeom prst="rect">
            <a:avLst/>
          </a:prstGeom>
          <a:noFill/>
        </p:spPr>
        <p:txBody>
          <a:bodyPr wrap="square" lIns="0" tIns="0" rIns="0" bIns="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sz="950" b="0" i="0" u="none" strike="noStrike" kern="1200" cap="none" spc="0" normalizeH="0" baseline="0" noProof="0">
                <a:ln>
                  <a:noFill/>
                </a:ln>
                <a:solidFill>
                  <a:srgbClr val="4B5563"/>
                </a:solidFill>
                <a:effectLst/>
                <a:uLnTx/>
                <a:uFillTx/>
                <a:latin typeface="Nimbus Sans"/>
                <a:ea typeface="Nimbus Sans"/>
                <a:cs typeface="Nimbus Sans"/>
              </a:rPr>
              <a:t>Section 1</a:t>
            </a:r>
          </a:p>
        </p:txBody>
      </p:sp>
      <p:sp>
        <p:nvSpPr>
          <p:cNvPr id="10" name="Shape 8">
            <a:extLst>
              <a:ext uri="{FF2B5EF4-FFF2-40B4-BE49-F238E27FC236}">
                <a16:creationId xmlns:a16="http://schemas.microsoft.com/office/drawing/2014/main" id="{F177B035-5D2A-BC7E-D60C-8CE2BD448DD0}"/>
              </a:ext>
            </a:extLst>
          </p:cNvPr>
          <p:cNvSpPr>
            <a:spLocks noGrp="1"/>
          </p:cNvSpPr>
          <p:nvPr/>
        </p:nvSpPr>
        <p:spPr>
          <a:xfrm>
            <a:off x="11631168" y="6382512"/>
            <a:ext cx="548640" cy="457200"/>
          </a:xfrm>
          <a:prstGeom prst="rtTriangle">
            <a:avLst/>
          </a:prstGeom>
          <a:solidFill>
            <a:srgbClr val="00AED6"/>
          </a:solidFill>
          <a:ln w="12700">
            <a:solidFill>
              <a:srgbClr val="00AED6"/>
            </a:solidFill>
            <a:prstDash val="solid"/>
          </a:ln>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06" name="Google Shape;2530;p47">
            <a:extLst>
              <a:ext uri="{FF2B5EF4-FFF2-40B4-BE49-F238E27FC236}">
                <a16:creationId xmlns:a16="http://schemas.microsoft.com/office/drawing/2014/main" id="{428C8139-1C92-B006-6436-CF59735EBF62}"/>
              </a:ext>
            </a:extLst>
          </p:cNvPr>
          <p:cNvSpPr>
            <a:spLocks noGrp="1"/>
          </p:cNvSpPr>
          <p:nvPr/>
        </p:nvSpPr>
        <p:spPr>
          <a:xfrm>
            <a:off x="10214491" y="3050628"/>
            <a:ext cx="831830" cy="490999"/>
          </a:xfrm>
          <a:custGeom>
            <a:avLst/>
            <a:gdLst/>
            <a:ahLst/>
            <a:cxnLst/>
            <a:rect l="l" t="t" r="r" b="b"/>
            <a:pathLst>
              <a:path w="1096154" h="631831">
                <a:moveTo>
                  <a:pt x="581029" y="616328"/>
                </a:moveTo>
                <a:lnTo>
                  <a:pt x="26975" y="296853"/>
                </a:lnTo>
                <a:cubicBezTo>
                  <a:pt x="-13002" y="273849"/>
                  <a:pt x="-7957" y="233547"/>
                  <a:pt x="38206" y="207027"/>
                </a:cubicBezTo>
                <a:lnTo>
                  <a:pt x="397137" y="0"/>
                </a:lnTo>
                <a:lnTo>
                  <a:pt x="1096154" y="402457"/>
                </a:lnTo>
                <a:lnTo>
                  <a:pt x="737223" y="609484"/>
                </a:lnTo>
                <a:cubicBezTo>
                  <a:pt x="691155" y="636479"/>
                  <a:pt x="621386" y="639331"/>
                  <a:pt x="581029" y="616328"/>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07" name="Google Shape;2531;p47">
            <a:extLst>
              <a:ext uri="{FF2B5EF4-FFF2-40B4-BE49-F238E27FC236}">
                <a16:creationId xmlns:a16="http://schemas.microsoft.com/office/drawing/2014/main" id="{DA482006-D4E7-1BD8-66FB-695BAD815552}"/>
              </a:ext>
            </a:extLst>
          </p:cNvPr>
          <p:cNvSpPr>
            <a:spLocks noGrp="1"/>
          </p:cNvSpPr>
          <p:nvPr/>
        </p:nvSpPr>
        <p:spPr>
          <a:xfrm>
            <a:off x="10245479" y="3032161"/>
            <a:ext cx="831758" cy="491026"/>
          </a:xfrm>
          <a:custGeom>
            <a:avLst/>
            <a:gdLst/>
            <a:ahLst/>
            <a:cxnLst/>
            <a:rect l="l" t="t" r="r" b="b"/>
            <a:pathLst>
              <a:path w="1096058" h="631866">
                <a:moveTo>
                  <a:pt x="581029" y="616328"/>
                </a:moveTo>
                <a:lnTo>
                  <a:pt x="26975" y="296853"/>
                </a:lnTo>
                <a:cubicBezTo>
                  <a:pt x="-13002" y="273849"/>
                  <a:pt x="-7957" y="233547"/>
                  <a:pt x="38206" y="207027"/>
                </a:cubicBezTo>
                <a:lnTo>
                  <a:pt x="397423" y="0"/>
                </a:lnTo>
                <a:lnTo>
                  <a:pt x="1096059" y="402837"/>
                </a:lnTo>
                <a:lnTo>
                  <a:pt x="737128" y="609864"/>
                </a:lnTo>
                <a:cubicBezTo>
                  <a:pt x="690774" y="636479"/>
                  <a:pt x="621005" y="639331"/>
                  <a:pt x="581029" y="616328"/>
                </a:cubicBez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08" name="Google Shape;2532;p47">
            <a:extLst>
              <a:ext uri="{FF2B5EF4-FFF2-40B4-BE49-F238E27FC236}">
                <a16:creationId xmlns:a16="http://schemas.microsoft.com/office/drawing/2014/main" id="{C6A9CEA1-CDC2-0F0E-D230-7CF854517BE9}"/>
              </a:ext>
            </a:extLst>
          </p:cNvPr>
          <p:cNvSpPr>
            <a:spLocks noGrp="1"/>
          </p:cNvSpPr>
          <p:nvPr/>
        </p:nvSpPr>
        <p:spPr>
          <a:xfrm>
            <a:off x="11052607" y="3328810"/>
            <a:ext cx="24485" cy="16471"/>
          </a:xfrm>
          <a:custGeom>
            <a:avLst/>
            <a:gdLst/>
            <a:ahLst/>
            <a:cxnLst/>
            <a:rect l="l" t="t" r="r" b="b"/>
            <a:pathLst>
              <a:path w="32266" h="21196">
                <a:moveTo>
                  <a:pt x="32267" y="21197"/>
                </a:moveTo>
                <a:lnTo>
                  <a:pt x="32267" y="0"/>
                </a:lnTo>
                <a:lnTo>
                  <a:pt x="0" y="18630"/>
                </a:lnTo>
                <a:lnTo>
                  <a:pt x="32267" y="21197"/>
                </a:ln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09" name="Google Shape;2533;p47">
            <a:extLst>
              <a:ext uri="{FF2B5EF4-FFF2-40B4-BE49-F238E27FC236}">
                <a16:creationId xmlns:a16="http://schemas.microsoft.com/office/drawing/2014/main" id="{ED469D8D-0786-0396-5AFB-2D38452A1512}"/>
              </a:ext>
            </a:extLst>
          </p:cNvPr>
          <p:cNvSpPr>
            <a:spLocks noGrp="1"/>
          </p:cNvSpPr>
          <p:nvPr/>
        </p:nvSpPr>
        <p:spPr>
          <a:xfrm>
            <a:off x="10245508" y="3216606"/>
            <a:ext cx="25135" cy="16619"/>
          </a:xfrm>
          <a:custGeom>
            <a:avLst/>
            <a:gdLst/>
            <a:ahLst/>
            <a:cxnLst/>
            <a:rect l="l" t="t" r="r" b="b"/>
            <a:pathLst>
              <a:path w="33123" h="21387">
                <a:moveTo>
                  <a:pt x="0" y="21387"/>
                </a:moveTo>
                <a:lnTo>
                  <a:pt x="0" y="0"/>
                </a:lnTo>
                <a:lnTo>
                  <a:pt x="33123" y="13688"/>
                </a:lnTo>
                <a:lnTo>
                  <a:pt x="0" y="21387"/>
                </a:ln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0" name="Google Shape;2534;p47">
            <a:extLst>
              <a:ext uri="{FF2B5EF4-FFF2-40B4-BE49-F238E27FC236}">
                <a16:creationId xmlns:a16="http://schemas.microsoft.com/office/drawing/2014/main" id="{0F87E51C-5519-C281-884F-F3FFB8F60D7E}"/>
              </a:ext>
            </a:extLst>
          </p:cNvPr>
          <p:cNvSpPr>
            <a:spLocks noGrp="1"/>
          </p:cNvSpPr>
          <p:nvPr/>
        </p:nvSpPr>
        <p:spPr>
          <a:xfrm>
            <a:off x="10245479" y="3015763"/>
            <a:ext cx="831758" cy="490981"/>
          </a:xfrm>
          <a:custGeom>
            <a:avLst/>
            <a:gdLst/>
            <a:ahLst/>
            <a:cxnLst/>
            <a:rect l="l" t="t" r="r" b="b"/>
            <a:pathLst>
              <a:path w="1096058" h="631809">
                <a:moveTo>
                  <a:pt x="581029" y="616232"/>
                </a:moveTo>
                <a:lnTo>
                  <a:pt x="26975" y="296853"/>
                </a:lnTo>
                <a:cubicBezTo>
                  <a:pt x="-13002" y="273754"/>
                  <a:pt x="-7957" y="233547"/>
                  <a:pt x="38206" y="206932"/>
                </a:cubicBezTo>
                <a:lnTo>
                  <a:pt x="397423" y="0"/>
                </a:lnTo>
                <a:lnTo>
                  <a:pt x="1096059" y="402837"/>
                </a:lnTo>
                <a:lnTo>
                  <a:pt x="737128" y="609769"/>
                </a:lnTo>
                <a:cubicBezTo>
                  <a:pt x="690774" y="636384"/>
                  <a:pt x="621005" y="639331"/>
                  <a:pt x="581029" y="616232"/>
                </a:cubicBezTo>
                <a:close/>
              </a:path>
            </a:pathLst>
          </a:custGeom>
          <a:solidFill>
            <a:srgbClr val="D6D8E5"/>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1" name="Google Shape;2535;p47">
            <a:extLst>
              <a:ext uri="{FF2B5EF4-FFF2-40B4-BE49-F238E27FC236}">
                <a16:creationId xmlns:a16="http://schemas.microsoft.com/office/drawing/2014/main" id="{75693ED4-FE00-D664-5154-AD4457AD6916}"/>
              </a:ext>
            </a:extLst>
          </p:cNvPr>
          <p:cNvSpPr>
            <a:spLocks noGrp="1"/>
          </p:cNvSpPr>
          <p:nvPr/>
        </p:nvSpPr>
        <p:spPr>
          <a:xfrm>
            <a:off x="10482639" y="2793867"/>
            <a:ext cx="594454" cy="534942"/>
          </a:xfrm>
          <a:custGeom>
            <a:avLst/>
            <a:gdLst/>
            <a:ahLst/>
            <a:cxnLst/>
            <a:rect l="l" t="t" r="r" b="b"/>
            <a:pathLst>
              <a:path w="783348" h="688378">
                <a:moveTo>
                  <a:pt x="86521" y="286492"/>
                </a:moveTo>
                <a:lnTo>
                  <a:pt x="0" y="0"/>
                </a:lnTo>
                <a:lnTo>
                  <a:pt x="706346" y="404548"/>
                </a:lnTo>
                <a:lnTo>
                  <a:pt x="783348" y="688378"/>
                </a:lnTo>
                <a:lnTo>
                  <a:pt x="86521" y="286492"/>
                </a:lnTo>
                <a:close/>
              </a:path>
            </a:pathLst>
          </a:custGeom>
          <a:solidFill>
            <a:srgbClr val="9EA1AF"/>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2" name="Google Shape;2536;p47">
            <a:extLst>
              <a:ext uri="{FF2B5EF4-FFF2-40B4-BE49-F238E27FC236}">
                <a16:creationId xmlns:a16="http://schemas.microsoft.com/office/drawing/2014/main" id="{F1BB40D0-12DE-D348-56A2-33F20CA18930}"/>
              </a:ext>
            </a:extLst>
          </p:cNvPr>
          <p:cNvSpPr>
            <a:spLocks noGrp="1"/>
          </p:cNvSpPr>
          <p:nvPr/>
        </p:nvSpPr>
        <p:spPr>
          <a:xfrm>
            <a:off x="11053979" y="3309974"/>
            <a:ext cx="23041" cy="27995"/>
          </a:xfrm>
          <a:custGeom>
            <a:avLst/>
            <a:gdLst/>
            <a:ahLst/>
            <a:cxnLst/>
            <a:rect l="l" t="t" r="r" b="b"/>
            <a:pathLst>
              <a:path w="30363" h="36025">
                <a:moveTo>
                  <a:pt x="9899" y="36025"/>
                </a:moveTo>
                <a:lnTo>
                  <a:pt x="30363" y="24239"/>
                </a:lnTo>
                <a:lnTo>
                  <a:pt x="0" y="0"/>
                </a:lnTo>
                <a:close/>
              </a:path>
            </a:pathLst>
          </a:custGeom>
          <a:solidFill>
            <a:srgbClr val="9EA1AF"/>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3" name="Google Shape;2537;p47">
            <a:extLst>
              <a:ext uri="{FF2B5EF4-FFF2-40B4-BE49-F238E27FC236}">
                <a16:creationId xmlns:a16="http://schemas.microsoft.com/office/drawing/2014/main" id="{57198009-10B8-B0D0-829D-99D64202CD77}"/>
              </a:ext>
            </a:extLst>
          </p:cNvPr>
          <p:cNvSpPr>
            <a:spLocks noGrp="1"/>
          </p:cNvSpPr>
          <p:nvPr/>
        </p:nvSpPr>
        <p:spPr>
          <a:xfrm>
            <a:off x="10465737" y="2802214"/>
            <a:ext cx="595753" cy="535754"/>
          </a:xfrm>
          <a:custGeom>
            <a:avLst/>
            <a:gdLst/>
            <a:ahLst/>
            <a:cxnLst/>
            <a:rect l="l" t="t" r="r" b="b"/>
            <a:pathLst>
              <a:path w="785061" h="689423">
                <a:moveTo>
                  <a:pt x="86425" y="286492"/>
                </a:moveTo>
                <a:lnTo>
                  <a:pt x="0" y="0"/>
                </a:lnTo>
                <a:lnTo>
                  <a:pt x="706346" y="404643"/>
                </a:lnTo>
                <a:lnTo>
                  <a:pt x="785061" y="689424"/>
                </a:lnTo>
                <a:lnTo>
                  <a:pt x="86425" y="286492"/>
                </a:ln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4" name="Google Shape;2538;p47">
            <a:extLst>
              <a:ext uri="{FF2B5EF4-FFF2-40B4-BE49-F238E27FC236}">
                <a16:creationId xmlns:a16="http://schemas.microsoft.com/office/drawing/2014/main" id="{040DC30C-814D-53CA-9BE7-9C2366F93944}"/>
              </a:ext>
            </a:extLst>
          </p:cNvPr>
          <p:cNvSpPr>
            <a:spLocks noGrp="1"/>
          </p:cNvSpPr>
          <p:nvPr/>
        </p:nvSpPr>
        <p:spPr>
          <a:xfrm>
            <a:off x="9764816" y="696811"/>
            <a:ext cx="2179905" cy="3022882"/>
          </a:xfrm>
          <a:custGeom>
            <a:avLst/>
            <a:gdLst/>
            <a:ahLst/>
            <a:cxnLst/>
            <a:rect l="l" t="t" r="r" b="b"/>
            <a:pathLst>
              <a:path w="2872593" h="3889928">
                <a:moveTo>
                  <a:pt x="2803111" y="3881586"/>
                </a:moveTo>
                <a:lnTo>
                  <a:pt x="69483" y="2305217"/>
                </a:lnTo>
                <a:cubicBezTo>
                  <a:pt x="31410" y="2283165"/>
                  <a:pt x="0" y="2223756"/>
                  <a:pt x="0" y="2172713"/>
                </a:cubicBezTo>
                <a:lnTo>
                  <a:pt x="0" y="60716"/>
                </a:lnTo>
                <a:cubicBezTo>
                  <a:pt x="0" y="9673"/>
                  <a:pt x="31125" y="-13806"/>
                  <a:pt x="69483" y="8342"/>
                </a:cubicBezTo>
                <a:lnTo>
                  <a:pt x="2803111" y="1584711"/>
                </a:lnTo>
                <a:cubicBezTo>
                  <a:pt x="2841183" y="1606763"/>
                  <a:pt x="2872593" y="1666077"/>
                  <a:pt x="2872593" y="1717121"/>
                </a:cubicBezTo>
                <a:lnTo>
                  <a:pt x="2872593" y="3829212"/>
                </a:lnTo>
                <a:cubicBezTo>
                  <a:pt x="2872593" y="3880256"/>
                  <a:pt x="2841469" y="3903734"/>
                  <a:pt x="2803111" y="3881586"/>
                </a:cubicBezTo>
                <a:close/>
              </a:path>
            </a:pathLst>
          </a:custGeom>
          <a:solidFill>
            <a:srgbClr val="C4C7D6"/>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5" name="Google Shape;2539;p47">
            <a:extLst>
              <a:ext uri="{FF2B5EF4-FFF2-40B4-BE49-F238E27FC236}">
                <a16:creationId xmlns:a16="http://schemas.microsoft.com/office/drawing/2014/main" id="{122D6061-8E5A-C33C-E743-A481440A05A0}"/>
              </a:ext>
            </a:extLst>
          </p:cNvPr>
          <p:cNvSpPr>
            <a:spLocks noGrp="1"/>
          </p:cNvSpPr>
          <p:nvPr/>
        </p:nvSpPr>
        <p:spPr>
          <a:xfrm>
            <a:off x="11902683" y="3646880"/>
            <a:ext cx="22968" cy="83247"/>
          </a:xfrm>
          <a:custGeom>
            <a:avLst/>
            <a:gdLst/>
            <a:ahLst/>
            <a:cxnLst/>
            <a:rect l="l" t="t" r="r" b="b"/>
            <a:pathLst>
              <a:path w="30267" h="107125">
                <a:moveTo>
                  <a:pt x="0" y="107125"/>
                </a:moveTo>
                <a:lnTo>
                  <a:pt x="30268" y="89731"/>
                </a:lnTo>
                <a:lnTo>
                  <a:pt x="17228" y="0"/>
                </a:lnTo>
                <a:lnTo>
                  <a:pt x="0" y="107125"/>
                </a:lnTo>
                <a:close/>
              </a:path>
            </a:pathLst>
          </a:custGeom>
          <a:solidFill>
            <a:srgbClr val="C4C7D6"/>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6" name="Google Shape;2540;p47">
            <a:extLst>
              <a:ext uri="{FF2B5EF4-FFF2-40B4-BE49-F238E27FC236}">
                <a16:creationId xmlns:a16="http://schemas.microsoft.com/office/drawing/2014/main" id="{7B87621A-5EB6-D9D5-7D36-C668AEBB35DE}"/>
              </a:ext>
            </a:extLst>
          </p:cNvPr>
          <p:cNvSpPr>
            <a:spLocks noGrp="1"/>
          </p:cNvSpPr>
          <p:nvPr/>
        </p:nvSpPr>
        <p:spPr>
          <a:xfrm>
            <a:off x="9760843" y="700044"/>
            <a:ext cx="55110" cy="24157"/>
          </a:xfrm>
          <a:custGeom>
            <a:avLst/>
            <a:gdLst/>
            <a:ahLst/>
            <a:cxnLst/>
            <a:rect l="l" t="t" r="r" b="b"/>
            <a:pathLst>
              <a:path w="72623" h="31086">
                <a:moveTo>
                  <a:pt x="0" y="17110"/>
                </a:moveTo>
                <a:lnTo>
                  <a:pt x="29792" y="0"/>
                </a:lnTo>
                <a:lnTo>
                  <a:pt x="72624" y="24334"/>
                </a:lnTo>
                <a:cubicBezTo>
                  <a:pt x="72624" y="24334"/>
                  <a:pt x="27032" y="31273"/>
                  <a:pt x="25890" y="31083"/>
                </a:cubicBezTo>
                <a:cubicBezTo>
                  <a:pt x="24747" y="30892"/>
                  <a:pt x="0" y="17110"/>
                  <a:pt x="0" y="17110"/>
                </a:cubicBez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7" name="Google Shape;2541;p47">
            <a:extLst>
              <a:ext uri="{FF2B5EF4-FFF2-40B4-BE49-F238E27FC236}">
                <a16:creationId xmlns:a16="http://schemas.microsoft.com/office/drawing/2014/main" id="{9AFF93EE-FB54-1347-1BE5-999C8836F331}"/>
              </a:ext>
            </a:extLst>
          </p:cNvPr>
          <p:cNvSpPr>
            <a:spLocks noGrp="1"/>
          </p:cNvSpPr>
          <p:nvPr/>
        </p:nvSpPr>
        <p:spPr>
          <a:xfrm>
            <a:off x="9745531" y="708039"/>
            <a:ext cx="2180121" cy="3022882"/>
          </a:xfrm>
          <a:custGeom>
            <a:avLst/>
            <a:gdLst/>
            <a:ahLst/>
            <a:cxnLst/>
            <a:rect l="l" t="t" r="r" b="b"/>
            <a:pathLst>
              <a:path w="2872878" h="3889928">
                <a:moveTo>
                  <a:pt x="2803491" y="3881587"/>
                </a:moveTo>
                <a:lnTo>
                  <a:pt x="69388" y="2304837"/>
                </a:lnTo>
                <a:cubicBezTo>
                  <a:pt x="31315" y="2282785"/>
                  <a:pt x="0" y="2223471"/>
                  <a:pt x="0" y="2172332"/>
                </a:cubicBezTo>
                <a:lnTo>
                  <a:pt x="0" y="60716"/>
                </a:lnTo>
                <a:cubicBezTo>
                  <a:pt x="0" y="9673"/>
                  <a:pt x="31125" y="-13806"/>
                  <a:pt x="69388" y="8342"/>
                </a:cubicBezTo>
                <a:lnTo>
                  <a:pt x="2803491" y="1584711"/>
                </a:lnTo>
                <a:cubicBezTo>
                  <a:pt x="2841564" y="1606763"/>
                  <a:pt x="2872879" y="1666077"/>
                  <a:pt x="2872879" y="1717216"/>
                </a:cubicBezTo>
                <a:lnTo>
                  <a:pt x="2872879" y="3829212"/>
                </a:lnTo>
                <a:cubicBezTo>
                  <a:pt x="2872879" y="3880256"/>
                  <a:pt x="2841850" y="3903734"/>
                  <a:pt x="2803491" y="3881587"/>
                </a:cubicBezTo>
                <a:close/>
              </a:path>
            </a:pathLst>
          </a:custGeom>
          <a:solidFill>
            <a:srgbClr val="E4E7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8" name="Google Shape;2542;p47">
            <a:extLst>
              <a:ext uri="{FF2B5EF4-FFF2-40B4-BE49-F238E27FC236}">
                <a16:creationId xmlns:a16="http://schemas.microsoft.com/office/drawing/2014/main" id="{9EC88474-CE8B-408D-659B-AA839F093D8B}"/>
              </a:ext>
            </a:extLst>
          </p:cNvPr>
          <p:cNvSpPr>
            <a:spLocks noGrp="1"/>
          </p:cNvSpPr>
          <p:nvPr/>
        </p:nvSpPr>
        <p:spPr>
          <a:xfrm>
            <a:off x="9741846" y="710181"/>
            <a:ext cx="2180193" cy="3022849"/>
          </a:xfrm>
          <a:custGeom>
            <a:avLst/>
            <a:gdLst/>
            <a:ahLst/>
            <a:cxnLst/>
            <a:rect l="l" t="t" r="r" b="b"/>
            <a:pathLst>
              <a:path w="2872973" h="3889886">
                <a:moveTo>
                  <a:pt x="2803491" y="3881587"/>
                </a:moveTo>
                <a:lnTo>
                  <a:pt x="69483" y="2305217"/>
                </a:lnTo>
                <a:cubicBezTo>
                  <a:pt x="31410" y="2283070"/>
                  <a:pt x="0" y="2223756"/>
                  <a:pt x="0" y="2172713"/>
                </a:cubicBezTo>
                <a:lnTo>
                  <a:pt x="0" y="60716"/>
                </a:lnTo>
                <a:cubicBezTo>
                  <a:pt x="0" y="9673"/>
                  <a:pt x="31124" y="-13806"/>
                  <a:pt x="69483" y="8342"/>
                </a:cubicBezTo>
                <a:lnTo>
                  <a:pt x="2803491" y="1584711"/>
                </a:lnTo>
                <a:cubicBezTo>
                  <a:pt x="2841564" y="1606764"/>
                  <a:pt x="2872974" y="1666077"/>
                  <a:pt x="2872974" y="1717121"/>
                </a:cubicBezTo>
                <a:lnTo>
                  <a:pt x="2872974" y="3829212"/>
                </a:lnTo>
                <a:cubicBezTo>
                  <a:pt x="2872974" y="3879971"/>
                  <a:pt x="2841849" y="3903734"/>
                  <a:pt x="2803491" y="3881587"/>
                </a:cubicBezTo>
                <a:close/>
              </a:path>
            </a:pathLst>
          </a:custGeom>
          <a:solidFill>
            <a:srgbClr val="D6D8E5"/>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19" name="Google Shape;2543;p47">
            <a:extLst>
              <a:ext uri="{FF2B5EF4-FFF2-40B4-BE49-F238E27FC236}">
                <a16:creationId xmlns:a16="http://schemas.microsoft.com/office/drawing/2014/main" id="{662F59C6-5E89-B9E4-0799-13BBF50A5EDC}"/>
              </a:ext>
            </a:extLst>
          </p:cNvPr>
          <p:cNvSpPr>
            <a:spLocks noGrp="1"/>
          </p:cNvSpPr>
          <p:nvPr/>
        </p:nvSpPr>
        <p:spPr>
          <a:xfrm>
            <a:off x="9768211" y="745560"/>
            <a:ext cx="2126382" cy="2881227"/>
          </a:xfrm>
          <a:custGeom>
            <a:avLst/>
            <a:gdLst/>
            <a:ahLst/>
            <a:cxnLst/>
            <a:rect l="l" t="t" r="r" b="b"/>
            <a:pathLst>
              <a:path w="2802063" h="3707642">
                <a:moveTo>
                  <a:pt x="2800636" y="3707643"/>
                </a:moveTo>
                <a:lnTo>
                  <a:pt x="0" y="2092872"/>
                </a:lnTo>
                <a:lnTo>
                  <a:pt x="1428" y="23650"/>
                </a:lnTo>
                <a:cubicBezTo>
                  <a:pt x="1428" y="2453"/>
                  <a:pt x="16371" y="-6102"/>
                  <a:pt x="34742" y="4639"/>
                </a:cubicBezTo>
                <a:lnTo>
                  <a:pt x="2768750" y="1580818"/>
                </a:lnTo>
                <a:cubicBezTo>
                  <a:pt x="2788395" y="1593631"/>
                  <a:pt x="2800769" y="1615018"/>
                  <a:pt x="2802063" y="1638421"/>
                </a:cubicBezTo>
                <a:close/>
              </a:path>
            </a:pathLst>
          </a:custGeom>
          <a:solidFill>
            <a:srgbClr val="FFFFFF"/>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0" name="Google Shape;2544;p47">
            <a:extLst>
              <a:ext uri="{FF2B5EF4-FFF2-40B4-BE49-F238E27FC236}">
                <a16:creationId xmlns:a16="http://schemas.microsoft.com/office/drawing/2014/main" id="{5A12AAD7-5D5D-9ABB-0DF7-46E53542304B}"/>
              </a:ext>
            </a:extLst>
          </p:cNvPr>
          <p:cNvSpPr>
            <a:spLocks noGrp="1"/>
          </p:cNvSpPr>
          <p:nvPr/>
        </p:nvSpPr>
        <p:spPr>
          <a:xfrm>
            <a:off x="9864349" y="911226"/>
            <a:ext cx="214812" cy="370825"/>
          </a:xfrm>
          <a:custGeom>
            <a:avLst/>
            <a:gdLst/>
            <a:ahLst/>
            <a:cxnLst/>
            <a:rect l="l" t="t" r="r" b="b"/>
            <a:pathLst>
              <a:path w="283071" h="477189">
                <a:moveTo>
                  <a:pt x="268604" y="475462"/>
                </a:moveTo>
                <a:lnTo>
                  <a:pt x="14468" y="328699"/>
                </a:lnTo>
                <a:cubicBezTo>
                  <a:pt x="5540" y="322277"/>
                  <a:pt x="181" y="312023"/>
                  <a:pt x="0" y="301038"/>
                </a:cubicBezTo>
                <a:lnTo>
                  <a:pt x="0" y="12646"/>
                </a:lnTo>
                <a:cubicBezTo>
                  <a:pt x="0" y="2000"/>
                  <a:pt x="6472" y="-2848"/>
                  <a:pt x="14468" y="1715"/>
                </a:cubicBezTo>
                <a:lnTo>
                  <a:pt x="268604" y="148572"/>
                </a:lnTo>
                <a:cubicBezTo>
                  <a:pt x="277551" y="154933"/>
                  <a:pt x="282919" y="165172"/>
                  <a:pt x="283071" y="176138"/>
                </a:cubicBezTo>
                <a:lnTo>
                  <a:pt x="283071" y="464531"/>
                </a:lnTo>
                <a:cubicBezTo>
                  <a:pt x="283071" y="474986"/>
                  <a:pt x="276599" y="480119"/>
                  <a:pt x="268604" y="47546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1" name="Google Shape;2545;p47">
            <a:extLst>
              <a:ext uri="{FF2B5EF4-FFF2-40B4-BE49-F238E27FC236}">
                <a16:creationId xmlns:a16="http://schemas.microsoft.com/office/drawing/2014/main" id="{1F2BD3B2-3600-276C-1215-945CB9E0F66E}"/>
              </a:ext>
            </a:extLst>
          </p:cNvPr>
          <p:cNvSpPr>
            <a:spLocks noGrp="1"/>
          </p:cNvSpPr>
          <p:nvPr/>
        </p:nvSpPr>
        <p:spPr>
          <a:xfrm>
            <a:off x="10131600" y="1069374"/>
            <a:ext cx="215389" cy="371004"/>
          </a:xfrm>
          <a:custGeom>
            <a:avLst/>
            <a:gdLst/>
            <a:ahLst/>
            <a:cxnLst/>
            <a:rect l="l" t="t" r="r" b="b"/>
            <a:pathLst>
              <a:path w="283832" h="477419">
                <a:moveTo>
                  <a:pt x="269365" y="475462"/>
                </a:moveTo>
                <a:lnTo>
                  <a:pt x="14468" y="328509"/>
                </a:lnTo>
                <a:cubicBezTo>
                  <a:pt x="5540" y="322087"/>
                  <a:pt x="181" y="311833"/>
                  <a:pt x="0" y="300848"/>
                </a:cubicBezTo>
                <a:lnTo>
                  <a:pt x="0" y="12646"/>
                </a:lnTo>
                <a:cubicBezTo>
                  <a:pt x="0" y="2000"/>
                  <a:pt x="6472" y="-2848"/>
                  <a:pt x="14468" y="1715"/>
                </a:cubicBezTo>
                <a:lnTo>
                  <a:pt x="269080" y="148572"/>
                </a:lnTo>
                <a:cubicBezTo>
                  <a:pt x="278217" y="154931"/>
                  <a:pt x="283709" y="165305"/>
                  <a:pt x="283833" y="176423"/>
                </a:cubicBezTo>
                <a:lnTo>
                  <a:pt x="283833" y="464531"/>
                </a:lnTo>
                <a:cubicBezTo>
                  <a:pt x="283833" y="475177"/>
                  <a:pt x="277360" y="480595"/>
                  <a:pt x="269365" y="47546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2" name="Google Shape;2546;p47">
            <a:extLst>
              <a:ext uri="{FF2B5EF4-FFF2-40B4-BE49-F238E27FC236}">
                <a16:creationId xmlns:a16="http://schemas.microsoft.com/office/drawing/2014/main" id="{BAEE91BC-D9C2-2BCF-5E13-1D3B2CF75ADA}"/>
              </a:ext>
            </a:extLst>
          </p:cNvPr>
          <p:cNvSpPr>
            <a:spLocks noGrp="1"/>
          </p:cNvSpPr>
          <p:nvPr/>
        </p:nvSpPr>
        <p:spPr>
          <a:xfrm>
            <a:off x="10393073" y="1223650"/>
            <a:ext cx="215534" cy="370846"/>
          </a:xfrm>
          <a:custGeom>
            <a:avLst/>
            <a:gdLst/>
            <a:ahLst/>
            <a:cxnLst/>
            <a:rect l="l" t="t" r="r" b="b"/>
            <a:pathLst>
              <a:path w="284023" h="477216">
                <a:moveTo>
                  <a:pt x="269556" y="475502"/>
                </a:moveTo>
                <a:lnTo>
                  <a:pt x="14468" y="328644"/>
                </a:lnTo>
                <a:cubicBezTo>
                  <a:pt x="5521" y="322285"/>
                  <a:pt x="152" y="312048"/>
                  <a:pt x="0" y="301079"/>
                </a:cubicBezTo>
                <a:lnTo>
                  <a:pt x="0" y="12686"/>
                </a:lnTo>
                <a:cubicBezTo>
                  <a:pt x="0" y="2040"/>
                  <a:pt x="6472" y="-2903"/>
                  <a:pt x="14468" y="1755"/>
                </a:cubicBezTo>
                <a:lnTo>
                  <a:pt x="269556" y="148993"/>
                </a:lnTo>
                <a:cubicBezTo>
                  <a:pt x="278503" y="155354"/>
                  <a:pt x="283871" y="165592"/>
                  <a:pt x="284023" y="176559"/>
                </a:cubicBezTo>
                <a:lnTo>
                  <a:pt x="284023" y="464571"/>
                </a:lnTo>
                <a:cubicBezTo>
                  <a:pt x="283547" y="475217"/>
                  <a:pt x="277075" y="480065"/>
                  <a:pt x="269556" y="47550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3" name="Google Shape;2547;p47">
            <a:extLst>
              <a:ext uri="{FF2B5EF4-FFF2-40B4-BE49-F238E27FC236}">
                <a16:creationId xmlns:a16="http://schemas.microsoft.com/office/drawing/2014/main" id="{4BAA561C-E349-31AE-27B2-5CCD16CACC07}"/>
              </a:ext>
            </a:extLst>
          </p:cNvPr>
          <p:cNvSpPr>
            <a:spLocks noGrp="1"/>
          </p:cNvSpPr>
          <p:nvPr/>
        </p:nvSpPr>
        <p:spPr>
          <a:xfrm>
            <a:off x="9864349" y="1227523"/>
            <a:ext cx="214812" cy="370846"/>
          </a:xfrm>
          <a:custGeom>
            <a:avLst/>
            <a:gdLst/>
            <a:ahLst/>
            <a:cxnLst/>
            <a:rect l="l" t="t" r="r" b="b"/>
            <a:pathLst>
              <a:path w="283071" h="477216">
                <a:moveTo>
                  <a:pt x="268604" y="475462"/>
                </a:moveTo>
                <a:lnTo>
                  <a:pt x="14468" y="328699"/>
                </a:lnTo>
                <a:cubicBezTo>
                  <a:pt x="5540" y="322273"/>
                  <a:pt x="181" y="312027"/>
                  <a:pt x="0" y="301038"/>
                </a:cubicBezTo>
                <a:lnTo>
                  <a:pt x="0" y="12646"/>
                </a:lnTo>
                <a:cubicBezTo>
                  <a:pt x="0" y="2000"/>
                  <a:pt x="6472" y="-2848"/>
                  <a:pt x="14468" y="1715"/>
                </a:cubicBezTo>
                <a:lnTo>
                  <a:pt x="268604" y="148477"/>
                </a:lnTo>
                <a:cubicBezTo>
                  <a:pt x="277532" y="154899"/>
                  <a:pt x="282891" y="165154"/>
                  <a:pt x="283071" y="176138"/>
                </a:cubicBezTo>
                <a:lnTo>
                  <a:pt x="283071" y="464531"/>
                </a:lnTo>
                <a:cubicBezTo>
                  <a:pt x="283071" y="475177"/>
                  <a:pt x="276599" y="480119"/>
                  <a:pt x="268604" y="47546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4" name="Google Shape;2548;p47">
            <a:extLst>
              <a:ext uri="{FF2B5EF4-FFF2-40B4-BE49-F238E27FC236}">
                <a16:creationId xmlns:a16="http://schemas.microsoft.com/office/drawing/2014/main" id="{F6BF4BCD-5B33-6C72-E725-74BC9F1EE4AC}"/>
              </a:ext>
            </a:extLst>
          </p:cNvPr>
          <p:cNvSpPr>
            <a:spLocks noGrp="1"/>
          </p:cNvSpPr>
          <p:nvPr/>
        </p:nvSpPr>
        <p:spPr>
          <a:xfrm>
            <a:off x="10131600" y="1385671"/>
            <a:ext cx="215180" cy="370846"/>
          </a:xfrm>
          <a:custGeom>
            <a:avLst/>
            <a:gdLst/>
            <a:ahLst/>
            <a:cxnLst/>
            <a:rect l="l" t="t" r="r" b="b"/>
            <a:pathLst>
              <a:path w="283556" h="477216">
                <a:moveTo>
                  <a:pt x="269365" y="475462"/>
                </a:moveTo>
                <a:lnTo>
                  <a:pt x="14468" y="328699"/>
                </a:lnTo>
                <a:cubicBezTo>
                  <a:pt x="5540" y="322273"/>
                  <a:pt x="181" y="312027"/>
                  <a:pt x="0" y="301038"/>
                </a:cubicBezTo>
                <a:lnTo>
                  <a:pt x="0" y="12646"/>
                </a:lnTo>
                <a:cubicBezTo>
                  <a:pt x="0" y="2000"/>
                  <a:pt x="6472" y="-2848"/>
                  <a:pt x="14468" y="1715"/>
                </a:cubicBezTo>
                <a:lnTo>
                  <a:pt x="269080" y="148477"/>
                </a:lnTo>
                <a:cubicBezTo>
                  <a:pt x="278008" y="154903"/>
                  <a:pt x="283366" y="165150"/>
                  <a:pt x="283547" y="176138"/>
                </a:cubicBezTo>
                <a:lnTo>
                  <a:pt x="283547" y="464531"/>
                </a:lnTo>
                <a:cubicBezTo>
                  <a:pt x="283833" y="475177"/>
                  <a:pt x="277360" y="480119"/>
                  <a:pt x="269365" y="47546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5" name="Google Shape;2549;p47">
            <a:extLst>
              <a:ext uri="{FF2B5EF4-FFF2-40B4-BE49-F238E27FC236}">
                <a16:creationId xmlns:a16="http://schemas.microsoft.com/office/drawing/2014/main" id="{59275077-72A7-74EB-0A57-D8344E277372}"/>
              </a:ext>
            </a:extLst>
          </p:cNvPr>
          <p:cNvSpPr>
            <a:spLocks noGrp="1"/>
          </p:cNvSpPr>
          <p:nvPr/>
        </p:nvSpPr>
        <p:spPr>
          <a:xfrm>
            <a:off x="10158181" y="1370793"/>
            <a:ext cx="215190" cy="370846"/>
          </a:xfrm>
          <a:custGeom>
            <a:avLst/>
            <a:gdLst/>
            <a:ahLst/>
            <a:cxnLst/>
            <a:rect l="l" t="t" r="r" b="b"/>
            <a:pathLst>
              <a:path w="283570" h="477216">
                <a:moveTo>
                  <a:pt x="269079" y="475502"/>
                </a:moveTo>
                <a:lnTo>
                  <a:pt x="14468" y="328644"/>
                </a:lnTo>
                <a:cubicBezTo>
                  <a:pt x="5521" y="322285"/>
                  <a:pt x="152" y="312048"/>
                  <a:pt x="0" y="301079"/>
                </a:cubicBezTo>
                <a:lnTo>
                  <a:pt x="0" y="12686"/>
                </a:lnTo>
                <a:cubicBezTo>
                  <a:pt x="0" y="2040"/>
                  <a:pt x="6472" y="-2903"/>
                  <a:pt x="14468" y="1755"/>
                </a:cubicBezTo>
                <a:lnTo>
                  <a:pt x="269079" y="148518"/>
                </a:lnTo>
                <a:cubicBezTo>
                  <a:pt x="278008" y="154943"/>
                  <a:pt x="283366" y="165190"/>
                  <a:pt x="283547" y="176178"/>
                </a:cubicBezTo>
                <a:lnTo>
                  <a:pt x="283547" y="464571"/>
                </a:lnTo>
                <a:cubicBezTo>
                  <a:pt x="284023" y="475217"/>
                  <a:pt x="277075" y="480065"/>
                  <a:pt x="269079" y="475502"/>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6" name="Google Shape;2550;p47">
            <a:extLst>
              <a:ext uri="{FF2B5EF4-FFF2-40B4-BE49-F238E27FC236}">
                <a16:creationId xmlns:a16="http://schemas.microsoft.com/office/drawing/2014/main" id="{7FB2402A-14D2-1923-444E-5094170986A3}"/>
              </a:ext>
            </a:extLst>
          </p:cNvPr>
          <p:cNvSpPr>
            <a:spLocks noGrp="1"/>
          </p:cNvSpPr>
          <p:nvPr/>
        </p:nvSpPr>
        <p:spPr>
          <a:xfrm>
            <a:off x="10393073" y="1539946"/>
            <a:ext cx="215534" cy="370804"/>
          </a:xfrm>
          <a:custGeom>
            <a:avLst/>
            <a:gdLst/>
            <a:ahLst/>
            <a:cxnLst/>
            <a:rect l="l" t="t" r="r" b="b"/>
            <a:pathLst>
              <a:path w="284023" h="477161">
                <a:moveTo>
                  <a:pt x="269556" y="475409"/>
                </a:moveTo>
                <a:lnTo>
                  <a:pt x="14468" y="328646"/>
                </a:lnTo>
                <a:cubicBezTo>
                  <a:pt x="5521" y="322287"/>
                  <a:pt x="152" y="312050"/>
                  <a:pt x="0" y="301080"/>
                </a:cubicBezTo>
                <a:lnTo>
                  <a:pt x="0" y="12593"/>
                </a:lnTo>
                <a:cubicBezTo>
                  <a:pt x="0" y="2042"/>
                  <a:pt x="6472" y="-2901"/>
                  <a:pt x="14468" y="1757"/>
                </a:cubicBezTo>
                <a:lnTo>
                  <a:pt x="269556" y="148519"/>
                </a:lnTo>
                <a:cubicBezTo>
                  <a:pt x="278503" y="154878"/>
                  <a:pt x="283871" y="165116"/>
                  <a:pt x="284023" y="176085"/>
                </a:cubicBezTo>
                <a:lnTo>
                  <a:pt x="284023" y="464382"/>
                </a:lnTo>
                <a:cubicBezTo>
                  <a:pt x="283547" y="475124"/>
                  <a:pt x="277075" y="480066"/>
                  <a:pt x="269556" y="47540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7" name="Google Shape;2551;p47">
            <a:extLst>
              <a:ext uri="{FF2B5EF4-FFF2-40B4-BE49-F238E27FC236}">
                <a16:creationId xmlns:a16="http://schemas.microsoft.com/office/drawing/2014/main" id="{5FA24CA1-5409-970C-CFE7-792DCA1CF433}"/>
              </a:ext>
            </a:extLst>
          </p:cNvPr>
          <p:cNvSpPr>
            <a:spLocks noGrp="1"/>
          </p:cNvSpPr>
          <p:nvPr/>
        </p:nvSpPr>
        <p:spPr>
          <a:xfrm>
            <a:off x="9864349" y="1550509"/>
            <a:ext cx="214812" cy="370807"/>
          </a:xfrm>
          <a:custGeom>
            <a:avLst/>
            <a:gdLst/>
            <a:ahLst/>
            <a:cxnLst/>
            <a:rect l="l" t="t" r="r" b="b"/>
            <a:pathLst>
              <a:path w="283071" h="477165">
                <a:moveTo>
                  <a:pt x="268604" y="475409"/>
                </a:moveTo>
                <a:lnTo>
                  <a:pt x="14468" y="328646"/>
                </a:lnTo>
                <a:cubicBezTo>
                  <a:pt x="5521" y="322287"/>
                  <a:pt x="152" y="312050"/>
                  <a:pt x="0" y="301080"/>
                </a:cubicBezTo>
                <a:lnTo>
                  <a:pt x="0" y="12593"/>
                </a:lnTo>
                <a:cubicBezTo>
                  <a:pt x="0" y="2042"/>
                  <a:pt x="6472" y="-2901"/>
                  <a:pt x="14468" y="1757"/>
                </a:cubicBezTo>
                <a:lnTo>
                  <a:pt x="268604" y="148519"/>
                </a:lnTo>
                <a:cubicBezTo>
                  <a:pt x="277551" y="154878"/>
                  <a:pt x="282919" y="165116"/>
                  <a:pt x="283071" y="176085"/>
                </a:cubicBezTo>
                <a:lnTo>
                  <a:pt x="283071" y="464573"/>
                </a:lnTo>
                <a:cubicBezTo>
                  <a:pt x="283071" y="475123"/>
                  <a:pt x="276599" y="480066"/>
                  <a:pt x="268604" y="47540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8" name="Google Shape;2552;p47">
            <a:extLst>
              <a:ext uri="{FF2B5EF4-FFF2-40B4-BE49-F238E27FC236}">
                <a16:creationId xmlns:a16="http://schemas.microsoft.com/office/drawing/2014/main" id="{3042C321-3E4D-7657-849A-B351EC64C477}"/>
              </a:ext>
            </a:extLst>
          </p:cNvPr>
          <p:cNvSpPr>
            <a:spLocks noGrp="1"/>
          </p:cNvSpPr>
          <p:nvPr/>
        </p:nvSpPr>
        <p:spPr>
          <a:xfrm>
            <a:off x="9864349" y="1903666"/>
            <a:ext cx="744258" cy="510855"/>
          </a:xfrm>
          <a:custGeom>
            <a:avLst/>
            <a:gdLst/>
            <a:ahLst/>
            <a:cxnLst/>
            <a:rect l="l" t="t" r="r" b="b"/>
            <a:pathLst>
              <a:path w="980755" h="657383">
                <a:moveTo>
                  <a:pt x="966288" y="655629"/>
                </a:moveTo>
                <a:lnTo>
                  <a:pt x="14468" y="106884"/>
                </a:lnTo>
                <a:cubicBezTo>
                  <a:pt x="5540" y="100458"/>
                  <a:pt x="181" y="90212"/>
                  <a:pt x="0" y="79224"/>
                </a:cubicBezTo>
                <a:lnTo>
                  <a:pt x="0" y="12686"/>
                </a:lnTo>
                <a:cubicBezTo>
                  <a:pt x="0" y="2040"/>
                  <a:pt x="6472" y="-2903"/>
                  <a:pt x="14468" y="1755"/>
                </a:cubicBezTo>
                <a:lnTo>
                  <a:pt x="966288" y="550594"/>
                </a:lnTo>
                <a:cubicBezTo>
                  <a:pt x="975235" y="556954"/>
                  <a:pt x="980603" y="567191"/>
                  <a:pt x="980755" y="578160"/>
                </a:cubicBezTo>
                <a:lnTo>
                  <a:pt x="980755" y="644698"/>
                </a:lnTo>
                <a:cubicBezTo>
                  <a:pt x="980280" y="655344"/>
                  <a:pt x="973807" y="660286"/>
                  <a:pt x="966288" y="65562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29" name="Google Shape;2553;p47">
            <a:extLst>
              <a:ext uri="{FF2B5EF4-FFF2-40B4-BE49-F238E27FC236}">
                <a16:creationId xmlns:a16="http://schemas.microsoft.com/office/drawing/2014/main" id="{2A1562B8-37C3-7E66-F3A9-F43B1C97A3CF}"/>
              </a:ext>
            </a:extLst>
          </p:cNvPr>
          <p:cNvSpPr>
            <a:spLocks noGrp="1"/>
          </p:cNvSpPr>
          <p:nvPr/>
        </p:nvSpPr>
        <p:spPr>
          <a:xfrm>
            <a:off x="9867238" y="2053468"/>
            <a:ext cx="555521" cy="373298"/>
          </a:xfrm>
          <a:custGeom>
            <a:avLst/>
            <a:gdLst/>
            <a:ahLst/>
            <a:cxnLst/>
            <a:rect l="l" t="t" r="r" b="b"/>
            <a:pathLst>
              <a:path w="732044" h="480371">
                <a:moveTo>
                  <a:pt x="717577" y="478449"/>
                </a:moveTo>
                <a:lnTo>
                  <a:pt x="14468" y="73425"/>
                </a:lnTo>
                <a:cubicBezTo>
                  <a:pt x="5521" y="67066"/>
                  <a:pt x="152" y="56829"/>
                  <a:pt x="0" y="45860"/>
                </a:cubicBezTo>
                <a:lnTo>
                  <a:pt x="0" y="12686"/>
                </a:lnTo>
                <a:cubicBezTo>
                  <a:pt x="0" y="2040"/>
                  <a:pt x="6472" y="-2903"/>
                  <a:pt x="14468" y="1755"/>
                </a:cubicBezTo>
                <a:lnTo>
                  <a:pt x="717577" y="407064"/>
                </a:lnTo>
                <a:cubicBezTo>
                  <a:pt x="726505" y="413489"/>
                  <a:pt x="731864" y="423736"/>
                  <a:pt x="732045" y="434724"/>
                </a:cubicBezTo>
                <a:lnTo>
                  <a:pt x="732045" y="467708"/>
                </a:lnTo>
                <a:cubicBezTo>
                  <a:pt x="732045" y="478449"/>
                  <a:pt x="725572" y="483392"/>
                  <a:pt x="717577" y="47844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0" name="Google Shape;2554;p47">
            <a:extLst>
              <a:ext uri="{FF2B5EF4-FFF2-40B4-BE49-F238E27FC236}">
                <a16:creationId xmlns:a16="http://schemas.microsoft.com/office/drawing/2014/main" id="{431EF789-7781-83D1-9F7F-76B940FC4B54}"/>
              </a:ext>
            </a:extLst>
          </p:cNvPr>
          <p:cNvSpPr>
            <a:spLocks noGrp="1"/>
          </p:cNvSpPr>
          <p:nvPr/>
        </p:nvSpPr>
        <p:spPr>
          <a:xfrm>
            <a:off x="9867238" y="2150855"/>
            <a:ext cx="555521" cy="373252"/>
          </a:xfrm>
          <a:custGeom>
            <a:avLst/>
            <a:gdLst/>
            <a:ahLst/>
            <a:cxnLst/>
            <a:rect l="l" t="t" r="r" b="b"/>
            <a:pathLst>
              <a:path w="732044" h="480312">
                <a:moveTo>
                  <a:pt x="717577" y="478598"/>
                </a:moveTo>
                <a:lnTo>
                  <a:pt x="14468" y="73195"/>
                </a:lnTo>
                <a:cubicBezTo>
                  <a:pt x="5521" y="66836"/>
                  <a:pt x="152" y="56599"/>
                  <a:pt x="0" y="45629"/>
                </a:cubicBezTo>
                <a:lnTo>
                  <a:pt x="0" y="12646"/>
                </a:lnTo>
                <a:cubicBezTo>
                  <a:pt x="0" y="2000"/>
                  <a:pt x="6472" y="-2848"/>
                  <a:pt x="14468" y="1715"/>
                </a:cubicBezTo>
                <a:lnTo>
                  <a:pt x="717577" y="407023"/>
                </a:lnTo>
                <a:cubicBezTo>
                  <a:pt x="726505" y="413449"/>
                  <a:pt x="731864" y="423696"/>
                  <a:pt x="732045" y="434684"/>
                </a:cubicBezTo>
                <a:lnTo>
                  <a:pt x="732045" y="467667"/>
                </a:lnTo>
                <a:cubicBezTo>
                  <a:pt x="732045" y="478313"/>
                  <a:pt x="725572" y="483161"/>
                  <a:pt x="717577" y="478598"/>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1" name="Google Shape;2555;p47">
            <a:extLst>
              <a:ext uri="{FF2B5EF4-FFF2-40B4-BE49-F238E27FC236}">
                <a16:creationId xmlns:a16="http://schemas.microsoft.com/office/drawing/2014/main" id="{FFB19667-277A-8285-AB59-DEF36FA8E9B3}"/>
              </a:ext>
            </a:extLst>
          </p:cNvPr>
          <p:cNvSpPr>
            <a:spLocks noGrp="1"/>
          </p:cNvSpPr>
          <p:nvPr/>
        </p:nvSpPr>
        <p:spPr>
          <a:xfrm>
            <a:off x="9867238" y="2248064"/>
            <a:ext cx="454833" cy="313864"/>
          </a:xfrm>
          <a:custGeom>
            <a:avLst/>
            <a:gdLst/>
            <a:ahLst/>
            <a:cxnLst/>
            <a:rect l="l" t="t" r="r" b="b"/>
            <a:pathLst>
              <a:path w="599361" h="403889">
                <a:moveTo>
                  <a:pt x="584893" y="402175"/>
                </a:moveTo>
                <a:lnTo>
                  <a:pt x="14468" y="73195"/>
                </a:lnTo>
                <a:cubicBezTo>
                  <a:pt x="5521" y="66836"/>
                  <a:pt x="152" y="56599"/>
                  <a:pt x="0" y="45629"/>
                </a:cubicBezTo>
                <a:lnTo>
                  <a:pt x="0" y="12646"/>
                </a:lnTo>
                <a:cubicBezTo>
                  <a:pt x="0" y="2000"/>
                  <a:pt x="6472" y="-2848"/>
                  <a:pt x="14468" y="1715"/>
                </a:cubicBezTo>
                <a:lnTo>
                  <a:pt x="584893" y="330600"/>
                </a:lnTo>
                <a:cubicBezTo>
                  <a:pt x="593822" y="337026"/>
                  <a:pt x="599180" y="347272"/>
                  <a:pt x="599361" y="358261"/>
                </a:cubicBezTo>
                <a:lnTo>
                  <a:pt x="599361" y="391244"/>
                </a:lnTo>
                <a:cubicBezTo>
                  <a:pt x="599361" y="401890"/>
                  <a:pt x="592889" y="406738"/>
                  <a:pt x="584893" y="402175"/>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2" name="Google Shape;2556;p47">
            <a:extLst>
              <a:ext uri="{FF2B5EF4-FFF2-40B4-BE49-F238E27FC236}">
                <a16:creationId xmlns:a16="http://schemas.microsoft.com/office/drawing/2014/main" id="{7E5641B1-FC80-048A-86CE-1442BBDEA361}"/>
              </a:ext>
            </a:extLst>
          </p:cNvPr>
          <p:cNvSpPr>
            <a:spLocks noGrp="1"/>
          </p:cNvSpPr>
          <p:nvPr/>
        </p:nvSpPr>
        <p:spPr>
          <a:xfrm>
            <a:off x="10732844" y="2421207"/>
            <a:ext cx="1064744" cy="699909"/>
          </a:xfrm>
          <a:custGeom>
            <a:avLst/>
            <a:gdLst/>
            <a:ahLst/>
            <a:cxnLst/>
            <a:rect l="l" t="t" r="r" b="b"/>
            <a:pathLst>
              <a:path w="1403078" h="900663">
                <a:moveTo>
                  <a:pt x="1388610" y="898735"/>
                </a:moveTo>
                <a:lnTo>
                  <a:pt x="14468" y="106749"/>
                </a:lnTo>
                <a:cubicBezTo>
                  <a:pt x="5520" y="100390"/>
                  <a:pt x="152" y="90152"/>
                  <a:pt x="0" y="79183"/>
                </a:cubicBezTo>
                <a:lnTo>
                  <a:pt x="0" y="12646"/>
                </a:lnTo>
                <a:cubicBezTo>
                  <a:pt x="0" y="2000"/>
                  <a:pt x="6472" y="-2848"/>
                  <a:pt x="14468" y="1715"/>
                </a:cubicBezTo>
                <a:lnTo>
                  <a:pt x="1388610" y="794177"/>
                </a:lnTo>
                <a:cubicBezTo>
                  <a:pt x="1397557" y="800536"/>
                  <a:pt x="1402926" y="810773"/>
                  <a:pt x="1403078" y="821742"/>
                </a:cubicBezTo>
                <a:lnTo>
                  <a:pt x="1403078" y="888280"/>
                </a:lnTo>
                <a:cubicBezTo>
                  <a:pt x="1403078" y="898735"/>
                  <a:pt x="1396606" y="903678"/>
                  <a:pt x="1388610" y="898735"/>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3" name="Google Shape;2557;p47">
            <a:extLst>
              <a:ext uri="{FF2B5EF4-FFF2-40B4-BE49-F238E27FC236}">
                <a16:creationId xmlns:a16="http://schemas.microsoft.com/office/drawing/2014/main" id="{D9701D22-2824-DC99-0E7D-C256D1C2CF8F}"/>
              </a:ext>
            </a:extLst>
          </p:cNvPr>
          <p:cNvSpPr>
            <a:spLocks noGrp="1"/>
          </p:cNvSpPr>
          <p:nvPr/>
        </p:nvSpPr>
        <p:spPr>
          <a:xfrm>
            <a:off x="10736167" y="2571083"/>
            <a:ext cx="958637" cy="611325"/>
          </a:xfrm>
          <a:custGeom>
            <a:avLst/>
            <a:gdLst/>
            <a:ahLst/>
            <a:cxnLst/>
            <a:rect l="l" t="t" r="r" b="b"/>
            <a:pathLst>
              <a:path w="1263255" h="786670">
                <a:moveTo>
                  <a:pt x="1248788" y="784956"/>
                </a:moveTo>
                <a:lnTo>
                  <a:pt x="14468" y="73195"/>
                </a:lnTo>
                <a:cubicBezTo>
                  <a:pt x="5521" y="66836"/>
                  <a:pt x="152" y="56599"/>
                  <a:pt x="0" y="45629"/>
                </a:cubicBezTo>
                <a:lnTo>
                  <a:pt x="0" y="12646"/>
                </a:lnTo>
                <a:cubicBezTo>
                  <a:pt x="0" y="2000"/>
                  <a:pt x="6472" y="-2848"/>
                  <a:pt x="14468" y="1715"/>
                </a:cubicBezTo>
                <a:lnTo>
                  <a:pt x="1248788" y="713381"/>
                </a:lnTo>
                <a:cubicBezTo>
                  <a:pt x="1257716" y="719807"/>
                  <a:pt x="1263075" y="730053"/>
                  <a:pt x="1263256" y="741042"/>
                </a:cubicBezTo>
                <a:lnTo>
                  <a:pt x="1263256" y="774025"/>
                </a:lnTo>
                <a:cubicBezTo>
                  <a:pt x="1263256" y="784671"/>
                  <a:pt x="1256783" y="789519"/>
                  <a:pt x="1248788" y="784956"/>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4" name="Google Shape;2558;p47">
            <a:extLst>
              <a:ext uri="{FF2B5EF4-FFF2-40B4-BE49-F238E27FC236}">
                <a16:creationId xmlns:a16="http://schemas.microsoft.com/office/drawing/2014/main" id="{47DB980F-D31C-B9ED-36A7-43B5F8190859}"/>
              </a:ext>
            </a:extLst>
          </p:cNvPr>
          <p:cNvSpPr>
            <a:spLocks noGrp="1"/>
          </p:cNvSpPr>
          <p:nvPr/>
        </p:nvSpPr>
        <p:spPr>
          <a:xfrm>
            <a:off x="10736167" y="2668292"/>
            <a:ext cx="958637" cy="611456"/>
          </a:xfrm>
          <a:custGeom>
            <a:avLst/>
            <a:gdLst/>
            <a:ahLst/>
            <a:cxnLst/>
            <a:rect l="l" t="t" r="r" b="b"/>
            <a:pathLst>
              <a:path w="1263255" h="786839">
                <a:moveTo>
                  <a:pt x="1248788" y="784956"/>
                </a:moveTo>
                <a:lnTo>
                  <a:pt x="14468" y="73290"/>
                </a:lnTo>
                <a:cubicBezTo>
                  <a:pt x="5540" y="66864"/>
                  <a:pt x="181" y="56617"/>
                  <a:pt x="0" y="45629"/>
                </a:cubicBezTo>
                <a:lnTo>
                  <a:pt x="0" y="12646"/>
                </a:lnTo>
                <a:cubicBezTo>
                  <a:pt x="0" y="2000"/>
                  <a:pt x="6472" y="-2848"/>
                  <a:pt x="14468" y="1714"/>
                </a:cubicBezTo>
                <a:lnTo>
                  <a:pt x="1248788" y="713856"/>
                </a:lnTo>
                <a:cubicBezTo>
                  <a:pt x="1257735" y="720215"/>
                  <a:pt x="1263104" y="730453"/>
                  <a:pt x="1263256" y="741422"/>
                </a:cubicBezTo>
                <a:lnTo>
                  <a:pt x="1263256" y="774405"/>
                </a:lnTo>
                <a:cubicBezTo>
                  <a:pt x="1263256" y="784671"/>
                  <a:pt x="1256783" y="789899"/>
                  <a:pt x="1248788" y="784956"/>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5" name="Google Shape;2559;p47">
            <a:extLst>
              <a:ext uri="{FF2B5EF4-FFF2-40B4-BE49-F238E27FC236}">
                <a16:creationId xmlns:a16="http://schemas.microsoft.com/office/drawing/2014/main" id="{37305D09-51D0-DEBA-2352-36C1A4FDA9FB}"/>
              </a:ext>
            </a:extLst>
          </p:cNvPr>
          <p:cNvSpPr>
            <a:spLocks noGrp="1"/>
          </p:cNvSpPr>
          <p:nvPr/>
        </p:nvSpPr>
        <p:spPr>
          <a:xfrm>
            <a:off x="10736167" y="2765426"/>
            <a:ext cx="784996" cy="508870"/>
          </a:xfrm>
          <a:custGeom>
            <a:avLst/>
            <a:gdLst/>
            <a:ahLst/>
            <a:cxnLst/>
            <a:rect l="l" t="t" r="r" b="b"/>
            <a:pathLst>
              <a:path w="1034438" h="654829">
                <a:moveTo>
                  <a:pt x="1019971" y="653117"/>
                </a:moveTo>
                <a:lnTo>
                  <a:pt x="14468" y="73290"/>
                </a:lnTo>
                <a:cubicBezTo>
                  <a:pt x="5540" y="66864"/>
                  <a:pt x="181" y="56618"/>
                  <a:pt x="0" y="45629"/>
                </a:cubicBezTo>
                <a:lnTo>
                  <a:pt x="0" y="12646"/>
                </a:lnTo>
                <a:cubicBezTo>
                  <a:pt x="0" y="2000"/>
                  <a:pt x="6472" y="-2848"/>
                  <a:pt x="14468" y="1715"/>
                </a:cubicBezTo>
                <a:lnTo>
                  <a:pt x="1019971" y="581542"/>
                </a:lnTo>
                <a:cubicBezTo>
                  <a:pt x="1028880" y="587929"/>
                  <a:pt x="1034248" y="598157"/>
                  <a:pt x="1034438" y="609107"/>
                </a:cubicBezTo>
                <a:lnTo>
                  <a:pt x="1034438" y="642091"/>
                </a:lnTo>
                <a:cubicBezTo>
                  <a:pt x="1034438" y="652832"/>
                  <a:pt x="1027871" y="657679"/>
                  <a:pt x="1019971" y="653117"/>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6" name="Google Shape;2560;p47">
            <a:extLst>
              <a:ext uri="{FF2B5EF4-FFF2-40B4-BE49-F238E27FC236}">
                <a16:creationId xmlns:a16="http://schemas.microsoft.com/office/drawing/2014/main" id="{69A70C4C-6585-61AC-C03F-50EC862CDF69}"/>
              </a:ext>
            </a:extLst>
          </p:cNvPr>
          <p:cNvSpPr>
            <a:spLocks noGrp="1"/>
          </p:cNvSpPr>
          <p:nvPr/>
        </p:nvSpPr>
        <p:spPr>
          <a:xfrm>
            <a:off x="10131600" y="1708657"/>
            <a:ext cx="215180" cy="370839"/>
          </a:xfrm>
          <a:custGeom>
            <a:avLst/>
            <a:gdLst/>
            <a:ahLst/>
            <a:cxnLst/>
            <a:rect l="l" t="t" r="r" b="b"/>
            <a:pathLst>
              <a:path w="283556" h="477207">
                <a:moveTo>
                  <a:pt x="269365" y="475409"/>
                </a:moveTo>
                <a:lnTo>
                  <a:pt x="14468" y="328646"/>
                </a:lnTo>
                <a:cubicBezTo>
                  <a:pt x="5521" y="322287"/>
                  <a:pt x="152" y="312050"/>
                  <a:pt x="0" y="301080"/>
                </a:cubicBezTo>
                <a:lnTo>
                  <a:pt x="0" y="12593"/>
                </a:lnTo>
                <a:cubicBezTo>
                  <a:pt x="0" y="2042"/>
                  <a:pt x="6472" y="-2901"/>
                  <a:pt x="14468" y="1757"/>
                </a:cubicBezTo>
                <a:lnTo>
                  <a:pt x="269080" y="148519"/>
                </a:lnTo>
                <a:cubicBezTo>
                  <a:pt x="278027" y="154878"/>
                  <a:pt x="283395" y="165116"/>
                  <a:pt x="283547" y="176085"/>
                </a:cubicBezTo>
                <a:lnTo>
                  <a:pt x="283547" y="464573"/>
                </a:lnTo>
                <a:cubicBezTo>
                  <a:pt x="283833" y="475409"/>
                  <a:pt x="277360" y="480066"/>
                  <a:pt x="269365" y="475409"/>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7" name="Google Shape;2561;p47">
            <a:extLst>
              <a:ext uri="{FF2B5EF4-FFF2-40B4-BE49-F238E27FC236}">
                <a16:creationId xmlns:a16="http://schemas.microsoft.com/office/drawing/2014/main" id="{80577A93-7048-DCD3-B46B-2961AF1AAE98}"/>
              </a:ext>
            </a:extLst>
          </p:cNvPr>
          <p:cNvSpPr>
            <a:spLocks noGrp="1"/>
          </p:cNvSpPr>
          <p:nvPr/>
        </p:nvSpPr>
        <p:spPr>
          <a:xfrm>
            <a:off x="10393073" y="1862892"/>
            <a:ext cx="215534" cy="370846"/>
          </a:xfrm>
          <a:custGeom>
            <a:avLst/>
            <a:gdLst/>
            <a:ahLst/>
            <a:cxnLst/>
            <a:rect l="l" t="t" r="r" b="b"/>
            <a:pathLst>
              <a:path w="284023" h="477216">
                <a:moveTo>
                  <a:pt x="269556" y="475502"/>
                </a:moveTo>
                <a:lnTo>
                  <a:pt x="14468" y="328644"/>
                </a:lnTo>
                <a:cubicBezTo>
                  <a:pt x="5521" y="322285"/>
                  <a:pt x="152" y="312048"/>
                  <a:pt x="0" y="301079"/>
                </a:cubicBezTo>
                <a:lnTo>
                  <a:pt x="0" y="12686"/>
                </a:lnTo>
                <a:cubicBezTo>
                  <a:pt x="0" y="2040"/>
                  <a:pt x="6472" y="-2903"/>
                  <a:pt x="14468" y="1755"/>
                </a:cubicBezTo>
                <a:lnTo>
                  <a:pt x="269556" y="148518"/>
                </a:lnTo>
                <a:cubicBezTo>
                  <a:pt x="278484" y="154943"/>
                  <a:pt x="283842" y="165190"/>
                  <a:pt x="284023" y="176178"/>
                </a:cubicBezTo>
                <a:lnTo>
                  <a:pt x="284023" y="464571"/>
                </a:lnTo>
                <a:cubicBezTo>
                  <a:pt x="283547" y="475217"/>
                  <a:pt x="277075" y="480065"/>
                  <a:pt x="269556" y="475502"/>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8" name="Google Shape;2562;p47">
            <a:extLst>
              <a:ext uri="{FF2B5EF4-FFF2-40B4-BE49-F238E27FC236}">
                <a16:creationId xmlns:a16="http://schemas.microsoft.com/office/drawing/2014/main" id="{140798BD-9330-F63B-27C8-897B7264D5E7}"/>
              </a:ext>
            </a:extLst>
          </p:cNvPr>
          <p:cNvSpPr>
            <a:spLocks noGrp="1"/>
          </p:cNvSpPr>
          <p:nvPr/>
        </p:nvSpPr>
        <p:spPr>
          <a:xfrm>
            <a:off x="10732844" y="1936463"/>
            <a:ext cx="1064744" cy="999651"/>
          </a:xfrm>
          <a:custGeom>
            <a:avLst/>
            <a:gdLst/>
            <a:ahLst/>
            <a:cxnLst/>
            <a:rect l="l" t="t" r="r" b="b"/>
            <a:pathLst>
              <a:path w="1403078" h="1286379">
                <a:moveTo>
                  <a:pt x="1388610" y="1284884"/>
                </a:moveTo>
                <a:lnTo>
                  <a:pt x="14468" y="492137"/>
                </a:lnTo>
                <a:cubicBezTo>
                  <a:pt x="5520" y="485777"/>
                  <a:pt x="152" y="475540"/>
                  <a:pt x="0" y="464571"/>
                </a:cubicBezTo>
                <a:lnTo>
                  <a:pt x="0" y="12686"/>
                </a:lnTo>
                <a:cubicBezTo>
                  <a:pt x="0" y="2040"/>
                  <a:pt x="6472" y="-2903"/>
                  <a:pt x="14468" y="1755"/>
                </a:cubicBezTo>
                <a:lnTo>
                  <a:pt x="1388610" y="794027"/>
                </a:lnTo>
                <a:cubicBezTo>
                  <a:pt x="1397539" y="800452"/>
                  <a:pt x="1402897" y="810699"/>
                  <a:pt x="1403078" y="821687"/>
                </a:cubicBezTo>
                <a:lnTo>
                  <a:pt x="1403078" y="1273572"/>
                </a:lnTo>
                <a:cubicBezTo>
                  <a:pt x="1403078" y="1284218"/>
                  <a:pt x="1396606" y="1289066"/>
                  <a:pt x="1388610" y="1284884"/>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39" name="Google Shape;2563;p47">
            <a:extLst>
              <a:ext uri="{FF2B5EF4-FFF2-40B4-BE49-F238E27FC236}">
                <a16:creationId xmlns:a16="http://schemas.microsoft.com/office/drawing/2014/main" id="{DD643259-9A9B-481A-C1CB-958674BF5AFA}"/>
              </a:ext>
            </a:extLst>
          </p:cNvPr>
          <p:cNvSpPr>
            <a:spLocks noGrp="1"/>
          </p:cNvSpPr>
          <p:nvPr/>
        </p:nvSpPr>
        <p:spPr>
          <a:xfrm>
            <a:off x="10725910" y="1490683"/>
            <a:ext cx="321207" cy="423997"/>
          </a:xfrm>
          <a:custGeom>
            <a:avLst/>
            <a:gdLst/>
            <a:ahLst/>
            <a:cxnLst/>
            <a:rect l="l" t="t" r="r" b="b"/>
            <a:pathLst>
              <a:path w="423274" h="545612">
                <a:moveTo>
                  <a:pt x="211685" y="516844"/>
                </a:moveTo>
                <a:cubicBezTo>
                  <a:pt x="94991" y="449546"/>
                  <a:pt x="0" y="285389"/>
                  <a:pt x="0" y="150793"/>
                </a:cubicBezTo>
                <a:cubicBezTo>
                  <a:pt x="0" y="16197"/>
                  <a:pt x="95182" y="-38459"/>
                  <a:pt x="211685" y="28744"/>
                </a:cubicBezTo>
                <a:cubicBezTo>
                  <a:pt x="328187" y="95947"/>
                  <a:pt x="423274" y="260295"/>
                  <a:pt x="423274" y="394795"/>
                </a:cubicBezTo>
                <a:cubicBezTo>
                  <a:pt x="423274" y="529296"/>
                  <a:pt x="328283" y="584142"/>
                  <a:pt x="211685" y="516844"/>
                </a:cubicBezTo>
                <a:close/>
                <a:moveTo>
                  <a:pt x="211685" y="99274"/>
                </a:moveTo>
                <a:cubicBezTo>
                  <a:pt x="128686" y="51747"/>
                  <a:pt x="61202" y="90434"/>
                  <a:pt x="61202" y="186058"/>
                </a:cubicBezTo>
                <a:cubicBezTo>
                  <a:pt x="61202" y="281682"/>
                  <a:pt x="128686" y="398502"/>
                  <a:pt x="211685" y="446314"/>
                </a:cubicBezTo>
                <a:cubicBezTo>
                  <a:pt x="294683" y="494126"/>
                  <a:pt x="362167" y="455249"/>
                  <a:pt x="362167" y="359531"/>
                </a:cubicBezTo>
                <a:cubicBezTo>
                  <a:pt x="362167" y="263811"/>
                  <a:pt x="294493" y="147561"/>
                  <a:pt x="211685" y="99274"/>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0" name="Google Shape;2564;p47">
            <a:extLst>
              <a:ext uri="{FF2B5EF4-FFF2-40B4-BE49-F238E27FC236}">
                <a16:creationId xmlns:a16="http://schemas.microsoft.com/office/drawing/2014/main" id="{DCC166AB-5C6E-68F3-A85E-895541C08AE7}"/>
              </a:ext>
            </a:extLst>
          </p:cNvPr>
          <p:cNvSpPr>
            <a:spLocks noGrp="1"/>
          </p:cNvSpPr>
          <p:nvPr/>
        </p:nvSpPr>
        <p:spPr>
          <a:xfrm>
            <a:off x="10725910" y="1490683"/>
            <a:ext cx="321207" cy="424011"/>
          </a:xfrm>
          <a:custGeom>
            <a:avLst/>
            <a:gdLst/>
            <a:ahLst/>
            <a:cxnLst/>
            <a:rect l="l" t="t" r="r" b="b"/>
            <a:pathLst>
              <a:path w="423274" h="545629">
                <a:moveTo>
                  <a:pt x="211685" y="516844"/>
                </a:moveTo>
                <a:cubicBezTo>
                  <a:pt x="94991" y="449546"/>
                  <a:pt x="0" y="285389"/>
                  <a:pt x="0" y="150793"/>
                </a:cubicBezTo>
                <a:cubicBezTo>
                  <a:pt x="0" y="16197"/>
                  <a:pt x="95182" y="-38459"/>
                  <a:pt x="211685" y="28744"/>
                </a:cubicBezTo>
                <a:lnTo>
                  <a:pt x="211685" y="99274"/>
                </a:lnTo>
                <a:cubicBezTo>
                  <a:pt x="128686" y="51747"/>
                  <a:pt x="61202" y="90434"/>
                  <a:pt x="61202" y="186058"/>
                </a:cubicBezTo>
                <a:cubicBezTo>
                  <a:pt x="61202" y="281682"/>
                  <a:pt x="128686" y="398502"/>
                  <a:pt x="211685" y="446314"/>
                </a:cubicBezTo>
                <a:cubicBezTo>
                  <a:pt x="294683" y="494126"/>
                  <a:pt x="362167" y="455249"/>
                  <a:pt x="362167" y="359531"/>
                </a:cubicBezTo>
                <a:lnTo>
                  <a:pt x="423274" y="394795"/>
                </a:lnTo>
                <a:cubicBezTo>
                  <a:pt x="423179" y="529391"/>
                  <a:pt x="328283" y="584142"/>
                  <a:pt x="211685" y="516844"/>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1" name="Google Shape;2565;p47">
            <a:extLst>
              <a:ext uri="{FF2B5EF4-FFF2-40B4-BE49-F238E27FC236}">
                <a16:creationId xmlns:a16="http://schemas.microsoft.com/office/drawing/2014/main" id="{86EC1014-4267-6667-BEF9-E5251702C78C}"/>
              </a:ext>
            </a:extLst>
          </p:cNvPr>
          <p:cNvSpPr>
            <a:spLocks noGrp="1"/>
          </p:cNvSpPr>
          <p:nvPr/>
        </p:nvSpPr>
        <p:spPr>
          <a:xfrm>
            <a:off x="11100567" y="1711968"/>
            <a:ext cx="321134" cy="424030"/>
          </a:xfrm>
          <a:custGeom>
            <a:avLst/>
            <a:gdLst/>
            <a:ahLst/>
            <a:cxnLst/>
            <a:rect l="l" t="t" r="r" b="b"/>
            <a:pathLst>
              <a:path w="423179" h="545654">
                <a:moveTo>
                  <a:pt x="211589" y="516869"/>
                </a:moveTo>
                <a:cubicBezTo>
                  <a:pt x="94896" y="449571"/>
                  <a:pt x="0" y="285318"/>
                  <a:pt x="0" y="150817"/>
                </a:cubicBezTo>
                <a:cubicBezTo>
                  <a:pt x="0" y="16316"/>
                  <a:pt x="95182" y="-38529"/>
                  <a:pt x="211589" y="28769"/>
                </a:cubicBezTo>
                <a:cubicBezTo>
                  <a:pt x="327997" y="96066"/>
                  <a:pt x="423179" y="260224"/>
                  <a:pt x="423179" y="394820"/>
                </a:cubicBezTo>
                <a:cubicBezTo>
                  <a:pt x="423179" y="529416"/>
                  <a:pt x="328283" y="584167"/>
                  <a:pt x="211589" y="516869"/>
                </a:cubicBezTo>
                <a:close/>
                <a:moveTo>
                  <a:pt x="211589" y="99298"/>
                </a:moveTo>
                <a:cubicBezTo>
                  <a:pt x="128591" y="51772"/>
                  <a:pt x="61107" y="90363"/>
                  <a:pt x="61107" y="186082"/>
                </a:cubicBezTo>
                <a:cubicBezTo>
                  <a:pt x="61107" y="281801"/>
                  <a:pt x="128591" y="398432"/>
                  <a:pt x="211589" y="446339"/>
                </a:cubicBezTo>
                <a:cubicBezTo>
                  <a:pt x="294588" y="494246"/>
                  <a:pt x="362072" y="455274"/>
                  <a:pt x="362072" y="359555"/>
                </a:cubicBezTo>
                <a:cubicBezTo>
                  <a:pt x="362072" y="263836"/>
                  <a:pt x="294588" y="147110"/>
                  <a:pt x="211589" y="99298"/>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2" name="Google Shape;2566;p47">
            <a:extLst>
              <a:ext uri="{FF2B5EF4-FFF2-40B4-BE49-F238E27FC236}">
                <a16:creationId xmlns:a16="http://schemas.microsoft.com/office/drawing/2014/main" id="{E831E8CA-930E-4639-D7A7-43D2DC3C14D4}"/>
              </a:ext>
            </a:extLst>
          </p:cNvPr>
          <p:cNvSpPr>
            <a:spLocks noGrp="1"/>
          </p:cNvSpPr>
          <p:nvPr/>
        </p:nvSpPr>
        <p:spPr>
          <a:xfrm>
            <a:off x="11100567" y="1711968"/>
            <a:ext cx="252082" cy="424262"/>
          </a:xfrm>
          <a:custGeom>
            <a:avLst/>
            <a:gdLst/>
            <a:ahLst/>
            <a:cxnLst/>
            <a:rect l="l" t="t" r="r" b="b"/>
            <a:pathLst>
              <a:path w="332185" h="545952">
                <a:moveTo>
                  <a:pt x="211589" y="516869"/>
                </a:moveTo>
                <a:cubicBezTo>
                  <a:pt x="94896" y="449571"/>
                  <a:pt x="0" y="285318"/>
                  <a:pt x="0" y="150817"/>
                </a:cubicBezTo>
                <a:cubicBezTo>
                  <a:pt x="0" y="16316"/>
                  <a:pt x="95182" y="-38529"/>
                  <a:pt x="211589" y="28769"/>
                </a:cubicBezTo>
                <a:lnTo>
                  <a:pt x="211589" y="99298"/>
                </a:lnTo>
                <a:cubicBezTo>
                  <a:pt x="128591" y="51772"/>
                  <a:pt x="61107" y="90363"/>
                  <a:pt x="61107" y="186082"/>
                </a:cubicBezTo>
                <a:cubicBezTo>
                  <a:pt x="61107" y="281801"/>
                  <a:pt x="128591" y="398432"/>
                  <a:pt x="211589" y="446339"/>
                </a:cubicBezTo>
                <a:cubicBezTo>
                  <a:pt x="242429" y="464114"/>
                  <a:pt x="272030" y="470483"/>
                  <a:pt x="297253" y="465350"/>
                </a:cubicBezTo>
                <a:lnTo>
                  <a:pt x="332185" y="543389"/>
                </a:lnTo>
                <a:cubicBezTo>
                  <a:pt x="296682" y="550898"/>
                  <a:pt x="254993" y="541868"/>
                  <a:pt x="211589" y="516869"/>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3" name="Google Shape;2567;p47">
            <a:extLst>
              <a:ext uri="{FF2B5EF4-FFF2-40B4-BE49-F238E27FC236}">
                <a16:creationId xmlns:a16="http://schemas.microsoft.com/office/drawing/2014/main" id="{8BD11458-3BBF-20A9-3F73-B60B1589C488}"/>
              </a:ext>
            </a:extLst>
          </p:cNvPr>
          <p:cNvSpPr>
            <a:spLocks noGrp="1"/>
          </p:cNvSpPr>
          <p:nvPr/>
        </p:nvSpPr>
        <p:spPr>
          <a:xfrm>
            <a:off x="11475225" y="1933125"/>
            <a:ext cx="321423" cy="424030"/>
          </a:xfrm>
          <a:custGeom>
            <a:avLst/>
            <a:gdLst/>
            <a:ahLst/>
            <a:cxnLst/>
            <a:rect l="l" t="t" r="r" b="b"/>
            <a:pathLst>
              <a:path w="423559" h="545654">
                <a:moveTo>
                  <a:pt x="211590" y="516869"/>
                </a:moveTo>
                <a:cubicBezTo>
                  <a:pt x="94896" y="449571"/>
                  <a:pt x="0" y="285318"/>
                  <a:pt x="0" y="150817"/>
                </a:cubicBezTo>
                <a:cubicBezTo>
                  <a:pt x="0" y="16317"/>
                  <a:pt x="95182" y="-38529"/>
                  <a:pt x="211590" y="28769"/>
                </a:cubicBezTo>
                <a:cubicBezTo>
                  <a:pt x="327997" y="96066"/>
                  <a:pt x="423560" y="260224"/>
                  <a:pt x="423560" y="394820"/>
                </a:cubicBezTo>
                <a:cubicBezTo>
                  <a:pt x="423560" y="529416"/>
                  <a:pt x="328378" y="584167"/>
                  <a:pt x="211590" y="516869"/>
                </a:cubicBezTo>
                <a:close/>
                <a:moveTo>
                  <a:pt x="211590" y="99298"/>
                </a:moveTo>
                <a:cubicBezTo>
                  <a:pt x="128686" y="51772"/>
                  <a:pt x="61107" y="90363"/>
                  <a:pt x="61107" y="186082"/>
                </a:cubicBezTo>
                <a:cubicBezTo>
                  <a:pt x="61107" y="281801"/>
                  <a:pt x="128686" y="398432"/>
                  <a:pt x="211590" y="446339"/>
                </a:cubicBezTo>
                <a:cubicBezTo>
                  <a:pt x="294493" y="494246"/>
                  <a:pt x="362072" y="455274"/>
                  <a:pt x="362072" y="359555"/>
                </a:cubicBezTo>
                <a:cubicBezTo>
                  <a:pt x="362072" y="263836"/>
                  <a:pt x="294588" y="147110"/>
                  <a:pt x="211590" y="99298"/>
                </a:cubicBezTo>
                <a:close/>
              </a:path>
            </a:pathLst>
          </a:custGeom>
          <a:solidFill>
            <a:srgbClr val="E9EAF2"/>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4" name="Google Shape;2568;p47">
            <a:extLst>
              <a:ext uri="{FF2B5EF4-FFF2-40B4-BE49-F238E27FC236}">
                <a16:creationId xmlns:a16="http://schemas.microsoft.com/office/drawing/2014/main" id="{0B19DC9B-252A-8E02-3EF4-A06296497EAA}"/>
              </a:ext>
            </a:extLst>
          </p:cNvPr>
          <p:cNvSpPr>
            <a:spLocks noGrp="1"/>
          </p:cNvSpPr>
          <p:nvPr/>
        </p:nvSpPr>
        <p:spPr>
          <a:xfrm>
            <a:off x="11475225" y="1933111"/>
            <a:ext cx="160567" cy="222991"/>
          </a:xfrm>
          <a:custGeom>
            <a:avLst/>
            <a:gdLst/>
            <a:ahLst/>
            <a:cxnLst/>
            <a:rect l="l" t="t" r="r" b="b"/>
            <a:pathLst>
              <a:path w="211589" h="286951">
                <a:moveTo>
                  <a:pt x="27412" y="286951"/>
                </a:moveTo>
                <a:cubicBezTo>
                  <a:pt x="10194" y="243588"/>
                  <a:pt x="904" y="197477"/>
                  <a:pt x="0" y="150835"/>
                </a:cubicBezTo>
                <a:cubicBezTo>
                  <a:pt x="0" y="16239"/>
                  <a:pt x="95182" y="-38512"/>
                  <a:pt x="211590" y="28786"/>
                </a:cubicBezTo>
                <a:lnTo>
                  <a:pt x="211590" y="99315"/>
                </a:lnTo>
                <a:cubicBezTo>
                  <a:pt x="128686" y="51789"/>
                  <a:pt x="61107" y="90380"/>
                  <a:pt x="61107" y="186099"/>
                </a:cubicBezTo>
                <a:cubicBezTo>
                  <a:pt x="61830" y="219254"/>
                  <a:pt x="68540" y="252000"/>
                  <a:pt x="80905" y="282769"/>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5" name="Google Shape;2569;p47">
            <a:extLst>
              <a:ext uri="{FF2B5EF4-FFF2-40B4-BE49-F238E27FC236}">
                <a16:creationId xmlns:a16="http://schemas.microsoft.com/office/drawing/2014/main" id="{02297FF2-AFE4-3819-4E7E-B45EFEAA3D7E}"/>
              </a:ext>
            </a:extLst>
          </p:cNvPr>
          <p:cNvSpPr>
            <a:spLocks noGrp="1"/>
          </p:cNvSpPr>
          <p:nvPr/>
        </p:nvSpPr>
        <p:spPr>
          <a:xfrm>
            <a:off x="10864953" y="4047976"/>
            <a:ext cx="326190" cy="192643"/>
          </a:xfrm>
          <a:custGeom>
            <a:avLst/>
            <a:gdLst/>
            <a:ahLst/>
            <a:cxnLst/>
            <a:rect l="l" t="t" r="r" b="b"/>
            <a:pathLst>
              <a:path w="429841" h="247899">
                <a:moveTo>
                  <a:pt x="429842" y="123950"/>
                </a:moveTo>
                <a:cubicBezTo>
                  <a:pt x="429842" y="192405"/>
                  <a:pt x="333619" y="247900"/>
                  <a:pt x="214921" y="247900"/>
                </a:cubicBezTo>
                <a:cubicBezTo>
                  <a:pt x="96224" y="247900"/>
                  <a:pt x="0" y="192406"/>
                  <a:pt x="0" y="123950"/>
                </a:cubicBezTo>
                <a:cubicBezTo>
                  <a:pt x="0" y="55494"/>
                  <a:pt x="96224" y="0"/>
                  <a:pt x="214921" y="0"/>
                </a:cubicBezTo>
                <a:cubicBezTo>
                  <a:pt x="333619" y="0"/>
                  <a:pt x="429842" y="55494"/>
                  <a:pt x="429842" y="123950"/>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6" name="Google Shape;2570;p47">
            <a:extLst>
              <a:ext uri="{FF2B5EF4-FFF2-40B4-BE49-F238E27FC236}">
                <a16:creationId xmlns:a16="http://schemas.microsoft.com/office/drawing/2014/main" id="{D03319B2-9FEC-DFE9-D60B-78C2096E95CB}"/>
              </a:ext>
            </a:extLst>
          </p:cNvPr>
          <p:cNvSpPr>
            <a:spLocks noGrp="1"/>
          </p:cNvSpPr>
          <p:nvPr/>
        </p:nvSpPr>
        <p:spPr>
          <a:xfrm>
            <a:off x="9140748" y="4085943"/>
            <a:ext cx="326190" cy="192643"/>
          </a:xfrm>
          <a:custGeom>
            <a:avLst/>
            <a:gdLst/>
            <a:ahLst/>
            <a:cxnLst/>
            <a:rect l="l" t="t" r="r" b="b"/>
            <a:pathLst>
              <a:path w="429841" h="247899">
                <a:moveTo>
                  <a:pt x="429842" y="123950"/>
                </a:moveTo>
                <a:cubicBezTo>
                  <a:pt x="429842" y="192405"/>
                  <a:pt x="333619" y="247900"/>
                  <a:pt x="214921" y="247900"/>
                </a:cubicBezTo>
                <a:cubicBezTo>
                  <a:pt x="96223" y="247900"/>
                  <a:pt x="0" y="192406"/>
                  <a:pt x="0" y="123950"/>
                </a:cubicBezTo>
                <a:cubicBezTo>
                  <a:pt x="0" y="55494"/>
                  <a:pt x="96223" y="0"/>
                  <a:pt x="214921" y="0"/>
                </a:cubicBezTo>
                <a:cubicBezTo>
                  <a:pt x="333619" y="0"/>
                  <a:pt x="429842" y="55494"/>
                  <a:pt x="429842" y="123950"/>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7" name="Google Shape;2571;p47">
            <a:extLst>
              <a:ext uri="{FF2B5EF4-FFF2-40B4-BE49-F238E27FC236}">
                <a16:creationId xmlns:a16="http://schemas.microsoft.com/office/drawing/2014/main" id="{FABC2CAE-A43E-D8D1-DD11-A54A78096E3F}"/>
              </a:ext>
            </a:extLst>
          </p:cNvPr>
          <p:cNvSpPr>
            <a:spLocks noGrp="1"/>
          </p:cNvSpPr>
          <p:nvPr/>
        </p:nvSpPr>
        <p:spPr>
          <a:xfrm>
            <a:off x="8575186" y="3212174"/>
            <a:ext cx="326190" cy="192643"/>
          </a:xfrm>
          <a:custGeom>
            <a:avLst/>
            <a:gdLst/>
            <a:ahLst/>
            <a:cxnLst/>
            <a:rect l="l" t="t" r="r" b="b"/>
            <a:pathLst>
              <a:path w="429841" h="247899">
                <a:moveTo>
                  <a:pt x="429842" y="123950"/>
                </a:moveTo>
                <a:cubicBezTo>
                  <a:pt x="429842" y="192406"/>
                  <a:pt x="333619" y="247900"/>
                  <a:pt x="214921" y="247900"/>
                </a:cubicBezTo>
                <a:cubicBezTo>
                  <a:pt x="96223" y="247900"/>
                  <a:pt x="0" y="192406"/>
                  <a:pt x="0" y="123950"/>
                </a:cubicBezTo>
                <a:cubicBezTo>
                  <a:pt x="0" y="55494"/>
                  <a:pt x="96223" y="0"/>
                  <a:pt x="214921" y="0"/>
                </a:cubicBezTo>
                <a:cubicBezTo>
                  <a:pt x="333619" y="0"/>
                  <a:pt x="429842" y="55494"/>
                  <a:pt x="429842" y="123950"/>
                </a:cubicBezTo>
                <a:close/>
              </a:path>
            </a:pathLst>
          </a:custGeom>
          <a:solidFill>
            <a:srgbClr val="D6D8E5">
              <a:alpha val="400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8" name="Google Shape;2572;p47">
            <a:extLst>
              <a:ext uri="{FF2B5EF4-FFF2-40B4-BE49-F238E27FC236}">
                <a16:creationId xmlns:a16="http://schemas.microsoft.com/office/drawing/2014/main" id="{55D628E6-93AA-CD25-24A8-399C4CAD4516}"/>
              </a:ext>
            </a:extLst>
          </p:cNvPr>
          <p:cNvSpPr>
            <a:spLocks noGrp="1"/>
          </p:cNvSpPr>
          <p:nvPr/>
        </p:nvSpPr>
        <p:spPr>
          <a:xfrm>
            <a:off x="11027679" y="4121250"/>
            <a:ext cx="88468" cy="70113"/>
          </a:xfrm>
          <a:custGeom>
            <a:avLst/>
            <a:gdLst/>
            <a:ahLst/>
            <a:cxnLst/>
            <a:rect l="l" t="t" r="r" b="b"/>
            <a:pathLst>
              <a:path w="116580" h="90224">
                <a:moveTo>
                  <a:pt x="107376" y="2"/>
                </a:moveTo>
                <a:cubicBezTo>
                  <a:pt x="93384" y="11314"/>
                  <a:pt x="72729" y="953"/>
                  <a:pt x="71682" y="1998"/>
                </a:cubicBezTo>
                <a:cubicBezTo>
                  <a:pt x="55302" y="17235"/>
                  <a:pt x="38074" y="31550"/>
                  <a:pt x="20094" y="44868"/>
                </a:cubicBezTo>
                <a:cubicBezTo>
                  <a:pt x="11432" y="51711"/>
                  <a:pt x="-2179" y="60932"/>
                  <a:pt x="296" y="74049"/>
                </a:cubicBezTo>
                <a:cubicBezTo>
                  <a:pt x="4674" y="97622"/>
                  <a:pt x="42366" y="90398"/>
                  <a:pt x="56644" y="83554"/>
                </a:cubicBezTo>
                <a:cubicBezTo>
                  <a:pt x="70921" y="76711"/>
                  <a:pt x="82438" y="64544"/>
                  <a:pt x="95954" y="56084"/>
                </a:cubicBezTo>
                <a:cubicBezTo>
                  <a:pt x="105472" y="50095"/>
                  <a:pt x="114990" y="47054"/>
                  <a:pt x="116513" y="34887"/>
                </a:cubicBezTo>
                <a:cubicBezTo>
                  <a:pt x="117370" y="27187"/>
                  <a:pt x="109850" y="-283"/>
                  <a:pt x="107376" y="2"/>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49" name="Google Shape;2573;p47">
            <a:extLst>
              <a:ext uri="{FF2B5EF4-FFF2-40B4-BE49-F238E27FC236}">
                <a16:creationId xmlns:a16="http://schemas.microsoft.com/office/drawing/2014/main" id="{7F3E42DF-A255-DEA8-FE76-6674CC7F29BA}"/>
              </a:ext>
            </a:extLst>
          </p:cNvPr>
          <p:cNvSpPr>
            <a:spLocks noGrp="1"/>
          </p:cNvSpPr>
          <p:nvPr/>
        </p:nvSpPr>
        <p:spPr>
          <a:xfrm>
            <a:off x="11028048" y="4144298"/>
            <a:ext cx="88066" cy="47001"/>
          </a:xfrm>
          <a:custGeom>
            <a:avLst/>
            <a:gdLst/>
            <a:ahLst/>
            <a:cxnLst/>
            <a:rect l="l" t="t" r="r" b="b"/>
            <a:pathLst>
              <a:path w="116051" h="60483">
                <a:moveTo>
                  <a:pt x="115837" y="0"/>
                </a:moveTo>
                <a:cubicBezTo>
                  <a:pt x="113933" y="11597"/>
                  <a:pt x="104605" y="14828"/>
                  <a:pt x="95087" y="20722"/>
                </a:cubicBezTo>
                <a:cubicBezTo>
                  <a:pt x="81381" y="29182"/>
                  <a:pt x="69388" y="41443"/>
                  <a:pt x="55110" y="48572"/>
                </a:cubicBezTo>
                <a:cubicBezTo>
                  <a:pt x="40833" y="55701"/>
                  <a:pt x="9233" y="61880"/>
                  <a:pt x="0" y="45055"/>
                </a:cubicBezTo>
                <a:cubicBezTo>
                  <a:pt x="5045" y="67773"/>
                  <a:pt x="42071" y="60644"/>
                  <a:pt x="56157" y="53515"/>
                </a:cubicBezTo>
                <a:cubicBezTo>
                  <a:pt x="70244" y="46386"/>
                  <a:pt x="81952" y="34505"/>
                  <a:pt x="95468" y="26045"/>
                </a:cubicBezTo>
                <a:cubicBezTo>
                  <a:pt x="104986" y="20056"/>
                  <a:pt x="114504" y="17015"/>
                  <a:pt x="116027" y="4848"/>
                </a:cubicBezTo>
                <a:cubicBezTo>
                  <a:pt x="116093" y="3232"/>
                  <a:pt x="116027" y="1606"/>
                  <a:pt x="115837" y="0"/>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0" name="Google Shape;2574;p47">
            <a:extLst>
              <a:ext uri="{FF2B5EF4-FFF2-40B4-BE49-F238E27FC236}">
                <a16:creationId xmlns:a16="http://schemas.microsoft.com/office/drawing/2014/main" id="{AFF14970-C769-4143-1A89-F17322215815}"/>
              </a:ext>
            </a:extLst>
          </p:cNvPr>
          <p:cNvSpPr>
            <a:spLocks noGrp="1"/>
          </p:cNvSpPr>
          <p:nvPr/>
        </p:nvSpPr>
        <p:spPr>
          <a:xfrm>
            <a:off x="10936886" y="4086189"/>
            <a:ext cx="88459" cy="67520"/>
          </a:xfrm>
          <a:custGeom>
            <a:avLst/>
            <a:gdLst/>
            <a:ahLst/>
            <a:cxnLst/>
            <a:rect l="l" t="t" r="r" b="b"/>
            <a:pathLst>
              <a:path w="116569" h="86887">
                <a:moveTo>
                  <a:pt x="105663" y="63"/>
                </a:moveTo>
                <a:cubicBezTo>
                  <a:pt x="91671" y="11470"/>
                  <a:pt x="67590" y="-982"/>
                  <a:pt x="66162" y="63"/>
                </a:cubicBezTo>
                <a:cubicBezTo>
                  <a:pt x="51656" y="14825"/>
                  <a:pt x="36275" y="28693"/>
                  <a:pt x="20094" y="41602"/>
                </a:cubicBezTo>
                <a:cubicBezTo>
                  <a:pt x="11432" y="48446"/>
                  <a:pt x="-2179" y="57666"/>
                  <a:pt x="296" y="70783"/>
                </a:cubicBezTo>
                <a:cubicBezTo>
                  <a:pt x="4674" y="94261"/>
                  <a:pt x="42367" y="87037"/>
                  <a:pt x="56644" y="80288"/>
                </a:cubicBezTo>
                <a:cubicBezTo>
                  <a:pt x="70921" y="73540"/>
                  <a:pt x="82438" y="61278"/>
                  <a:pt x="95954" y="52818"/>
                </a:cubicBezTo>
                <a:cubicBezTo>
                  <a:pt x="105472" y="46830"/>
                  <a:pt x="114990" y="43313"/>
                  <a:pt x="116513" y="31621"/>
                </a:cubicBezTo>
                <a:cubicBezTo>
                  <a:pt x="117370" y="23922"/>
                  <a:pt x="108137" y="-222"/>
                  <a:pt x="105663" y="63"/>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1" name="Google Shape;2575;p47">
            <a:extLst>
              <a:ext uri="{FF2B5EF4-FFF2-40B4-BE49-F238E27FC236}">
                <a16:creationId xmlns:a16="http://schemas.microsoft.com/office/drawing/2014/main" id="{24DF6F78-5DFF-19E9-5FFC-4F42A43A2467}"/>
              </a:ext>
            </a:extLst>
          </p:cNvPr>
          <p:cNvSpPr>
            <a:spLocks noGrp="1"/>
          </p:cNvSpPr>
          <p:nvPr/>
        </p:nvSpPr>
        <p:spPr>
          <a:xfrm>
            <a:off x="10937111" y="4107955"/>
            <a:ext cx="88101" cy="47149"/>
          </a:xfrm>
          <a:custGeom>
            <a:avLst/>
            <a:gdLst/>
            <a:ahLst/>
            <a:cxnLst/>
            <a:rect l="l" t="t" r="r" b="b"/>
            <a:pathLst>
              <a:path w="116097" h="60673">
                <a:moveTo>
                  <a:pt x="115741" y="0"/>
                </a:moveTo>
                <a:cubicBezTo>
                  <a:pt x="114218" y="11407"/>
                  <a:pt x="104700" y="14828"/>
                  <a:pt x="95182" y="20912"/>
                </a:cubicBezTo>
                <a:cubicBezTo>
                  <a:pt x="81476" y="29372"/>
                  <a:pt x="69388" y="41634"/>
                  <a:pt x="55205" y="48858"/>
                </a:cubicBezTo>
                <a:cubicBezTo>
                  <a:pt x="41023" y="56082"/>
                  <a:pt x="9233" y="62070"/>
                  <a:pt x="0" y="45246"/>
                </a:cubicBezTo>
                <a:cubicBezTo>
                  <a:pt x="5045" y="67964"/>
                  <a:pt x="42071" y="60835"/>
                  <a:pt x="56157" y="53706"/>
                </a:cubicBezTo>
                <a:cubicBezTo>
                  <a:pt x="70244" y="46577"/>
                  <a:pt x="82047" y="34695"/>
                  <a:pt x="95468" y="26235"/>
                </a:cubicBezTo>
                <a:cubicBezTo>
                  <a:pt x="104986" y="20246"/>
                  <a:pt x="114504" y="16730"/>
                  <a:pt x="116027" y="5133"/>
                </a:cubicBezTo>
                <a:cubicBezTo>
                  <a:pt x="116179" y="3413"/>
                  <a:pt x="116084" y="1692"/>
                  <a:pt x="115741" y="0"/>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2" name="Google Shape;2576;p47">
            <a:extLst>
              <a:ext uri="{FF2B5EF4-FFF2-40B4-BE49-F238E27FC236}">
                <a16:creationId xmlns:a16="http://schemas.microsoft.com/office/drawing/2014/main" id="{C5A691DD-5760-930B-0D70-1DD2138301FA}"/>
              </a:ext>
            </a:extLst>
          </p:cNvPr>
          <p:cNvSpPr>
            <a:spLocks noGrp="1"/>
          </p:cNvSpPr>
          <p:nvPr/>
        </p:nvSpPr>
        <p:spPr>
          <a:xfrm>
            <a:off x="10959502" y="3682188"/>
            <a:ext cx="152067" cy="446179"/>
          </a:xfrm>
          <a:custGeom>
            <a:avLst/>
            <a:gdLst/>
            <a:ahLst/>
            <a:cxnLst/>
            <a:rect l="l" t="t" r="r" b="b"/>
            <a:pathLst>
              <a:path w="200389" h="574156">
                <a:moveTo>
                  <a:pt x="197978" y="49713"/>
                </a:moveTo>
                <a:cubicBezTo>
                  <a:pt x="197312" y="70815"/>
                  <a:pt x="190745" y="162447"/>
                  <a:pt x="187794" y="211304"/>
                </a:cubicBezTo>
                <a:cubicBezTo>
                  <a:pt x="184843" y="260162"/>
                  <a:pt x="184177" y="319285"/>
                  <a:pt x="184177" y="319285"/>
                </a:cubicBezTo>
                <a:cubicBezTo>
                  <a:pt x="184177" y="319285"/>
                  <a:pt x="192553" y="354645"/>
                  <a:pt x="197978" y="396183"/>
                </a:cubicBezTo>
                <a:cubicBezTo>
                  <a:pt x="203404" y="437722"/>
                  <a:pt x="197978" y="568896"/>
                  <a:pt x="197978" y="568896"/>
                </a:cubicBezTo>
                <a:cubicBezTo>
                  <a:pt x="187080" y="575911"/>
                  <a:pt x="173088" y="575911"/>
                  <a:pt x="162190" y="568896"/>
                </a:cubicBezTo>
                <a:cubicBezTo>
                  <a:pt x="162190" y="568896"/>
                  <a:pt x="139822" y="464337"/>
                  <a:pt x="129448" y="416810"/>
                </a:cubicBezTo>
                <a:cubicBezTo>
                  <a:pt x="119073" y="369283"/>
                  <a:pt x="117359" y="342193"/>
                  <a:pt x="111934" y="312916"/>
                </a:cubicBezTo>
                <a:cubicBezTo>
                  <a:pt x="105462" y="277462"/>
                  <a:pt x="91375" y="111973"/>
                  <a:pt x="91375" y="111973"/>
                </a:cubicBezTo>
                <a:lnTo>
                  <a:pt x="85759" y="111973"/>
                </a:lnTo>
                <a:lnTo>
                  <a:pt x="70815" y="298753"/>
                </a:lnTo>
                <a:cubicBezTo>
                  <a:pt x="75479" y="312508"/>
                  <a:pt x="78668" y="326718"/>
                  <a:pt x="80334" y="341147"/>
                </a:cubicBezTo>
                <a:cubicBezTo>
                  <a:pt x="84426" y="371660"/>
                  <a:pt x="76050" y="524696"/>
                  <a:pt x="76050" y="524696"/>
                </a:cubicBezTo>
                <a:cubicBezTo>
                  <a:pt x="63896" y="531473"/>
                  <a:pt x="48952" y="530846"/>
                  <a:pt x="37406" y="523080"/>
                </a:cubicBezTo>
                <a:cubicBezTo>
                  <a:pt x="37406" y="523080"/>
                  <a:pt x="0" y="320331"/>
                  <a:pt x="0" y="289533"/>
                </a:cubicBezTo>
                <a:cubicBezTo>
                  <a:pt x="0" y="269097"/>
                  <a:pt x="3522" y="0"/>
                  <a:pt x="3522" y="0"/>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3" name="Google Shape;2577;p47">
            <a:extLst>
              <a:ext uri="{FF2B5EF4-FFF2-40B4-BE49-F238E27FC236}">
                <a16:creationId xmlns:a16="http://schemas.microsoft.com/office/drawing/2014/main" id="{EA2C1CC7-2A8E-2E7B-02B8-44817858A023}"/>
              </a:ext>
            </a:extLst>
          </p:cNvPr>
          <p:cNvSpPr>
            <a:spLocks noGrp="1"/>
          </p:cNvSpPr>
          <p:nvPr/>
        </p:nvSpPr>
        <p:spPr>
          <a:xfrm>
            <a:off x="10993799" y="3403784"/>
            <a:ext cx="97486" cy="96922"/>
          </a:xfrm>
          <a:custGeom>
            <a:avLst/>
            <a:gdLst/>
            <a:ahLst/>
            <a:cxnLst/>
            <a:rect l="l" t="t" r="r" b="b"/>
            <a:pathLst>
              <a:path w="128464" h="124722">
                <a:moveTo>
                  <a:pt x="102147" y="0"/>
                </a:moveTo>
                <a:cubicBezTo>
                  <a:pt x="102147" y="0"/>
                  <a:pt x="99767" y="46006"/>
                  <a:pt x="100814" y="50093"/>
                </a:cubicBezTo>
                <a:cubicBezTo>
                  <a:pt x="101861" y="54181"/>
                  <a:pt x="121945" y="67678"/>
                  <a:pt x="127846" y="72431"/>
                </a:cubicBezTo>
                <a:cubicBezTo>
                  <a:pt x="133747" y="77183"/>
                  <a:pt x="95960" y="114445"/>
                  <a:pt x="77590" y="122904"/>
                </a:cubicBezTo>
                <a:cubicBezTo>
                  <a:pt x="59220" y="131364"/>
                  <a:pt x="1444" y="109122"/>
                  <a:pt x="112" y="80606"/>
                </a:cubicBezTo>
                <a:cubicBezTo>
                  <a:pt x="-1221" y="52089"/>
                  <a:pt x="9630" y="28136"/>
                  <a:pt x="19148" y="26900"/>
                </a:cubicBezTo>
                <a:cubicBezTo>
                  <a:pt x="28666" y="25665"/>
                  <a:pt x="102147" y="0"/>
                  <a:pt x="102147" y="0"/>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4" name="Google Shape;2578;p47">
            <a:extLst>
              <a:ext uri="{FF2B5EF4-FFF2-40B4-BE49-F238E27FC236}">
                <a16:creationId xmlns:a16="http://schemas.microsoft.com/office/drawing/2014/main" id="{9FDDB1B8-4200-5D75-9842-1D6EA34CB764}"/>
              </a:ext>
            </a:extLst>
          </p:cNvPr>
          <p:cNvSpPr>
            <a:spLocks noGrp="1"/>
          </p:cNvSpPr>
          <p:nvPr/>
        </p:nvSpPr>
        <p:spPr>
          <a:xfrm>
            <a:off x="10839673" y="3426831"/>
            <a:ext cx="138481" cy="277959"/>
          </a:xfrm>
          <a:custGeom>
            <a:avLst/>
            <a:gdLst/>
            <a:ahLst/>
            <a:cxnLst/>
            <a:rect l="l" t="t" r="r" b="b"/>
            <a:pathLst>
              <a:path w="182485" h="357686">
                <a:moveTo>
                  <a:pt x="179037" y="55702"/>
                </a:moveTo>
                <a:cubicBezTo>
                  <a:pt x="176277" y="35455"/>
                  <a:pt x="189697" y="16159"/>
                  <a:pt x="176752" y="0"/>
                </a:cubicBezTo>
                <a:cubicBezTo>
                  <a:pt x="131255" y="44485"/>
                  <a:pt x="136966" y="162352"/>
                  <a:pt x="126687" y="237634"/>
                </a:cubicBezTo>
                <a:cubicBezTo>
                  <a:pt x="92897" y="272899"/>
                  <a:pt x="25032" y="307594"/>
                  <a:pt x="5901" y="316243"/>
                </a:cubicBezTo>
                <a:cubicBezTo>
                  <a:pt x="2379" y="317764"/>
                  <a:pt x="-572" y="319475"/>
                  <a:pt x="95" y="323182"/>
                </a:cubicBezTo>
                <a:cubicBezTo>
                  <a:pt x="2665" y="335739"/>
                  <a:pt x="8061" y="347535"/>
                  <a:pt x="15895" y="357687"/>
                </a:cubicBezTo>
                <a:cubicBezTo>
                  <a:pt x="60821" y="338676"/>
                  <a:pt x="93183" y="327270"/>
                  <a:pt x="149150" y="274040"/>
                </a:cubicBezTo>
                <a:cubicBezTo>
                  <a:pt x="154509" y="268175"/>
                  <a:pt x="159287" y="261806"/>
                  <a:pt x="163427" y="255029"/>
                </a:cubicBezTo>
                <a:cubicBezTo>
                  <a:pt x="179608" y="207502"/>
                  <a:pt x="183605" y="90776"/>
                  <a:pt x="179037" y="55702"/>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5" name="Google Shape;2579;p47">
            <a:extLst>
              <a:ext uri="{FF2B5EF4-FFF2-40B4-BE49-F238E27FC236}">
                <a16:creationId xmlns:a16="http://schemas.microsoft.com/office/drawing/2014/main" id="{38111F4D-157E-EBF0-D98E-867D7389F8F6}"/>
              </a:ext>
            </a:extLst>
          </p:cNvPr>
          <p:cNvSpPr>
            <a:spLocks noGrp="1"/>
          </p:cNvSpPr>
          <p:nvPr/>
        </p:nvSpPr>
        <p:spPr>
          <a:xfrm>
            <a:off x="10959488" y="3417318"/>
            <a:ext cx="158015" cy="325649"/>
          </a:xfrm>
          <a:custGeom>
            <a:avLst/>
            <a:gdLst/>
            <a:ahLst/>
            <a:cxnLst/>
            <a:rect l="l" t="t" r="r" b="b"/>
            <a:pathLst>
              <a:path w="208226" h="419055">
                <a:moveTo>
                  <a:pt x="152500" y="40568"/>
                </a:moveTo>
                <a:cubicBezTo>
                  <a:pt x="152500" y="40568"/>
                  <a:pt x="119091" y="90376"/>
                  <a:pt x="72357" y="95033"/>
                </a:cubicBezTo>
                <a:cubicBezTo>
                  <a:pt x="57699" y="80585"/>
                  <a:pt x="56366" y="29066"/>
                  <a:pt x="76736" y="12527"/>
                </a:cubicBezTo>
                <a:cubicBezTo>
                  <a:pt x="76736" y="12527"/>
                  <a:pt x="57699" y="-2491"/>
                  <a:pt x="45135" y="360"/>
                </a:cubicBezTo>
                <a:cubicBezTo>
                  <a:pt x="31448" y="8744"/>
                  <a:pt x="21301" y="21823"/>
                  <a:pt x="16580" y="37146"/>
                </a:cubicBezTo>
                <a:cubicBezTo>
                  <a:pt x="4702" y="71346"/>
                  <a:pt x="-885" y="107419"/>
                  <a:pt x="114" y="143606"/>
                </a:cubicBezTo>
                <a:cubicBezTo>
                  <a:pt x="875" y="192463"/>
                  <a:pt x="114" y="341698"/>
                  <a:pt x="114" y="341698"/>
                </a:cubicBezTo>
                <a:cubicBezTo>
                  <a:pt x="114" y="341698"/>
                  <a:pt x="6681" y="373256"/>
                  <a:pt x="48942" y="396734"/>
                </a:cubicBezTo>
                <a:cubicBezTo>
                  <a:pt x="91203" y="420212"/>
                  <a:pt x="122423" y="422493"/>
                  <a:pt x="151073" y="415745"/>
                </a:cubicBezTo>
                <a:cubicBezTo>
                  <a:pt x="174678" y="410231"/>
                  <a:pt x="194190" y="401866"/>
                  <a:pt x="202376" y="384757"/>
                </a:cubicBezTo>
                <a:cubicBezTo>
                  <a:pt x="200282" y="350538"/>
                  <a:pt x="184957" y="261187"/>
                  <a:pt x="190668" y="218223"/>
                </a:cubicBezTo>
                <a:cubicBezTo>
                  <a:pt x="196379" y="175259"/>
                  <a:pt x="205517" y="143036"/>
                  <a:pt x="207801" y="108246"/>
                </a:cubicBezTo>
                <a:cubicBezTo>
                  <a:pt x="210086" y="73456"/>
                  <a:pt x="203233" y="74122"/>
                  <a:pt x="185814" y="61765"/>
                </a:cubicBezTo>
                <a:cubicBezTo>
                  <a:pt x="175239" y="53904"/>
                  <a:pt x="164103" y="46813"/>
                  <a:pt x="152500" y="40568"/>
                </a:cubicBezTo>
                <a:close/>
              </a:path>
            </a:pathLst>
          </a:custGeom>
          <a:solidFill>
            <a:srgbClr val="F4F4F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6" name="Google Shape;2580;p47">
            <a:extLst>
              <a:ext uri="{FF2B5EF4-FFF2-40B4-BE49-F238E27FC236}">
                <a16:creationId xmlns:a16="http://schemas.microsoft.com/office/drawing/2014/main" id="{094473CB-4961-7ED1-2ABD-16C6B5AE669F}"/>
              </a:ext>
            </a:extLst>
          </p:cNvPr>
          <p:cNvSpPr>
            <a:spLocks noGrp="1"/>
          </p:cNvSpPr>
          <p:nvPr/>
        </p:nvSpPr>
        <p:spPr>
          <a:xfrm>
            <a:off x="10989828" y="3303164"/>
            <a:ext cx="105050" cy="130749"/>
          </a:xfrm>
          <a:custGeom>
            <a:avLst/>
            <a:gdLst/>
            <a:ahLst/>
            <a:cxnLst/>
            <a:rect l="l" t="t" r="r" b="b"/>
            <a:pathLst>
              <a:path w="138431" h="168252">
                <a:moveTo>
                  <a:pt x="3060" y="60853"/>
                </a:moveTo>
                <a:lnTo>
                  <a:pt x="3060" y="60853"/>
                </a:lnTo>
                <a:cubicBezTo>
                  <a:pt x="8581" y="25112"/>
                  <a:pt x="34375" y="-1978"/>
                  <a:pt x="71211" y="113"/>
                </a:cubicBezTo>
                <a:cubicBezTo>
                  <a:pt x="110416" y="2252"/>
                  <a:pt x="140465" y="35740"/>
                  <a:pt x="138324" y="74892"/>
                </a:cubicBezTo>
                <a:cubicBezTo>
                  <a:pt x="138314" y="74930"/>
                  <a:pt x="138314" y="74978"/>
                  <a:pt x="138314" y="75016"/>
                </a:cubicBezTo>
                <a:cubicBezTo>
                  <a:pt x="137105" y="96983"/>
                  <a:pt x="125655" y="117105"/>
                  <a:pt x="107380" y="129386"/>
                </a:cubicBezTo>
                <a:cubicBezTo>
                  <a:pt x="106057" y="134804"/>
                  <a:pt x="104144" y="140071"/>
                  <a:pt x="101669" y="145070"/>
                </a:cubicBezTo>
                <a:cubicBezTo>
                  <a:pt x="88629" y="160279"/>
                  <a:pt x="49128" y="169689"/>
                  <a:pt x="37802" y="168073"/>
                </a:cubicBezTo>
                <a:cubicBezTo>
                  <a:pt x="23981" y="166847"/>
                  <a:pt x="12322" y="157313"/>
                  <a:pt x="8391" y="144025"/>
                </a:cubicBezTo>
                <a:cubicBezTo>
                  <a:pt x="-3793" y="115984"/>
                  <a:pt x="15" y="78533"/>
                  <a:pt x="3060" y="60853"/>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7" name="Google Shape;2581;p47">
            <a:extLst>
              <a:ext uri="{FF2B5EF4-FFF2-40B4-BE49-F238E27FC236}">
                <a16:creationId xmlns:a16="http://schemas.microsoft.com/office/drawing/2014/main" id="{26403B6F-309D-7BED-F17D-5F497CFA10F1}"/>
              </a:ext>
            </a:extLst>
          </p:cNvPr>
          <p:cNvSpPr>
            <a:spLocks noGrp="1"/>
          </p:cNvSpPr>
          <p:nvPr/>
        </p:nvSpPr>
        <p:spPr>
          <a:xfrm>
            <a:off x="10993830" y="3291671"/>
            <a:ext cx="110866" cy="112039"/>
          </a:xfrm>
          <a:custGeom>
            <a:avLst/>
            <a:gdLst/>
            <a:ahLst/>
            <a:cxnLst/>
            <a:rect l="l" t="t" r="r" b="b"/>
            <a:pathLst>
              <a:path w="146095" h="144175">
                <a:moveTo>
                  <a:pt x="102106" y="144176"/>
                </a:moveTo>
                <a:lnTo>
                  <a:pt x="102106" y="144176"/>
                </a:lnTo>
                <a:lnTo>
                  <a:pt x="98680" y="113093"/>
                </a:lnTo>
                <a:cubicBezTo>
                  <a:pt x="98680" y="113093"/>
                  <a:pt x="124189" y="47126"/>
                  <a:pt x="63939" y="59768"/>
                </a:cubicBezTo>
                <a:cubicBezTo>
                  <a:pt x="24152" y="68133"/>
                  <a:pt x="14158" y="71745"/>
                  <a:pt x="2070" y="45130"/>
                </a:cubicBezTo>
                <a:cubicBezTo>
                  <a:pt x="-10018" y="18515"/>
                  <a:pt x="32624" y="-5534"/>
                  <a:pt x="83355" y="1120"/>
                </a:cubicBezTo>
                <a:cubicBezTo>
                  <a:pt x="119563" y="4913"/>
                  <a:pt x="146823" y="35777"/>
                  <a:pt x="146081" y="72125"/>
                </a:cubicBezTo>
                <a:cubicBezTo>
                  <a:pt x="144748" y="91706"/>
                  <a:pt x="139513" y="131439"/>
                  <a:pt x="102106" y="144176"/>
                </a:cubicBezTo>
                <a:close/>
              </a:path>
            </a:pathLst>
          </a:custGeom>
          <a:solidFill>
            <a:srgbClr val="3A2C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8" name="Google Shape;2582;p47">
            <a:extLst>
              <a:ext uri="{FF2B5EF4-FFF2-40B4-BE49-F238E27FC236}">
                <a16:creationId xmlns:a16="http://schemas.microsoft.com/office/drawing/2014/main" id="{31AEDECE-C7B2-AE65-4DB2-5AD4663D1A1F}"/>
              </a:ext>
            </a:extLst>
          </p:cNvPr>
          <p:cNvSpPr>
            <a:spLocks noGrp="1"/>
          </p:cNvSpPr>
          <p:nvPr/>
        </p:nvSpPr>
        <p:spPr>
          <a:xfrm>
            <a:off x="10983661" y="3481714"/>
            <a:ext cx="141800" cy="249077"/>
          </a:xfrm>
          <a:custGeom>
            <a:avLst/>
            <a:gdLst/>
            <a:ahLst/>
            <a:cxnLst/>
            <a:rect l="l" t="t" r="r" b="b"/>
            <a:pathLst>
              <a:path w="186859" h="320520">
                <a:moveTo>
                  <a:pt x="186131" y="4943"/>
                </a:moveTo>
                <a:cubicBezTo>
                  <a:pt x="168713" y="0"/>
                  <a:pt x="182039" y="4088"/>
                  <a:pt x="168713" y="0"/>
                </a:cubicBezTo>
                <a:cubicBezTo>
                  <a:pt x="123216" y="44485"/>
                  <a:pt x="128832" y="120813"/>
                  <a:pt x="118552" y="196286"/>
                </a:cubicBezTo>
                <a:cubicBezTo>
                  <a:pt x="93424" y="237729"/>
                  <a:pt x="241" y="293906"/>
                  <a:pt x="241" y="293906"/>
                </a:cubicBezTo>
                <a:cubicBezTo>
                  <a:pt x="-901" y="301986"/>
                  <a:pt x="1859" y="304362"/>
                  <a:pt x="11948" y="320521"/>
                </a:cubicBezTo>
                <a:cubicBezTo>
                  <a:pt x="63842" y="300693"/>
                  <a:pt x="111042" y="270295"/>
                  <a:pt x="150533" y="231266"/>
                </a:cubicBezTo>
                <a:cubicBezTo>
                  <a:pt x="152818" y="229174"/>
                  <a:pt x="156054" y="228604"/>
                  <a:pt x="157006" y="225752"/>
                </a:cubicBezTo>
                <a:cubicBezTo>
                  <a:pt x="172901" y="177655"/>
                  <a:pt x="190700" y="40018"/>
                  <a:pt x="186131" y="4943"/>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59" name="Google Shape;2583;p47">
            <a:extLst>
              <a:ext uri="{FF2B5EF4-FFF2-40B4-BE49-F238E27FC236}">
                <a16:creationId xmlns:a16="http://schemas.microsoft.com/office/drawing/2014/main" id="{54434F50-37CC-F88B-FCC6-DC508DFFBF21}"/>
              </a:ext>
            </a:extLst>
          </p:cNvPr>
          <p:cNvSpPr>
            <a:spLocks noGrp="1"/>
          </p:cNvSpPr>
          <p:nvPr/>
        </p:nvSpPr>
        <p:spPr>
          <a:xfrm>
            <a:off x="10810130" y="3557796"/>
            <a:ext cx="164178" cy="225809"/>
          </a:xfrm>
          <a:custGeom>
            <a:avLst/>
            <a:gdLst/>
            <a:ahLst/>
            <a:cxnLst/>
            <a:rect l="l" t="t" r="r" b="b"/>
            <a:pathLst>
              <a:path w="216348" h="290578">
                <a:moveTo>
                  <a:pt x="0" y="0"/>
                </a:moveTo>
                <a:lnTo>
                  <a:pt x="67770" y="231360"/>
                </a:lnTo>
                <a:lnTo>
                  <a:pt x="216349" y="290579"/>
                </a:lnTo>
                <a:lnTo>
                  <a:pt x="162190" y="65302"/>
                </a:lnTo>
                <a:lnTo>
                  <a:pt x="0" y="0"/>
                </a:lnTo>
                <a:close/>
              </a:path>
            </a:pathLst>
          </a:custGeom>
          <a:solidFill>
            <a:srgbClr val="F4F4F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0" name="Google Shape;2584;p47">
            <a:extLst>
              <a:ext uri="{FF2B5EF4-FFF2-40B4-BE49-F238E27FC236}">
                <a16:creationId xmlns:a16="http://schemas.microsoft.com/office/drawing/2014/main" id="{CA361379-7DAE-F3A7-2E6E-576337E02875}"/>
              </a:ext>
            </a:extLst>
          </p:cNvPr>
          <p:cNvSpPr>
            <a:spLocks noGrp="1"/>
          </p:cNvSpPr>
          <p:nvPr/>
        </p:nvSpPr>
        <p:spPr>
          <a:xfrm>
            <a:off x="10919498" y="3699399"/>
            <a:ext cx="83154" cy="41489"/>
          </a:xfrm>
          <a:custGeom>
            <a:avLst/>
            <a:gdLst/>
            <a:ahLst/>
            <a:cxnLst/>
            <a:rect l="l" t="t" r="r" b="b"/>
            <a:pathLst>
              <a:path w="109578" h="53390">
                <a:moveTo>
                  <a:pt x="108112" y="15494"/>
                </a:moveTo>
                <a:cubicBezTo>
                  <a:pt x="105923" y="7604"/>
                  <a:pt x="100212" y="9505"/>
                  <a:pt x="93739" y="11502"/>
                </a:cubicBezTo>
                <a:cubicBezTo>
                  <a:pt x="86772" y="14353"/>
                  <a:pt x="79100" y="15019"/>
                  <a:pt x="71752" y="13403"/>
                </a:cubicBezTo>
                <a:cubicBezTo>
                  <a:pt x="66003" y="10627"/>
                  <a:pt x="60683" y="7043"/>
                  <a:pt x="55952" y="2757"/>
                </a:cubicBezTo>
                <a:cubicBezTo>
                  <a:pt x="53077" y="1017"/>
                  <a:pt x="49794" y="67"/>
                  <a:pt x="46434" y="0"/>
                </a:cubicBezTo>
                <a:cubicBezTo>
                  <a:pt x="46434" y="1996"/>
                  <a:pt x="49860" y="13688"/>
                  <a:pt x="49860" y="13688"/>
                </a:cubicBezTo>
                <a:cubicBezTo>
                  <a:pt x="49860" y="13688"/>
                  <a:pt x="17308" y="13688"/>
                  <a:pt x="13977" y="13688"/>
                </a:cubicBezTo>
                <a:cubicBezTo>
                  <a:pt x="11045" y="13070"/>
                  <a:pt x="8171" y="14952"/>
                  <a:pt x="7552" y="17880"/>
                </a:cubicBezTo>
                <a:cubicBezTo>
                  <a:pt x="7200" y="19572"/>
                  <a:pt x="7676" y="21339"/>
                  <a:pt x="8837" y="22623"/>
                </a:cubicBezTo>
                <a:cubicBezTo>
                  <a:pt x="8104" y="22680"/>
                  <a:pt x="7381" y="22680"/>
                  <a:pt x="6648" y="22623"/>
                </a:cubicBezTo>
                <a:cubicBezTo>
                  <a:pt x="-15" y="21102"/>
                  <a:pt x="-2870" y="31368"/>
                  <a:pt x="3792" y="32889"/>
                </a:cubicBezTo>
                <a:cubicBezTo>
                  <a:pt x="5582" y="33231"/>
                  <a:pt x="7399" y="33487"/>
                  <a:pt x="9218" y="33649"/>
                </a:cubicBezTo>
                <a:cubicBezTo>
                  <a:pt x="4839" y="35360"/>
                  <a:pt x="3792" y="42584"/>
                  <a:pt x="9218" y="43154"/>
                </a:cubicBezTo>
                <a:lnTo>
                  <a:pt x="10836" y="43154"/>
                </a:lnTo>
                <a:cubicBezTo>
                  <a:pt x="11645" y="43373"/>
                  <a:pt x="12501" y="43373"/>
                  <a:pt x="13310" y="43154"/>
                </a:cubicBezTo>
                <a:lnTo>
                  <a:pt x="14262" y="43154"/>
                </a:lnTo>
                <a:cubicBezTo>
                  <a:pt x="13701" y="46358"/>
                  <a:pt x="15852" y="49418"/>
                  <a:pt x="19059" y="49970"/>
                </a:cubicBezTo>
                <a:cubicBezTo>
                  <a:pt x="19107" y="49979"/>
                  <a:pt x="19164" y="49989"/>
                  <a:pt x="19212" y="49998"/>
                </a:cubicBezTo>
                <a:cubicBezTo>
                  <a:pt x="35107" y="52089"/>
                  <a:pt x="58522" y="58458"/>
                  <a:pt x="72894" y="45341"/>
                </a:cubicBezTo>
                <a:cubicBezTo>
                  <a:pt x="82774" y="44295"/>
                  <a:pt x="92416" y="41662"/>
                  <a:pt x="101449" y="37546"/>
                </a:cubicBezTo>
                <a:cubicBezTo>
                  <a:pt x="110491" y="33839"/>
                  <a:pt x="110777" y="24904"/>
                  <a:pt x="108112" y="15494"/>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1" name="Google Shape;2585;p47">
            <a:extLst>
              <a:ext uri="{FF2B5EF4-FFF2-40B4-BE49-F238E27FC236}">
                <a16:creationId xmlns:a16="http://schemas.microsoft.com/office/drawing/2014/main" id="{02577162-8CDE-5482-34DD-6588245261E8}"/>
              </a:ext>
            </a:extLst>
          </p:cNvPr>
          <p:cNvSpPr>
            <a:spLocks noGrp="1"/>
          </p:cNvSpPr>
          <p:nvPr/>
        </p:nvSpPr>
        <p:spPr>
          <a:xfrm>
            <a:off x="10830760" y="3673166"/>
            <a:ext cx="51498" cy="43378"/>
          </a:xfrm>
          <a:custGeom>
            <a:avLst/>
            <a:gdLst/>
            <a:ahLst/>
            <a:cxnLst/>
            <a:rect l="l" t="t" r="r" b="b"/>
            <a:pathLst>
              <a:path w="67863" h="55821">
                <a:moveTo>
                  <a:pt x="62477" y="30335"/>
                </a:moveTo>
                <a:lnTo>
                  <a:pt x="60192" y="30335"/>
                </a:lnTo>
                <a:cubicBezTo>
                  <a:pt x="62420" y="28253"/>
                  <a:pt x="62534" y="24764"/>
                  <a:pt x="60459" y="22540"/>
                </a:cubicBezTo>
                <a:cubicBezTo>
                  <a:pt x="59564" y="21590"/>
                  <a:pt x="58355" y="20981"/>
                  <a:pt x="57051" y="20829"/>
                </a:cubicBezTo>
                <a:cubicBezTo>
                  <a:pt x="53720" y="20829"/>
                  <a:pt x="20216" y="13890"/>
                  <a:pt x="20216" y="13890"/>
                </a:cubicBezTo>
                <a:lnTo>
                  <a:pt x="16123" y="108"/>
                </a:lnTo>
                <a:cubicBezTo>
                  <a:pt x="16123" y="-653"/>
                  <a:pt x="10317" y="2864"/>
                  <a:pt x="10127" y="2959"/>
                </a:cubicBezTo>
                <a:cubicBezTo>
                  <a:pt x="4406" y="6723"/>
                  <a:pt x="694" y="12873"/>
                  <a:pt x="37" y="19689"/>
                </a:cubicBezTo>
                <a:cubicBezTo>
                  <a:pt x="-400" y="29232"/>
                  <a:pt x="3035" y="38557"/>
                  <a:pt x="9555" y="45543"/>
                </a:cubicBezTo>
                <a:cubicBezTo>
                  <a:pt x="15638" y="51503"/>
                  <a:pt x="23785" y="54906"/>
                  <a:pt x="32304" y="55049"/>
                </a:cubicBezTo>
                <a:cubicBezTo>
                  <a:pt x="36302" y="55049"/>
                  <a:pt x="40204" y="55049"/>
                  <a:pt x="43726" y="55809"/>
                </a:cubicBezTo>
                <a:cubicBezTo>
                  <a:pt x="46981" y="56018"/>
                  <a:pt x="49789" y="53556"/>
                  <a:pt x="49998" y="50305"/>
                </a:cubicBezTo>
                <a:cubicBezTo>
                  <a:pt x="49998" y="50210"/>
                  <a:pt x="50008" y="50106"/>
                  <a:pt x="50008" y="50011"/>
                </a:cubicBezTo>
                <a:lnTo>
                  <a:pt x="51055" y="50011"/>
                </a:lnTo>
                <a:cubicBezTo>
                  <a:pt x="51835" y="50201"/>
                  <a:pt x="52654" y="50201"/>
                  <a:pt x="53435" y="50011"/>
                </a:cubicBezTo>
                <a:lnTo>
                  <a:pt x="55148" y="50011"/>
                </a:lnTo>
                <a:cubicBezTo>
                  <a:pt x="60859" y="50011"/>
                  <a:pt x="61334" y="42977"/>
                  <a:pt x="57432" y="40505"/>
                </a:cubicBezTo>
                <a:cubicBezTo>
                  <a:pt x="59240" y="40505"/>
                  <a:pt x="61049" y="40505"/>
                  <a:pt x="62953" y="40505"/>
                </a:cubicBezTo>
                <a:cubicBezTo>
                  <a:pt x="69901" y="40885"/>
                  <a:pt x="69234" y="30239"/>
                  <a:pt x="62477" y="30335"/>
                </a:cubicBezTo>
                <a:close/>
              </a:path>
            </a:pathLst>
          </a:custGeom>
          <a:solidFill>
            <a:srgbClr val="9C6448"/>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2" name="Google Shape;2586;p47">
            <a:extLst>
              <a:ext uri="{FF2B5EF4-FFF2-40B4-BE49-F238E27FC236}">
                <a16:creationId xmlns:a16="http://schemas.microsoft.com/office/drawing/2014/main" id="{205F6000-5CF2-B108-765C-101942A0A205}"/>
              </a:ext>
            </a:extLst>
          </p:cNvPr>
          <p:cNvSpPr>
            <a:spLocks noGrp="1"/>
          </p:cNvSpPr>
          <p:nvPr/>
        </p:nvSpPr>
        <p:spPr>
          <a:xfrm>
            <a:off x="10942672" y="3417597"/>
            <a:ext cx="51066" cy="75934"/>
          </a:xfrm>
          <a:custGeom>
            <a:avLst/>
            <a:gdLst/>
            <a:ahLst/>
            <a:cxnLst/>
            <a:rect l="l" t="t" r="r" b="b"/>
            <a:pathLst>
              <a:path w="67293" h="97715">
                <a:moveTo>
                  <a:pt x="24367" y="97715"/>
                </a:moveTo>
                <a:cubicBezTo>
                  <a:pt x="15153" y="97344"/>
                  <a:pt x="6435" y="93466"/>
                  <a:pt x="0" y="86879"/>
                </a:cubicBezTo>
                <a:cubicBezTo>
                  <a:pt x="1333" y="69769"/>
                  <a:pt x="23224" y="4848"/>
                  <a:pt x="67294" y="0"/>
                </a:cubicBezTo>
                <a:cubicBezTo>
                  <a:pt x="55310" y="8431"/>
                  <a:pt x="45811" y="19923"/>
                  <a:pt x="39786" y="33269"/>
                </a:cubicBezTo>
                <a:cubicBezTo>
                  <a:pt x="33000" y="54323"/>
                  <a:pt x="27841" y="75872"/>
                  <a:pt x="24367" y="97715"/>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3" name="Google Shape;2587;p47">
            <a:extLst>
              <a:ext uri="{FF2B5EF4-FFF2-40B4-BE49-F238E27FC236}">
                <a16:creationId xmlns:a16="http://schemas.microsoft.com/office/drawing/2014/main" id="{2843AFB6-D735-CB6C-89EB-EA3CB422FFB6}"/>
              </a:ext>
            </a:extLst>
          </p:cNvPr>
          <p:cNvSpPr>
            <a:spLocks noGrp="1"/>
          </p:cNvSpPr>
          <p:nvPr/>
        </p:nvSpPr>
        <p:spPr>
          <a:xfrm>
            <a:off x="11073862" y="3469234"/>
            <a:ext cx="62029" cy="94469"/>
          </a:xfrm>
          <a:custGeom>
            <a:avLst/>
            <a:gdLst/>
            <a:ahLst/>
            <a:cxnLst/>
            <a:rect l="l" t="t" r="r" b="b"/>
            <a:pathLst>
              <a:path w="81740" h="121566">
                <a:moveTo>
                  <a:pt x="75168" y="117100"/>
                </a:moveTo>
                <a:cubicBezTo>
                  <a:pt x="75168" y="117100"/>
                  <a:pt x="31289" y="132214"/>
                  <a:pt x="355" y="106834"/>
                </a:cubicBezTo>
                <a:cubicBezTo>
                  <a:pt x="-2977" y="101036"/>
                  <a:pt x="18249" y="26514"/>
                  <a:pt x="18249" y="26514"/>
                </a:cubicBezTo>
                <a:cubicBezTo>
                  <a:pt x="18249" y="26514"/>
                  <a:pt x="36714" y="-11507"/>
                  <a:pt x="65840" y="3511"/>
                </a:cubicBezTo>
                <a:cubicBezTo>
                  <a:pt x="94966" y="18530"/>
                  <a:pt x="75168" y="117100"/>
                  <a:pt x="75168" y="117100"/>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4" name="Google Shape;2588;p47">
            <a:extLst>
              <a:ext uri="{FF2B5EF4-FFF2-40B4-BE49-F238E27FC236}">
                <a16:creationId xmlns:a16="http://schemas.microsoft.com/office/drawing/2014/main" id="{E448C44E-418F-4422-D97F-1337C8595D70}"/>
              </a:ext>
            </a:extLst>
          </p:cNvPr>
          <p:cNvSpPr>
            <a:spLocks noGrp="1"/>
          </p:cNvSpPr>
          <p:nvPr/>
        </p:nvSpPr>
        <p:spPr>
          <a:xfrm>
            <a:off x="9189503" y="3538148"/>
            <a:ext cx="77069" cy="137835"/>
          </a:xfrm>
          <a:custGeom>
            <a:avLst/>
            <a:gdLst/>
            <a:ahLst/>
            <a:cxnLst/>
            <a:rect l="l" t="t" r="r" b="b"/>
            <a:pathLst>
              <a:path w="101559" h="177370">
                <a:moveTo>
                  <a:pt x="0" y="0"/>
                </a:moveTo>
                <a:cubicBezTo>
                  <a:pt x="0" y="0"/>
                  <a:pt x="6092" y="90966"/>
                  <a:pt x="17989" y="104084"/>
                </a:cubicBezTo>
                <a:cubicBezTo>
                  <a:pt x="29887" y="117201"/>
                  <a:pt x="70340" y="126136"/>
                  <a:pt x="70340" y="126136"/>
                </a:cubicBezTo>
                <a:lnTo>
                  <a:pt x="101559" y="177370"/>
                </a:lnTo>
                <a:cubicBezTo>
                  <a:pt x="101559" y="177370"/>
                  <a:pt x="73005" y="14543"/>
                  <a:pt x="66913" y="10646"/>
                </a:cubicBezTo>
                <a:cubicBezTo>
                  <a:pt x="60821" y="6749"/>
                  <a:pt x="0" y="0"/>
                  <a:pt x="0" y="0"/>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5" name="Google Shape;2589;p47">
            <a:extLst>
              <a:ext uri="{FF2B5EF4-FFF2-40B4-BE49-F238E27FC236}">
                <a16:creationId xmlns:a16="http://schemas.microsoft.com/office/drawing/2014/main" id="{C0A25E9D-2221-310B-C9D5-3CA475988881}"/>
              </a:ext>
            </a:extLst>
          </p:cNvPr>
          <p:cNvSpPr>
            <a:spLocks noGrp="1"/>
          </p:cNvSpPr>
          <p:nvPr/>
        </p:nvSpPr>
        <p:spPr>
          <a:xfrm>
            <a:off x="9183507" y="3456932"/>
            <a:ext cx="51427" cy="101555"/>
          </a:xfrm>
          <a:custGeom>
            <a:avLst/>
            <a:gdLst/>
            <a:ahLst/>
            <a:cxnLst/>
            <a:rect l="l" t="t" r="r" b="b"/>
            <a:pathLst>
              <a:path w="67769" h="130685">
                <a:moveTo>
                  <a:pt x="67770" y="3183"/>
                </a:moveTo>
                <a:cubicBezTo>
                  <a:pt x="52097" y="-4127"/>
                  <a:pt x="33430" y="1529"/>
                  <a:pt x="24462" y="16300"/>
                </a:cubicBezTo>
                <a:cubicBezTo>
                  <a:pt x="12945" y="35311"/>
                  <a:pt x="1047" y="100328"/>
                  <a:pt x="0" y="111354"/>
                </a:cubicBezTo>
                <a:cubicBezTo>
                  <a:pt x="0" y="111354"/>
                  <a:pt x="16086" y="133597"/>
                  <a:pt x="40167" y="130365"/>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6" name="Google Shape;2590;p47">
            <a:extLst>
              <a:ext uri="{FF2B5EF4-FFF2-40B4-BE49-F238E27FC236}">
                <a16:creationId xmlns:a16="http://schemas.microsoft.com/office/drawing/2014/main" id="{C0BBF653-7A3F-6DA0-B34A-115CD31A0512}"/>
              </a:ext>
            </a:extLst>
          </p:cNvPr>
          <p:cNvSpPr>
            <a:spLocks noGrp="1"/>
          </p:cNvSpPr>
          <p:nvPr/>
        </p:nvSpPr>
        <p:spPr>
          <a:xfrm>
            <a:off x="9299396" y="4150258"/>
            <a:ext cx="110643" cy="63914"/>
          </a:xfrm>
          <a:custGeom>
            <a:avLst/>
            <a:gdLst/>
            <a:ahLst/>
            <a:cxnLst/>
            <a:rect l="l" t="t" r="r" b="b"/>
            <a:pathLst>
              <a:path w="145801" h="82247">
                <a:moveTo>
                  <a:pt x="7003" y="19800"/>
                </a:moveTo>
                <a:cubicBezTo>
                  <a:pt x="23964" y="24458"/>
                  <a:pt x="42087" y="22272"/>
                  <a:pt x="57449" y="13717"/>
                </a:cubicBezTo>
                <a:cubicBezTo>
                  <a:pt x="69537" y="13717"/>
                  <a:pt x="135498" y="-14134"/>
                  <a:pt x="144446" y="9535"/>
                </a:cubicBezTo>
                <a:cubicBezTo>
                  <a:pt x="152346" y="30256"/>
                  <a:pt x="123791" y="49457"/>
                  <a:pt x="108562" y="53164"/>
                </a:cubicBezTo>
                <a:cubicBezTo>
                  <a:pt x="75248" y="61244"/>
                  <a:pt x="50596" y="77783"/>
                  <a:pt x="37175" y="80635"/>
                </a:cubicBezTo>
                <a:cubicBezTo>
                  <a:pt x="27657" y="82726"/>
                  <a:pt x="14332" y="84057"/>
                  <a:pt x="6432" y="76262"/>
                </a:cubicBezTo>
                <a:cubicBezTo>
                  <a:pt x="-2515" y="66852"/>
                  <a:pt x="-1944" y="32157"/>
                  <a:pt x="7003" y="19800"/>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7" name="Google Shape;2591;p47">
            <a:extLst>
              <a:ext uri="{FF2B5EF4-FFF2-40B4-BE49-F238E27FC236}">
                <a16:creationId xmlns:a16="http://schemas.microsoft.com/office/drawing/2014/main" id="{846675A6-C3BD-B19F-54C3-D40773AB38D3}"/>
              </a:ext>
            </a:extLst>
          </p:cNvPr>
          <p:cNvSpPr>
            <a:spLocks noGrp="1"/>
          </p:cNvSpPr>
          <p:nvPr/>
        </p:nvSpPr>
        <p:spPr>
          <a:xfrm>
            <a:off x="9301243" y="4160918"/>
            <a:ext cx="109099" cy="53255"/>
          </a:xfrm>
          <a:custGeom>
            <a:avLst/>
            <a:gdLst/>
            <a:ahLst/>
            <a:cxnLst/>
            <a:rect l="l" t="t" r="r" b="b"/>
            <a:pathLst>
              <a:path w="143767" h="68530">
                <a:moveTo>
                  <a:pt x="35122" y="61119"/>
                </a:moveTo>
                <a:cubicBezTo>
                  <a:pt x="48543" y="58363"/>
                  <a:pt x="73195" y="42109"/>
                  <a:pt x="106509" y="33649"/>
                </a:cubicBezTo>
                <a:cubicBezTo>
                  <a:pt x="119263" y="30607"/>
                  <a:pt x="141250" y="16634"/>
                  <a:pt x="143535" y="0"/>
                </a:cubicBezTo>
                <a:cubicBezTo>
                  <a:pt x="146485" y="19011"/>
                  <a:pt x="120691" y="36025"/>
                  <a:pt x="106509" y="39447"/>
                </a:cubicBezTo>
                <a:cubicBezTo>
                  <a:pt x="73195" y="47527"/>
                  <a:pt x="48543" y="64066"/>
                  <a:pt x="35122" y="66918"/>
                </a:cubicBezTo>
                <a:cubicBezTo>
                  <a:pt x="25604" y="69009"/>
                  <a:pt x="12278" y="70340"/>
                  <a:pt x="4378" y="62545"/>
                </a:cubicBezTo>
                <a:cubicBezTo>
                  <a:pt x="2265" y="60292"/>
                  <a:pt x="761" y="57545"/>
                  <a:pt x="0" y="54561"/>
                </a:cubicBezTo>
                <a:cubicBezTo>
                  <a:pt x="10013" y="62156"/>
                  <a:pt x="23034" y="64589"/>
                  <a:pt x="35122" y="61119"/>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8" name="Google Shape;2592;p47">
            <a:extLst>
              <a:ext uri="{FF2B5EF4-FFF2-40B4-BE49-F238E27FC236}">
                <a16:creationId xmlns:a16="http://schemas.microsoft.com/office/drawing/2014/main" id="{7109F66F-4809-2A91-A504-7AAD2ADF0450}"/>
              </a:ext>
            </a:extLst>
          </p:cNvPr>
          <p:cNvSpPr>
            <a:spLocks noGrp="1"/>
          </p:cNvSpPr>
          <p:nvPr/>
        </p:nvSpPr>
        <p:spPr>
          <a:xfrm>
            <a:off x="9221502" y="4125423"/>
            <a:ext cx="110938" cy="63885"/>
          </a:xfrm>
          <a:custGeom>
            <a:avLst/>
            <a:gdLst/>
            <a:ahLst/>
            <a:cxnLst/>
            <a:rect l="l" t="t" r="r" b="b"/>
            <a:pathLst>
              <a:path w="146191" h="82209">
                <a:moveTo>
                  <a:pt x="7327" y="19726"/>
                </a:moveTo>
                <a:cubicBezTo>
                  <a:pt x="24287" y="24431"/>
                  <a:pt x="42423" y="22245"/>
                  <a:pt x="57774" y="13642"/>
                </a:cubicBezTo>
                <a:cubicBezTo>
                  <a:pt x="69957" y="13642"/>
                  <a:pt x="135823" y="-14113"/>
                  <a:pt x="144865" y="9555"/>
                </a:cubicBezTo>
                <a:cubicBezTo>
                  <a:pt x="152670" y="30277"/>
                  <a:pt x="124116" y="49477"/>
                  <a:pt x="108886" y="53185"/>
                </a:cubicBezTo>
                <a:cubicBezTo>
                  <a:pt x="75573" y="61169"/>
                  <a:pt x="50921" y="77804"/>
                  <a:pt x="37595" y="80560"/>
                </a:cubicBezTo>
                <a:cubicBezTo>
                  <a:pt x="27601" y="82651"/>
                  <a:pt x="14656" y="84077"/>
                  <a:pt x="6756" y="76283"/>
                </a:cubicBezTo>
                <a:cubicBezTo>
                  <a:pt x="-2762" y="66872"/>
                  <a:pt x="-1905" y="32178"/>
                  <a:pt x="7327" y="19726"/>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69" name="Google Shape;2593;p47">
            <a:extLst>
              <a:ext uri="{FF2B5EF4-FFF2-40B4-BE49-F238E27FC236}">
                <a16:creationId xmlns:a16="http://schemas.microsoft.com/office/drawing/2014/main" id="{7092052B-C36D-DF57-90E7-5461623C711B}"/>
              </a:ext>
            </a:extLst>
          </p:cNvPr>
          <p:cNvSpPr>
            <a:spLocks noGrp="1"/>
          </p:cNvSpPr>
          <p:nvPr/>
        </p:nvSpPr>
        <p:spPr>
          <a:xfrm>
            <a:off x="9223307" y="4135729"/>
            <a:ext cx="109099" cy="53282"/>
          </a:xfrm>
          <a:custGeom>
            <a:avLst/>
            <a:gdLst/>
            <a:ahLst/>
            <a:cxnLst/>
            <a:rect l="l" t="t" r="r" b="b"/>
            <a:pathLst>
              <a:path w="143767" h="68566">
                <a:moveTo>
                  <a:pt x="35217" y="61215"/>
                </a:moveTo>
                <a:cubicBezTo>
                  <a:pt x="48543" y="58363"/>
                  <a:pt x="73290" y="42204"/>
                  <a:pt x="106509" y="33744"/>
                </a:cubicBezTo>
                <a:cubicBezTo>
                  <a:pt x="119263" y="30702"/>
                  <a:pt x="141345" y="16730"/>
                  <a:pt x="143534" y="0"/>
                </a:cubicBezTo>
                <a:cubicBezTo>
                  <a:pt x="146485" y="19011"/>
                  <a:pt x="120691" y="36025"/>
                  <a:pt x="106509" y="39542"/>
                </a:cubicBezTo>
                <a:cubicBezTo>
                  <a:pt x="73195" y="47527"/>
                  <a:pt x="48543" y="64161"/>
                  <a:pt x="35217" y="66918"/>
                </a:cubicBezTo>
                <a:cubicBezTo>
                  <a:pt x="25223" y="69009"/>
                  <a:pt x="12278" y="70435"/>
                  <a:pt x="4378" y="62640"/>
                </a:cubicBezTo>
                <a:cubicBezTo>
                  <a:pt x="2320" y="60350"/>
                  <a:pt x="821" y="57622"/>
                  <a:pt x="0" y="54656"/>
                </a:cubicBezTo>
                <a:cubicBezTo>
                  <a:pt x="10052" y="62251"/>
                  <a:pt x="23099" y="64684"/>
                  <a:pt x="35217" y="61215"/>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0" name="Google Shape;2594;p47">
            <a:extLst>
              <a:ext uri="{FF2B5EF4-FFF2-40B4-BE49-F238E27FC236}">
                <a16:creationId xmlns:a16="http://schemas.microsoft.com/office/drawing/2014/main" id="{A96F21A8-42CF-0AED-49E3-D0A63D4CC0A1}"/>
              </a:ext>
            </a:extLst>
          </p:cNvPr>
          <p:cNvSpPr>
            <a:spLocks noGrp="1"/>
          </p:cNvSpPr>
          <p:nvPr/>
        </p:nvSpPr>
        <p:spPr>
          <a:xfrm>
            <a:off x="9216945" y="3707302"/>
            <a:ext cx="159994" cy="461776"/>
          </a:xfrm>
          <a:custGeom>
            <a:avLst/>
            <a:gdLst/>
            <a:ahLst/>
            <a:cxnLst/>
            <a:rect l="l" t="t" r="r" b="b"/>
            <a:pathLst>
              <a:path w="210834" h="594226">
                <a:moveTo>
                  <a:pt x="6098" y="372610"/>
                </a:moveTo>
                <a:cubicBezTo>
                  <a:pt x="8933" y="348172"/>
                  <a:pt x="14031" y="324057"/>
                  <a:pt x="21327" y="300559"/>
                </a:cubicBezTo>
                <a:cubicBezTo>
                  <a:pt x="21327" y="300559"/>
                  <a:pt x="16759" y="238299"/>
                  <a:pt x="14474" y="179271"/>
                </a:cubicBezTo>
                <a:cubicBezTo>
                  <a:pt x="11904" y="112734"/>
                  <a:pt x="-11320" y="53420"/>
                  <a:pt x="6955" y="0"/>
                </a:cubicBezTo>
                <a:lnTo>
                  <a:pt x="210835" y="45340"/>
                </a:lnTo>
                <a:cubicBezTo>
                  <a:pt x="210835" y="45340"/>
                  <a:pt x="201317" y="312821"/>
                  <a:pt x="198176" y="345140"/>
                </a:cubicBezTo>
                <a:cubicBezTo>
                  <a:pt x="196596" y="370310"/>
                  <a:pt x="193417" y="395366"/>
                  <a:pt x="188657" y="420137"/>
                </a:cubicBezTo>
                <a:cubicBezTo>
                  <a:pt x="179139" y="471941"/>
                  <a:pt x="168955" y="587907"/>
                  <a:pt x="168955" y="587907"/>
                </a:cubicBezTo>
                <a:cubicBezTo>
                  <a:pt x="147063" y="600644"/>
                  <a:pt x="114987" y="590188"/>
                  <a:pt x="114987" y="590188"/>
                </a:cubicBezTo>
                <a:cubicBezTo>
                  <a:pt x="114987" y="590188"/>
                  <a:pt x="114987" y="445041"/>
                  <a:pt x="116224" y="407685"/>
                </a:cubicBezTo>
                <a:cubicBezTo>
                  <a:pt x="117937" y="362059"/>
                  <a:pt x="119365" y="365576"/>
                  <a:pt x="119365" y="365576"/>
                </a:cubicBezTo>
                <a:lnTo>
                  <a:pt x="112512" y="251987"/>
                </a:lnTo>
                <a:lnTo>
                  <a:pt x="108038" y="195525"/>
                </a:lnTo>
                <a:cubicBezTo>
                  <a:pt x="108038" y="195525"/>
                  <a:pt x="102327" y="236969"/>
                  <a:pt x="98520" y="273945"/>
                </a:cubicBezTo>
                <a:cubicBezTo>
                  <a:pt x="95284" y="306263"/>
                  <a:pt x="87479" y="335444"/>
                  <a:pt x="78722" y="395613"/>
                </a:cubicBezTo>
                <a:cubicBezTo>
                  <a:pt x="71203" y="447703"/>
                  <a:pt x="63398" y="554068"/>
                  <a:pt x="63398" y="554068"/>
                </a:cubicBezTo>
                <a:cubicBezTo>
                  <a:pt x="41506" y="566710"/>
                  <a:pt x="12000" y="557965"/>
                  <a:pt x="12000" y="557965"/>
                </a:cubicBezTo>
                <a:cubicBezTo>
                  <a:pt x="12000" y="557965"/>
                  <a:pt x="197" y="417856"/>
                  <a:pt x="6098" y="372610"/>
                </a:cubicBezTo>
                <a:close/>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1" name="Google Shape;2595;p47">
            <a:extLst>
              <a:ext uri="{FF2B5EF4-FFF2-40B4-BE49-F238E27FC236}">
                <a16:creationId xmlns:a16="http://schemas.microsoft.com/office/drawing/2014/main" id="{20CE8AA0-B914-44E6-3BAA-5453A409F5FC}"/>
              </a:ext>
            </a:extLst>
          </p:cNvPr>
          <p:cNvSpPr>
            <a:spLocks noGrp="1"/>
          </p:cNvSpPr>
          <p:nvPr/>
        </p:nvSpPr>
        <p:spPr>
          <a:xfrm>
            <a:off x="9236591" y="3322875"/>
            <a:ext cx="117900" cy="192485"/>
          </a:xfrm>
          <a:custGeom>
            <a:avLst/>
            <a:gdLst/>
            <a:ahLst/>
            <a:cxnLst/>
            <a:rect l="l" t="t" r="r" b="b"/>
            <a:pathLst>
              <a:path w="155365" h="247695">
                <a:moveTo>
                  <a:pt x="8859" y="177022"/>
                </a:moveTo>
                <a:cubicBezTo>
                  <a:pt x="24564" y="177782"/>
                  <a:pt x="36271" y="181869"/>
                  <a:pt x="38270" y="177022"/>
                </a:cubicBezTo>
                <a:cubicBezTo>
                  <a:pt x="39966" y="168895"/>
                  <a:pt x="41174" y="160673"/>
                  <a:pt x="41887" y="152403"/>
                </a:cubicBezTo>
                <a:cubicBezTo>
                  <a:pt x="40078" y="147840"/>
                  <a:pt x="38460" y="142897"/>
                  <a:pt x="38460" y="142897"/>
                </a:cubicBezTo>
                <a:cubicBezTo>
                  <a:pt x="18662" y="130826"/>
                  <a:pt x="12476" y="109439"/>
                  <a:pt x="9906" y="84535"/>
                </a:cubicBezTo>
                <a:cubicBezTo>
                  <a:pt x="5527" y="42046"/>
                  <a:pt x="28942" y="4880"/>
                  <a:pt x="71013" y="412"/>
                </a:cubicBezTo>
                <a:cubicBezTo>
                  <a:pt x="111084" y="-3770"/>
                  <a:pt x="140495" y="24365"/>
                  <a:pt x="148396" y="62862"/>
                </a:cubicBezTo>
                <a:cubicBezTo>
                  <a:pt x="152584" y="81873"/>
                  <a:pt x="161055" y="117899"/>
                  <a:pt x="149633" y="149171"/>
                </a:cubicBezTo>
                <a:cubicBezTo>
                  <a:pt x="143256" y="166756"/>
                  <a:pt x="135070" y="180634"/>
                  <a:pt x="126884" y="183295"/>
                </a:cubicBezTo>
                <a:cubicBezTo>
                  <a:pt x="118946" y="183143"/>
                  <a:pt x="111027" y="182449"/>
                  <a:pt x="103184" y="181204"/>
                </a:cubicBezTo>
                <a:lnTo>
                  <a:pt x="103184" y="181204"/>
                </a:lnTo>
                <a:cubicBezTo>
                  <a:pt x="103184" y="181204"/>
                  <a:pt x="101090" y="192991"/>
                  <a:pt x="99662" y="200215"/>
                </a:cubicBezTo>
                <a:cubicBezTo>
                  <a:pt x="98235" y="207439"/>
                  <a:pt x="98711" y="211716"/>
                  <a:pt x="113844" y="221031"/>
                </a:cubicBezTo>
                <a:cubicBezTo>
                  <a:pt x="128978" y="230347"/>
                  <a:pt x="91001" y="249548"/>
                  <a:pt x="66253" y="247551"/>
                </a:cubicBezTo>
                <a:cubicBezTo>
                  <a:pt x="41506" y="245555"/>
                  <a:pt x="13523" y="230727"/>
                  <a:pt x="5908" y="214758"/>
                </a:cubicBezTo>
                <a:cubicBezTo>
                  <a:pt x="-2754" y="197553"/>
                  <a:pt x="-1992" y="176451"/>
                  <a:pt x="8859" y="177022"/>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2" name="Google Shape;2596;p47">
            <a:extLst>
              <a:ext uri="{FF2B5EF4-FFF2-40B4-BE49-F238E27FC236}">
                <a16:creationId xmlns:a16="http://schemas.microsoft.com/office/drawing/2014/main" id="{AACE6D95-52E0-AAA0-A7F5-E9A0BE784C07}"/>
              </a:ext>
            </a:extLst>
          </p:cNvPr>
          <p:cNvSpPr>
            <a:spLocks noGrp="1"/>
          </p:cNvSpPr>
          <p:nvPr/>
        </p:nvSpPr>
        <p:spPr>
          <a:xfrm>
            <a:off x="9197358" y="3459392"/>
            <a:ext cx="181526" cy="306762"/>
          </a:xfrm>
          <a:custGeom>
            <a:avLst/>
            <a:gdLst/>
            <a:ahLst/>
            <a:cxnLst/>
            <a:rect l="l" t="t" r="r" b="b"/>
            <a:pathLst>
              <a:path w="239208" h="394751">
                <a:moveTo>
                  <a:pt x="83308" y="3725"/>
                </a:moveTo>
                <a:cubicBezTo>
                  <a:pt x="78930" y="14561"/>
                  <a:pt x="90066" y="27868"/>
                  <a:pt x="119667" y="37088"/>
                </a:cubicBezTo>
                <a:cubicBezTo>
                  <a:pt x="149269" y="46308"/>
                  <a:pt x="151839" y="34427"/>
                  <a:pt x="151839" y="34427"/>
                </a:cubicBezTo>
                <a:cubicBezTo>
                  <a:pt x="171408" y="43257"/>
                  <a:pt x="190473" y="53162"/>
                  <a:pt x="208948" y="64083"/>
                </a:cubicBezTo>
                <a:cubicBezTo>
                  <a:pt x="226652" y="76441"/>
                  <a:pt x="234552" y="112371"/>
                  <a:pt x="236932" y="172920"/>
                </a:cubicBezTo>
                <a:cubicBezTo>
                  <a:pt x="239692" y="242974"/>
                  <a:pt x="239977" y="346963"/>
                  <a:pt x="237598" y="364928"/>
                </a:cubicBezTo>
                <a:cubicBezTo>
                  <a:pt x="237598" y="364928"/>
                  <a:pt x="204475" y="398007"/>
                  <a:pt x="161452" y="394490"/>
                </a:cubicBezTo>
                <a:cubicBezTo>
                  <a:pt x="118430" y="390973"/>
                  <a:pt x="47234" y="353427"/>
                  <a:pt x="30196" y="324435"/>
                </a:cubicBezTo>
                <a:cubicBezTo>
                  <a:pt x="30196" y="263031"/>
                  <a:pt x="37906" y="253050"/>
                  <a:pt x="27912" y="217595"/>
                </a:cubicBezTo>
                <a:cubicBezTo>
                  <a:pt x="5068" y="136514"/>
                  <a:pt x="-6925" y="103531"/>
                  <a:pt x="4212" y="49540"/>
                </a:cubicBezTo>
                <a:cubicBezTo>
                  <a:pt x="13730" y="5150"/>
                  <a:pt x="26103" y="-363"/>
                  <a:pt x="43712" y="17"/>
                </a:cubicBezTo>
                <a:cubicBezTo>
                  <a:pt x="56967" y="550"/>
                  <a:pt x="70185" y="1785"/>
                  <a:pt x="83308" y="3725"/>
                </a:cubicBezTo>
                <a:close/>
              </a:path>
            </a:pathLst>
          </a:custGeom>
          <a:solidFill>
            <a:srgbClr val="F4F4F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3" name="Google Shape;2597;p47">
            <a:extLst>
              <a:ext uri="{FF2B5EF4-FFF2-40B4-BE49-F238E27FC236}">
                <a16:creationId xmlns:a16="http://schemas.microsoft.com/office/drawing/2014/main" id="{73B7DE03-A1FA-48FD-5F1C-119BDE21C026}"/>
              </a:ext>
            </a:extLst>
          </p:cNvPr>
          <p:cNvSpPr>
            <a:spLocks noGrp="1"/>
          </p:cNvSpPr>
          <p:nvPr/>
        </p:nvSpPr>
        <p:spPr>
          <a:xfrm>
            <a:off x="9333602" y="3576484"/>
            <a:ext cx="48105" cy="224184"/>
          </a:xfrm>
          <a:custGeom>
            <a:avLst/>
            <a:gdLst/>
            <a:ahLst/>
            <a:cxnLst/>
            <a:rect l="l" t="t" r="r" b="b"/>
            <a:pathLst>
              <a:path w="63391" h="288487">
                <a:moveTo>
                  <a:pt x="21226" y="268241"/>
                </a:moveTo>
                <a:lnTo>
                  <a:pt x="0" y="24144"/>
                </a:lnTo>
                <a:lnTo>
                  <a:pt x="45592" y="0"/>
                </a:lnTo>
                <a:lnTo>
                  <a:pt x="63391" y="14923"/>
                </a:lnTo>
                <a:lnTo>
                  <a:pt x="57109" y="234117"/>
                </a:lnTo>
                <a:lnTo>
                  <a:pt x="57109" y="234117"/>
                </a:lnTo>
                <a:lnTo>
                  <a:pt x="57109" y="240200"/>
                </a:lnTo>
                <a:lnTo>
                  <a:pt x="57109" y="240200"/>
                </a:lnTo>
                <a:lnTo>
                  <a:pt x="57109" y="247995"/>
                </a:lnTo>
                <a:cubicBezTo>
                  <a:pt x="57109" y="247995"/>
                  <a:pt x="58061" y="266435"/>
                  <a:pt x="23224" y="288488"/>
                </a:cubicBezTo>
                <a:cubicBezTo>
                  <a:pt x="23224" y="288488"/>
                  <a:pt x="22653" y="282689"/>
                  <a:pt x="22177" y="277271"/>
                </a:cubicBezTo>
                <a:lnTo>
                  <a:pt x="22177" y="277271"/>
                </a:lnTo>
                <a:lnTo>
                  <a:pt x="21321" y="267766"/>
                </a:ln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4" name="Google Shape;2598;p47">
            <a:extLst>
              <a:ext uri="{FF2B5EF4-FFF2-40B4-BE49-F238E27FC236}">
                <a16:creationId xmlns:a16="http://schemas.microsoft.com/office/drawing/2014/main" id="{4629FCC7-97C6-ACBE-F547-A817CFB14FD1}"/>
              </a:ext>
            </a:extLst>
          </p:cNvPr>
          <p:cNvSpPr>
            <a:spLocks noGrp="1"/>
          </p:cNvSpPr>
          <p:nvPr/>
        </p:nvSpPr>
        <p:spPr>
          <a:xfrm>
            <a:off x="9322917" y="3497447"/>
            <a:ext cx="63484" cy="105088"/>
          </a:xfrm>
          <a:custGeom>
            <a:avLst/>
            <a:gdLst/>
            <a:ahLst/>
            <a:cxnLst/>
            <a:rect l="l" t="t" r="r" b="b"/>
            <a:pathLst>
              <a:path w="83658" h="135231">
                <a:moveTo>
                  <a:pt x="29880" y="0"/>
                </a:moveTo>
                <a:cubicBezTo>
                  <a:pt x="53390" y="0"/>
                  <a:pt x="67953" y="11977"/>
                  <a:pt x="74140" y="48192"/>
                </a:cubicBezTo>
                <a:cubicBezTo>
                  <a:pt x="80327" y="84408"/>
                  <a:pt x="83658" y="114064"/>
                  <a:pt x="83658" y="114064"/>
                </a:cubicBezTo>
                <a:cubicBezTo>
                  <a:pt x="72826" y="126070"/>
                  <a:pt x="57807" y="133484"/>
                  <a:pt x="41683" y="134786"/>
                </a:cubicBezTo>
                <a:cubicBezTo>
                  <a:pt x="13128" y="137923"/>
                  <a:pt x="4943" y="123475"/>
                  <a:pt x="4943" y="123475"/>
                </a:cubicBezTo>
                <a:cubicBezTo>
                  <a:pt x="4943" y="123475"/>
                  <a:pt x="1897" y="85929"/>
                  <a:pt x="374" y="60359"/>
                </a:cubicBezTo>
                <a:cubicBezTo>
                  <a:pt x="-1149" y="34790"/>
                  <a:pt x="755" y="570"/>
                  <a:pt x="29880" y="0"/>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5" name="Google Shape;2599;p47">
            <a:extLst>
              <a:ext uri="{FF2B5EF4-FFF2-40B4-BE49-F238E27FC236}">
                <a16:creationId xmlns:a16="http://schemas.microsoft.com/office/drawing/2014/main" id="{B7F84939-C8A5-6FFC-6745-6783A744B43E}"/>
              </a:ext>
            </a:extLst>
          </p:cNvPr>
          <p:cNvSpPr>
            <a:spLocks noGrp="1"/>
          </p:cNvSpPr>
          <p:nvPr/>
        </p:nvSpPr>
        <p:spPr>
          <a:xfrm>
            <a:off x="9240214" y="3314398"/>
            <a:ext cx="114252" cy="128717"/>
          </a:xfrm>
          <a:custGeom>
            <a:avLst/>
            <a:gdLst/>
            <a:ahLst/>
            <a:cxnLst/>
            <a:rect l="l" t="t" r="r" b="b"/>
            <a:pathLst>
              <a:path w="150557" h="165637">
                <a:moveTo>
                  <a:pt x="142099" y="68353"/>
                </a:moveTo>
                <a:cubicBezTo>
                  <a:pt x="142099" y="68353"/>
                  <a:pt x="178840" y="12557"/>
                  <a:pt x="99172" y="1150"/>
                </a:cubicBezTo>
                <a:cubicBezTo>
                  <a:pt x="42063" y="-7024"/>
                  <a:pt x="4752" y="29667"/>
                  <a:pt x="468" y="69874"/>
                </a:cubicBezTo>
                <a:cubicBezTo>
                  <a:pt x="-3624" y="107896"/>
                  <a:pt x="19981" y="147723"/>
                  <a:pt x="37018" y="163502"/>
                </a:cubicBezTo>
                <a:cubicBezTo>
                  <a:pt x="53749" y="167751"/>
                  <a:pt x="71464" y="165612"/>
                  <a:pt x="86703" y="157514"/>
                </a:cubicBezTo>
                <a:cubicBezTo>
                  <a:pt x="87636" y="147115"/>
                  <a:pt x="87988" y="136678"/>
                  <a:pt x="87750" y="126241"/>
                </a:cubicBezTo>
                <a:cubicBezTo>
                  <a:pt x="87750" y="126241"/>
                  <a:pt x="59862" y="67308"/>
                  <a:pt x="142099" y="68353"/>
                </a:cubicBezTo>
                <a:close/>
              </a:path>
            </a:pathLst>
          </a:custGeom>
          <a:solidFill>
            <a:srgbClr val="3A2C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6" name="Google Shape;2600;p47">
            <a:extLst>
              <a:ext uri="{FF2B5EF4-FFF2-40B4-BE49-F238E27FC236}">
                <a16:creationId xmlns:a16="http://schemas.microsoft.com/office/drawing/2014/main" id="{0073DE06-59BA-098E-5507-B8251EECED1C}"/>
              </a:ext>
            </a:extLst>
          </p:cNvPr>
          <p:cNvSpPr>
            <a:spLocks noGrp="1"/>
          </p:cNvSpPr>
          <p:nvPr/>
        </p:nvSpPr>
        <p:spPr>
          <a:xfrm>
            <a:off x="8635521" y="2431574"/>
            <a:ext cx="159488" cy="238783"/>
          </a:xfrm>
          <a:custGeom>
            <a:avLst/>
            <a:gdLst/>
            <a:ahLst/>
            <a:cxnLst/>
            <a:rect l="l" t="t" r="r" b="b"/>
            <a:pathLst>
              <a:path w="210167" h="307273">
                <a:moveTo>
                  <a:pt x="136175" y="10238"/>
                </a:moveTo>
                <a:cubicBezTo>
                  <a:pt x="127799" y="-3260"/>
                  <a:pt x="63836" y="-12100"/>
                  <a:pt x="42801" y="41986"/>
                </a:cubicBezTo>
                <a:cubicBezTo>
                  <a:pt x="34806" y="62517"/>
                  <a:pt x="36043" y="114987"/>
                  <a:pt x="29380" y="147875"/>
                </a:cubicBezTo>
                <a:cubicBezTo>
                  <a:pt x="22718" y="180764"/>
                  <a:pt x="7013" y="199489"/>
                  <a:pt x="1397" y="226199"/>
                </a:cubicBezTo>
                <a:cubicBezTo>
                  <a:pt x="-4219" y="252910"/>
                  <a:pt x="4919" y="297775"/>
                  <a:pt x="69452" y="305664"/>
                </a:cubicBezTo>
                <a:cubicBezTo>
                  <a:pt x="133985" y="313554"/>
                  <a:pt x="183670" y="290931"/>
                  <a:pt x="198709" y="270399"/>
                </a:cubicBezTo>
                <a:cubicBezTo>
                  <a:pt x="213748" y="249868"/>
                  <a:pt x="214224" y="206238"/>
                  <a:pt x="198709" y="182855"/>
                </a:cubicBezTo>
                <a:cubicBezTo>
                  <a:pt x="183194" y="159472"/>
                  <a:pt x="170916" y="140366"/>
                  <a:pt x="171297" y="109854"/>
                </a:cubicBezTo>
                <a:close/>
              </a:path>
            </a:pathLst>
          </a:custGeom>
          <a:solidFill>
            <a:srgbClr val="CC8B0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7" name="Google Shape;2601;p47">
            <a:extLst>
              <a:ext uri="{FF2B5EF4-FFF2-40B4-BE49-F238E27FC236}">
                <a16:creationId xmlns:a16="http://schemas.microsoft.com/office/drawing/2014/main" id="{962CD088-1CA6-7503-DF9D-C89FFBD9EB70}"/>
              </a:ext>
            </a:extLst>
          </p:cNvPr>
          <p:cNvSpPr>
            <a:spLocks noGrp="1"/>
          </p:cNvSpPr>
          <p:nvPr/>
        </p:nvSpPr>
        <p:spPr>
          <a:xfrm>
            <a:off x="8770262" y="2603877"/>
            <a:ext cx="29711" cy="176635"/>
          </a:xfrm>
          <a:custGeom>
            <a:avLst/>
            <a:gdLst/>
            <a:ahLst/>
            <a:cxnLst/>
            <a:rect l="l" t="t" r="r" b="b"/>
            <a:pathLst>
              <a:path w="39152" h="227300">
                <a:moveTo>
                  <a:pt x="35145" y="14835"/>
                </a:moveTo>
                <a:cubicBezTo>
                  <a:pt x="35145" y="14835"/>
                  <a:pt x="50279" y="121866"/>
                  <a:pt x="21725" y="197909"/>
                </a:cubicBezTo>
                <a:cubicBezTo>
                  <a:pt x="-6830" y="273952"/>
                  <a:pt x="975" y="178423"/>
                  <a:pt x="975" y="178423"/>
                </a:cubicBezTo>
                <a:lnTo>
                  <a:pt x="7923" y="155705"/>
                </a:lnTo>
                <a:cubicBezTo>
                  <a:pt x="7923" y="155705"/>
                  <a:pt x="13634" y="68446"/>
                  <a:pt x="11255" y="47059"/>
                </a:cubicBezTo>
                <a:cubicBezTo>
                  <a:pt x="8875" y="25672"/>
                  <a:pt x="9446" y="7231"/>
                  <a:pt x="7923" y="5520"/>
                </a:cubicBezTo>
                <a:cubicBezTo>
                  <a:pt x="6400" y="3809"/>
                  <a:pt x="13539" y="387"/>
                  <a:pt x="16585" y="7"/>
                </a:cubicBezTo>
                <a:cubicBezTo>
                  <a:pt x="19631" y="-373"/>
                  <a:pt x="35145" y="14835"/>
                  <a:pt x="35145" y="14835"/>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8" name="Google Shape;2602;p47">
            <a:extLst>
              <a:ext uri="{FF2B5EF4-FFF2-40B4-BE49-F238E27FC236}">
                <a16:creationId xmlns:a16="http://schemas.microsoft.com/office/drawing/2014/main" id="{02953610-B9C3-4D65-5791-71AD7516785D}"/>
              </a:ext>
            </a:extLst>
          </p:cNvPr>
          <p:cNvSpPr>
            <a:spLocks noGrp="1"/>
          </p:cNvSpPr>
          <p:nvPr/>
        </p:nvSpPr>
        <p:spPr>
          <a:xfrm>
            <a:off x="8706789" y="2429375"/>
            <a:ext cx="76195" cy="96436"/>
          </a:xfrm>
          <a:custGeom>
            <a:avLst/>
            <a:gdLst/>
            <a:ahLst/>
            <a:cxnLst/>
            <a:rect l="l" t="t" r="r" b="b"/>
            <a:pathLst>
              <a:path w="100407" h="124097">
                <a:moveTo>
                  <a:pt x="0" y="3657"/>
                </a:moveTo>
                <a:cubicBezTo>
                  <a:pt x="0" y="3657"/>
                  <a:pt x="48162" y="-10126"/>
                  <a:pt x="77288" y="15824"/>
                </a:cubicBezTo>
                <a:cubicBezTo>
                  <a:pt x="96918" y="33855"/>
                  <a:pt x="104879" y="61297"/>
                  <a:pt x="97942" y="87019"/>
                </a:cubicBezTo>
                <a:cubicBezTo>
                  <a:pt x="94040" y="102227"/>
                  <a:pt x="86235" y="122949"/>
                  <a:pt x="74147" y="124090"/>
                </a:cubicBezTo>
                <a:cubicBezTo>
                  <a:pt x="62059" y="125230"/>
                  <a:pt x="0" y="3657"/>
                  <a:pt x="0" y="3657"/>
                </a:cubicBezTo>
                <a:close/>
              </a:path>
            </a:pathLst>
          </a:custGeom>
          <a:solidFill>
            <a:srgbClr val="CC8B0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79" name="Google Shape;2603;p47">
            <a:extLst>
              <a:ext uri="{FF2B5EF4-FFF2-40B4-BE49-F238E27FC236}">
                <a16:creationId xmlns:a16="http://schemas.microsoft.com/office/drawing/2014/main" id="{72FC42C2-4845-504D-CBC1-33E438423F19}"/>
              </a:ext>
            </a:extLst>
          </p:cNvPr>
          <p:cNvSpPr>
            <a:spLocks noGrp="1"/>
          </p:cNvSpPr>
          <p:nvPr/>
        </p:nvSpPr>
        <p:spPr>
          <a:xfrm>
            <a:off x="8673753" y="2534152"/>
            <a:ext cx="94177" cy="107523"/>
          </a:xfrm>
          <a:custGeom>
            <a:avLst/>
            <a:gdLst/>
            <a:ahLst/>
            <a:cxnLst/>
            <a:rect l="l" t="t" r="r" b="b"/>
            <a:pathLst>
              <a:path w="124104" h="138364">
                <a:moveTo>
                  <a:pt x="25163" y="0"/>
                </a:moveTo>
                <a:cubicBezTo>
                  <a:pt x="25163" y="0"/>
                  <a:pt x="28304" y="53515"/>
                  <a:pt x="27352" y="57032"/>
                </a:cubicBezTo>
                <a:cubicBezTo>
                  <a:pt x="26400" y="60549"/>
                  <a:pt x="6221" y="64826"/>
                  <a:pt x="606" y="69484"/>
                </a:cubicBezTo>
                <a:cubicBezTo>
                  <a:pt x="-5010" y="74142"/>
                  <a:pt x="29826" y="128513"/>
                  <a:pt x="47530" y="136592"/>
                </a:cubicBezTo>
                <a:cubicBezTo>
                  <a:pt x="65234" y="144671"/>
                  <a:pt x="119964" y="124045"/>
                  <a:pt x="123676" y="96860"/>
                </a:cubicBezTo>
                <a:cubicBezTo>
                  <a:pt x="127198" y="71766"/>
                  <a:pt x="108066" y="52279"/>
                  <a:pt x="100642" y="45531"/>
                </a:cubicBezTo>
                <a:cubicBezTo>
                  <a:pt x="95603" y="45179"/>
                  <a:pt x="90547" y="45179"/>
                  <a:pt x="85508" y="45531"/>
                </a:cubicBezTo>
                <a:lnTo>
                  <a:pt x="83890" y="19486"/>
                </a:lnTo>
                <a:cubicBezTo>
                  <a:pt x="60475" y="11977"/>
                  <a:pt x="25163" y="0"/>
                  <a:pt x="25163" y="0"/>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0" name="Google Shape;2604;p47">
            <a:extLst>
              <a:ext uri="{FF2B5EF4-FFF2-40B4-BE49-F238E27FC236}">
                <a16:creationId xmlns:a16="http://schemas.microsoft.com/office/drawing/2014/main" id="{B72A4EC7-A8F9-BE15-95EE-30A4C628D1A3}"/>
              </a:ext>
            </a:extLst>
          </p:cNvPr>
          <p:cNvSpPr>
            <a:spLocks noGrp="1"/>
          </p:cNvSpPr>
          <p:nvPr/>
        </p:nvSpPr>
        <p:spPr>
          <a:xfrm>
            <a:off x="8658086" y="2569479"/>
            <a:ext cx="137337" cy="161640"/>
          </a:xfrm>
          <a:custGeom>
            <a:avLst/>
            <a:gdLst/>
            <a:ahLst/>
            <a:cxnLst/>
            <a:rect l="l" t="t" r="r" b="b"/>
            <a:pathLst>
              <a:path w="180978" h="208003">
                <a:moveTo>
                  <a:pt x="38384" y="17181"/>
                </a:moveTo>
                <a:cubicBezTo>
                  <a:pt x="23345" y="19557"/>
                  <a:pt x="6117" y="27542"/>
                  <a:pt x="3738" y="36192"/>
                </a:cubicBezTo>
                <a:cubicBezTo>
                  <a:pt x="-2445" y="65896"/>
                  <a:pt x="-938" y="96684"/>
                  <a:pt x="8116" y="125637"/>
                </a:cubicBezTo>
                <a:cubicBezTo>
                  <a:pt x="21156" y="160046"/>
                  <a:pt x="29913" y="182004"/>
                  <a:pt x="37432" y="196832"/>
                </a:cubicBezTo>
                <a:cubicBezTo>
                  <a:pt x="37432" y="196832"/>
                  <a:pt x="102632" y="224778"/>
                  <a:pt x="155268" y="192270"/>
                </a:cubicBezTo>
                <a:cubicBezTo>
                  <a:pt x="155268" y="192270"/>
                  <a:pt x="158789" y="155294"/>
                  <a:pt x="159075" y="135238"/>
                </a:cubicBezTo>
                <a:cubicBezTo>
                  <a:pt x="207618" y="92939"/>
                  <a:pt x="166118" y="40849"/>
                  <a:pt x="125000" y="356"/>
                </a:cubicBezTo>
                <a:cubicBezTo>
                  <a:pt x="120062" y="-119"/>
                  <a:pt x="115089" y="-119"/>
                  <a:pt x="110151" y="356"/>
                </a:cubicBezTo>
                <a:cubicBezTo>
                  <a:pt x="110151" y="356"/>
                  <a:pt x="146892" y="43606"/>
                  <a:pt x="121383" y="68225"/>
                </a:cubicBezTo>
                <a:cubicBezTo>
                  <a:pt x="66748" y="51495"/>
                  <a:pt x="55898" y="26971"/>
                  <a:pt x="38384" y="17181"/>
                </a:cubicBezTo>
                <a:close/>
              </a:path>
            </a:pathLst>
          </a:custGeom>
          <a:solidFill>
            <a:srgbClr val="F4F4F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1" name="Google Shape;2605;p47">
            <a:extLst>
              <a:ext uri="{FF2B5EF4-FFF2-40B4-BE49-F238E27FC236}">
                <a16:creationId xmlns:a16="http://schemas.microsoft.com/office/drawing/2014/main" id="{D50AE44B-A2A5-0D46-3CC0-ECFE378578FA}"/>
              </a:ext>
            </a:extLst>
          </p:cNvPr>
          <p:cNvSpPr>
            <a:spLocks noGrp="1"/>
          </p:cNvSpPr>
          <p:nvPr/>
        </p:nvSpPr>
        <p:spPr>
          <a:xfrm>
            <a:off x="8669937" y="2437082"/>
            <a:ext cx="101076" cy="127429"/>
          </a:xfrm>
          <a:custGeom>
            <a:avLst/>
            <a:gdLst/>
            <a:ahLst/>
            <a:cxnLst/>
            <a:rect l="l" t="t" r="r" b="b"/>
            <a:pathLst>
              <a:path w="133195" h="163980">
                <a:moveTo>
                  <a:pt x="130419" y="58471"/>
                </a:moveTo>
                <a:lnTo>
                  <a:pt x="130419" y="58471"/>
                </a:lnTo>
                <a:cubicBezTo>
                  <a:pt x="124993" y="24061"/>
                  <a:pt x="100056" y="-1888"/>
                  <a:pt x="64553" y="108"/>
                </a:cubicBezTo>
                <a:cubicBezTo>
                  <a:pt x="26762" y="2399"/>
                  <a:pt x="-2053" y="34793"/>
                  <a:pt x="115" y="72539"/>
                </a:cubicBezTo>
                <a:cubicBezTo>
                  <a:pt x="1384" y="93736"/>
                  <a:pt x="12514" y="113117"/>
                  <a:pt x="30192" y="124913"/>
                </a:cubicBezTo>
                <a:cubicBezTo>
                  <a:pt x="31439" y="130103"/>
                  <a:pt x="33258" y="135141"/>
                  <a:pt x="35618" y="139932"/>
                </a:cubicBezTo>
                <a:cubicBezTo>
                  <a:pt x="48277" y="154570"/>
                  <a:pt x="81686" y="163885"/>
                  <a:pt x="92727" y="163980"/>
                </a:cubicBezTo>
                <a:cubicBezTo>
                  <a:pt x="102245" y="163980"/>
                  <a:pt x="110526" y="155235"/>
                  <a:pt x="119473" y="140407"/>
                </a:cubicBezTo>
                <a:cubicBezTo>
                  <a:pt x="138033" y="109610"/>
                  <a:pt x="133369" y="75485"/>
                  <a:pt x="130419" y="58471"/>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2" name="Google Shape;2606;p47">
            <a:extLst>
              <a:ext uri="{FF2B5EF4-FFF2-40B4-BE49-F238E27FC236}">
                <a16:creationId xmlns:a16="http://schemas.microsoft.com/office/drawing/2014/main" id="{0EA776D2-F3A1-0FF8-CBDC-802ADA620D38}"/>
              </a:ext>
            </a:extLst>
          </p:cNvPr>
          <p:cNvSpPr>
            <a:spLocks noGrp="1"/>
          </p:cNvSpPr>
          <p:nvPr/>
        </p:nvSpPr>
        <p:spPr>
          <a:xfrm>
            <a:off x="8665405" y="2436360"/>
            <a:ext cx="101406" cy="97570"/>
          </a:xfrm>
          <a:custGeom>
            <a:avLst/>
            <a:gdLst/>
            <a:ahLst/>
            <a:cxnLst/>
            <a:rect l="l" t="t" r="r" b="b"/>
            <a:pathLst>
              <a:path w="133630" h="125556">
                <a:moveTo>
                  <a:pt x="59484" y="1702"/>
                </a:moveTo>
                <a:cubicBezTo>
                  <a:pt x="34546" y="6549"/>
                  <a:pt x="14082" y="13583"/>
                  <a:pt x="7324" y="38012"/>
                </a:cubicBezTo>
                <a:cubicBezTo>
                  <a:pt x="2660" y="54837"/>
                  <a:pt x="-3432" y="86965"/>
                  <a:pt x="2375" y="100462"/>
                </a:cubicBezTo>
                <a:lnTo>
                  <a:pt x="5991" y="109968"/>
                </a:lnTo>
                <a:lnTo>
                  <a:pt x="36164" y="125557"/>
                </a:lnTo>
                <a:cubicBezTo>
                  <a:pt x="36164" y="125557"/>
                  <a:pt x="50251" y="113770"/>
                  <a:pt x="45682" y="79456"/>
                </a:cubicBezTo>
                <a:cubicBezTo>
                  <a:pt x="45808" y="74807"/>
                  <a:pt x="47261" y="70283"/>
                  <a:pt x="49870" y="66433"/>
                </a:cubicBezTo>
                <a:cubicBezTo>
                  <a:pt x="51779" y="63173"/>
                  <a:pt x="53189" y="59646"/>
                  <a:pt x="54058" y="55977"/>
                </a:cubicBezTo>
                <a:cubicBezTo>
                  <a:pt x="57624" y="46681"/>
                  <a:pt x="64649" y="39124"/>
                  <a:pt x="73666" y="34875"/>
                </a:cubicBezTo>
                <a:cubicBezTo>
                  <a:pt x="96129" y="22233"/>
                  <a:pt x="129062" y="33164"/>
                  <a:pt x="133631" y="37727"/>
                </a:cubicBezTo>
                <a:cubicBezTo>
                  <a:pt x="120538" y="9734"/>
                  <a:pt x="89617" y="-5285"/>
                  <a:pt x="59484" y="1702"/>
                </a:cubicBezTo>
                <a:close/>
              </a:path>
            </a:pathLst>
          </a:custGeom>
          <a:solidFill>
            <a:srgbClr val="CC8B0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3" name="Google Shape;2607;p47">
            <a:extLst>
              <a:ext uri="{FF2B5EF4-FFF2-40B4-BE49-F238E27FC236}">
                <a16:creationId xmlns:a16="http://schemas.microsoft.com/office/drawing/2014/main" id="{79250A2E-ECF0-6F44-4AC7-FE66EC40B3E8}"/>
              </a:ext>
            </a:extLst>
          </p:cNvPr>
          <p:cNvSpPr>
            <a:spLocks noGrp="1"/>
          </p:cNvSpPr>
          <p:nvPr/>
        </p:nvSpPr>
        <p:spPr>
          <a:xfrm>
            <a:off x="8670083" y="3280868"/>
            <a:ext cx="80166" cy="62508"/>
          </a:xfrm>
          <a:custGeom>
            <a:avLst/>
            <a:gdLst/>
            <a:ahLst/>
            <a:cxnLst/>
            <a:rect l="l" t="t" r="r" b="b"/>
            <a:pathLst>
              <a:path w="105640" h="80438">
                <a:moveTo>
                  <a:pt x="8202" y="3"/>
                </a:moveTo>
                <a:cubicBezTo>
                  <a:pt x="20862" y="10269"/>
                  <a:pt x="40469" y="3139"/>
                  <a:pt x="41421" y="4090"/>
                </a:cubicBezTo>
                <a:cubicBezTo>
                  <a:pt x="56092" y="16761"/>
                  <a:pt x="71439" y="28623"/>
                  <a:pt x="87394" y="39640"/>
                </a:cubicBezTo>
                <a:cubicBezTo>
                  <a:pt x="95294" y="45818"/>
                  <a:pt x="107572" y="54088"/>
                  <a:pt x="105383" y="65970"/>
                </a:cubicBezTo>
                <a:cubicBezTo>
                  <a:pt x="101386" y="87167"/>
                  <a:pt x="67310" y="80608"/>
                  <a:pt x="54461" y="74145"/>
                </a:cubicBezTo>
                <a:cubicBezTo>
                  <a:pt x="41611" y="67681"/>
                  <a:pt x="31141" y="56845"/>
                  <a:pt x="19053" y="49335"/>
                </a:cubicBezTo>
                <a:cubicBezTo>
                  <a:pt x="10392" y="44012"/>
                  <a:pt x="1825" y="41161"/>
                  <a:pt x="17" y="30325"/>
                </a:cubicBezTo>
                <a:cubicBezTo>
                  <a:pt x="-364" y="23386"/>
                  <a:pt x="5823" y="-283"/>
                  <a:pt x="8202" y="3"/>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4" name="Google Shape;2608;p47">
            <a:extLst>
              <a:ext uri="{FF2B5EF4-FFF2-40B4-BE49-F238E27FC236}">
                <a16:creationId xmlns:a16="http://schemas.microsoft.com/office/drawing/2014/main" id="{5C58ECFD-2E41-92A5-D562-43B3BE217064}"/>
              </a:ext>
            </a:extLst>
          </p:cNvPr>
          <p:cNvSpPr>
            <a:spLocks noGrp="1"/>
          </p:cNvSpPr>
          <p:nvPr/>
        </p:nvSpPr>
        <p:spPr>
          <a:xfrm>
            <a:off x="8670321" y="3300740"/>
            <a:ext cx="79877" cy="42634"/>
          </a:xfrm>
          <a:custGeom>
            <a:avLst/>
            <a:gdLst/>
            <a:ahLst/>
            <a:cxnLst/>
            <a:rect l="l" t="t" r="r" b="b"/>
            <a:pathLst>
              <a:path w="105259" h="54863">
                <a:moveTo>
                  <a:pt x="369" y="0"/>
                </a:moveTo>
                <a:cubicBezTo>
                  <a:pt x="1987" y="10456"/>
                  <a:pt x="10458" y="13308"/>
                  <a:pt x="19405" y="19011"/>
                </a:cubicBezTo>
                <a:cubicBezTo>
                  <a:pt x="31779" y="26615"/>
                  <a:pt x="42629" y="38021"/>
                  <a:pt x="55479" y="44200"/>
                </a:cubicBezTo>
                <a:cubicBezTo>
                  <a:pt x="68329" y="50379"/>
                  <a:pt x="96883" y="56082"/>
                  <a:pt x="105259" y="40968"/>
                </a:cubicBezTo>
                <a:cubicBezTo>
                  <a:pt x="100690" y="61405"/>
                  <a:pt x="67186" y="55036"/>
                  <a:pt x="54527" y="48573"/>
                </a:cubicBezTo>
                <a:cubicBezTo>
                  <a:pt x="41868" y="42109"/>
                  <a:pt x="31208" y="31273"/>
                  <a:pt x="19119" y="23763"/>
                </a:cubicBezTo>
                <a:cubicBezTo>
                  <a:pt x="10458" y="18440"/>
                  <a:pt x="1891" y="15589"/>
                  <a:pt x="83" y="4753"/>
                </a:cubicBezTo>
                <a:cubicBezTo>
                  <a:pt x="-89" y="3165"/>
                  <a:pt x="7" y="1559"/>
                  <a:pt x="369" y="0"/>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5" name="Google Shape;2609;p47">
            <a:extLst>
              <a:ext uri="{FF2B5EF4-FFF2-40B4-BE49-F238E27FC236}">
                <a16:creationId xmlns:a16="http://schemas.microsoft.com/office/drawing/2014/main" id="{DCB355F9-9B2D-F3A6-76CA-0ED6A61F41A6}"/>
              </a:ext>
            </a:extLst>
          </p:cNvPr>
          <p:cNvSpPr>
            <a:spLocks noGrp="1"/>
          </p:cNvSpPr>
          <p:nvPr/>
        </p:nvSpPr>
        <p:spPr>
          <a:xfrm>
            <a:off x="8737631" y="3267353"/>
            <a:ext cx="73058" cy="57783"/>
          </a:xfrm>
          <a:custGeom>
            <a:avLst/>
            <a:gdLst/>
            <a:ahLst/>
            <a:cxnLst/>
            <a:rect l="l" t="t" r="r" b="b"/>
            <a:pathLst>
              <a:path w="96273" h="74358">
                <a:moveTo>
                  <a:pt x="7519" y="0"/>
                </a:moveTo>
                <a:cubicBezTo>
                  <a:pt x="19132" y="9505"/>
                  <a:pt x="36074" y="4087"/>
                  <a:pt x="37407" y="4943"/>
                </a:cubicBezTo>
                <a:cubicBezTo>
                  <a:pt x="50869" y="16473"/>
                  <a:pt x="64979" y="27233"/>
                  <a:pt x="79667" y="37166"/>
                </a:cubicBezTo>
                <a:cubicBezTo>
                  <a:pt x="86806" y="42774"/>
                  <a:pt x="98037" y="50378"/>
                  <a:pt x="96039" y="61215"/>
                </a:cubicBezTo>
                <a:cubicBezTo>
                  <a:pt x="92422" y="80225"/>
                  <a:pt x="61202" y="74712"/>
                  <a:pt x="49495" y="68724"/>
                </a:cubicBezTo>
                <a:cubicBezTo>
                  <a:pt x="37787" y="62735"/>
                  <a:pt x="28079" y="52945"/>
                  <a:pt x="16942" y="46006"/>
                </a:cubicBezTo>
                <a:cubicBezTo>
                  <a:pt x="9042" y="41158"/>
                  <a:pt x="1237" y="38592"/>
                  <a:pt x="0" y="28516"/>
                </a:cubicBezTo>
                <a:cubicBezTo>
                  <a:pt x="386" y="18574"/>
                  <a:pt x="2954" y="8840"/>
                  <a:pt x="7519" y="0"/>
                </a:cubicBezTo>
                <a:close/>
              </a:path>
            </a:pathLst>
          </a:custGeom>
          <a:solidFill>
            <a:srgbClr val="3822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6" name="Google Shape;2610;p47">
            <a:extLst>
              <a:ext uri="{FF2B5EF4-FFF2-40B4-BE49-F238E27FC236}">
                <a16:creationId xmlns:a16="http://schemas.microsoft.com/office/drawing/2014/main" id="{A1774C56-D600-EE23-39EC-F526AE7E3710}"/>
              </a:ext>
            </a:extLst>
          </p:cNvPr>
          <p:cNvSpPr>
            <a:spLocks noGrp="1"/>
          </p:cNvSpPr>
          <p:nvPr/>
        </p:nvSpPr>
        <p:spPr>
          <a:xfrm>
            <a:off x="8737589" y="3286189"/>
            <a:ext cx="72777" cy="38910"/>
          </a:xfrm>
          <a:custGeom>
            <a:avLst/>
            <a:gdLst/>
            <a:ahLst/>
            <a:cxnLst/>
            <a:rect l="l" t="t" r="r" b="b"/>
            <a:pathLst>
              <a:path w="95903" h="50071">
                <a:moveTo>
                  <a:pt x="245" y="0"/>
                </a:moveTo>
                <a:cubicBezTo>
                  <a:pt x="1768" y="9505"/>
                  <a:pt x="9763" y="12262"/>
                  <a:pt x="17283" y="17110"/>
                </a:cubicBezTo>
                <a:cubicBezTo>
                  <a:pt x="28609" y="24144"/>
                  <a:pt x="38604" y="34219"/>
                  <a:pt x="50311" y="40208"/>
                </a:cubicBezTo>
                <a:cubicBezTo>
                  <a:pt x="62018" y="46196"/>
                  <a:pt x="88384" y="51139"/>
                  <a:pt x="95903" y="37261"/>
                </a:cubicBezTo>
                <a:cubicBezTo>
                  <a:pt x="91810" y="56272"/>
                  <a:pt x="61162" y="50093"/>
                  <a:pt x="49549" y="44200"/>
                </a:cubicBezTo>
                <a:cubicBezTo>
                  <a:pt x="37937" y="38307"/>
                  <a:pt x="28134" y="28421"/>
                  <a:pt x="16997" y="21482"/>
                </a:cubicBezTo>
                <a:cubicBezTo>
                  <a:pt x="9097" y="16634"/>
                  <a:pt x="1292" y="14068"/>
                  <a:pt x="55" y="3992"/>
                </a:cubicBezTo>
                <a:cubicBezTo>
                  <a:pt x="-59" y="2661"/>
                  <a:pt x="5" y="1321"/>
                  <a:pt x="245" y="0"/>
                </a:cubicBezTo>
                <a:close/>
              </a:path>
            </a:pathLst>
          </a:custGeom>
          <a:solidFill>
            <a:srgbClr val="757B8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7" name="Google Shape;2611;p47">
            <a:extLst>
              <a:ext uri="{FF2B5EF4-FFF2-40B4-BE49-F238E27FC236}">
                <a16:creationId xmlns:a16="http://schemas.microsoft.com/office/drawing/2014/main" id="{B4FC861E-21F9-344B-2C9C-B248A8B2A87C}"/>
              </a:ext>
            </a:extLst>
          </p:cNvPr>
          <p:cNvSpPr>
            <a:spLocks noGrp="1"/>
          </p:cNvSpPr>
          <p:nvPr/>
        </p:nvSpPr>
        <p:spPr>
          <a:xfrm>
            <a:off x="8642757" y="2728865"/>
            <a:ext cx="156257" cy="557634"/>
          </a:xfrm>
          <a:custGeom>
            <a:avLst/>
            <a:gdLst/>
            <a:ahLst/>
            <a:cxnLst/>
            <a:rect l="l" t="t" r="r" b="b"/>
            <a:pathLst>
              <a:path w="205910" h="717579">
                <a:moveTo>
                  <a:pt x="200595" y="106555"/>
                </a:moveTo>
                <a:cubicBezTo>
                  <a:pt x="194980" y="63115"/>
                  <a:pt x="178989" y="0"/>
                  <a:pt x="178989" y="0"/>
                </a:cubicBezTo>
                <a:cubicBezTo>
                  <a:pt x="163827" y="7043"/>
                  <a:pt x="147437" y="11083"/>
                  <a:pt x="130732" y="11882"/>
                </a:cubicBezTo>
                <a:cubicBezTo>
                  <a:pt x="106230" y="11825"/>
                  <a:pt x="81788" y="9467"/>
                  <a:pt x="57727" y="4848"/>
                </a:cubicBezTo>
                <a:cubicBezTo>
                  <a:pt x="49855" y="18526"/>
                  <a:pt x="41277" y="31786"/>
                  <a:pt x="32028" y="44580"/>
                </a:cubicBezTo>
                <a:cubicBezTo>
                  <a:pt x="19464" y="61975"/>
                  <a:pt x="-4998" y="100091"/>
                  <a:pt x="904" y="166629"/>
                </a:cubicBezTo>
                <a:cubicBezTo>
                  <a:pt x="4806" y="210163"/>
                  <a:pt x="29458" y="394758"/>
                  <a:pt x="29458" y="394758"/>
                </a:cubicBezTo>
                <a:cubicBezTo>
                  <a:pt x="19982" y="425830"/>
                  <a:pt x="14951" y="458092"/>
                  <a:pt x="14515" y="490572"/>
                </a:cubicBezTo>
                <a:cubicBezTo>
                  <a:pt x="16767" y="529163"/>
                  <a:pt x="21857" y="567546"/>
                  <a:pt x="29744" y="605396"/>
                </a:cubicBezTo>
                <a:lnTo>
                  <a:pt x="44307" y="709955"/>
                </a:lnTo>
                <a:cubicBezTo>
                  <a:pt x="44307" y="709955"/>
                  <a:pt x="63343" y="723928"/>
                  <a:pt x="77525" y="714043"/>
                </a:cubicBezTo>
                <a:lnTo>
                  <a:pt x="75812" y="611385"/>
                </a:lnTo>
                <a:cubicBezTo>
                  <a:pt x="77430" y="586291"/>
                  <a:pt x="79905" y="549220"/>
                  <a:pt x="81523" y="525837"/>
                </a:cubicBezTo>
                <a:cubicBezTo>
                  <a:pt x="84188" y="487340"/>
                  <a:pt x="91041" y="426125"/>
                  <a:pt x="93040" y="410917"/>
                </a:cubicBezTo>
                <a:cubicBezTo>
                  <a:pt x="95039" y="395708"/>
                  <a:pt x="99988" y="368903"/>
                  <a:pt x="102558" y="338961"/>
                </a:cubicBezTo>
                <a:cubicBezTo>
                  <a:pt x="105128" y="309019"/>
                  <a:pt x="116169" y="156933"/>
                  <a:pt x="116169" y="156933"/>
                </a:cubicBezTo>
                <a:lnTo>
                  <a:pt x="117787" y="185449"/>
                </a:lnTo>
                <a:cubicBezTo>
                  <a:pt x="117787" y="185449"/>
                  <a:pt x="119215" y="231741"/>
                  <a:pt x="125878" y="288773"/>
                </a:cubicBezTo>
                <a:cubicBezTo>
                  <a:pt x="132540" y="345805"/>
                  <a:pt x="134920" y="371089"/>
                  <a:pt x="134920" y="371089"/>
                </a:cubicBezTo>
                <a:cubicBezTo>
                  <a:pt x="128461" y="382524"/>
                  <a:pt x="123865" y="394910"/>
                  <a:pt x="121309" y="407780"/>
                </a:cubicBezTo>
                <a:cubicBezTo>
                  <a:pt x="120167" y="420042"/>
                  <a:pt x="105985" y="517567"/>
                  <a:pt x="114456" y="567185"/>
                </a:cubicBezTo>
                <a:lnTo>
                  <a:pt x="131779" y="693321"/>
                </a:lnTo>
                <a:cubicBezTo>
                  <a:pt x="140538" y="699338"/>
                  <a:pt x="151655" y="700783"/>
                  <a:pt x="161666" y="697218"/>
                </a:cubicBezTo>
                <a:lnTo>
                  <a:pt x="171850" y="570131"/>
                </a:lnTo>
                <a:cubicBezTo>
                  <a:pt x="178704" y="521749"/>
                  <a:pt x="193171" y="419186"/>
                  <a:pt x="195360" y="405879"/>
                </a:cubicBezTo>
                <a:cubicBezTo>
                  <a:pt x="200276" y="379007"/>
                  <a:pt x="203171" y="351812"/>
                  <a:pt x="204022" y="324513"/>
                </a:cubicBezTo>
                <a:cubicBezTo>
                  <a:pt x="207394" y="251863"/>
                  <a:pt x="206250" y="179071"/>
                  <a:pt x="200595" y="106555"/>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8" name="Google Shape;2612;p47">
            <a:extLst>
              <a:ext uri="{FF2B5EF4-FFF2-40B4-BE49-F238E27FC236}">
                <a16:creationId xmlns:a16="http://schemas.microsoft.com/office/drawing/2014/main" id="{831BEE61-705A-72E0-3749-CCD5FBED34D2}"/>
              </a:ext>
            </a:extLst>
          </p:cNvPr>
          <p:cNvSpPr>
            <a:spLocks noGrp="1"/>
          </p:cNvSpPr>
          <p:nvPr/>
        </p:nvSpPr>
        <p:spPr>
          <a:xfrm>
            <a:off x="8639235" y="2717932"/>
            <a:ext cx="166324" cy="371031"/>
          </a:xfrm>
          <a:custGeom>
            <a:avLst/>
            <a:gdLst/>
            <a:ahLst/>
            <a:cxnLst/>
            <a:rect l="l" t="t" r="r" b="b"/>
            <a:pathLst>
              <a:path w="219176" h="477454">
                <a:moveTo>
                  <a:pt x="62274" y="5418"/>
                </a:moveTo>
                <a:lnTo>
                  <a:pt x="24773" y="80606"/>
                </a:lnTo>
                <a:cubicBezTo>
                  <a:pt x="24773" y="80606"/>
                  <a:pt x="-32337" y="164158"/>
                  <a:pt x="26867" y="378979"/>
                </a:cubicBezTo>
                <a:lnTo>
                  <a:pt x="15730" y="445516"/>
                </a:lnTo>
                <a:cubicBezTo>
                  <a:pt x="15730" y="445516"/>
                  <a:pt x="127855" y="517377"/>
                  <a:pt x="202953" y="445516"/>
                </a:cubicBezTo>
                <a:cubicBezTo>
                  <a:pt x="202953" y="445516"/>
                  <a:pt x="228938" y="247044"/>
                  <a:pt x="215137" y="155508"/>
                </a:cubicBezTo>
                <a:cubicBezTo>
                  <a:pt x="207420" y="102867"/>
                  <a:pt x="195743" y="50882"/>
                  <a:pt x="180205" y="0"/>
                </a:cubicBezTo>
                <a:cubicBezTo>
                  <a:pt x="180205" y="0"/>
                  <a:pt x="161835" y="20246"/>
                  <a:pt x="67224" y="6844"/>
                </a:cubicBezTo>
              </a:path>
            </a:pathLst>
          </a:custGeom>
          <a:solidFill>
            <a:srgbClr val="00B5D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89" name="Google Shape;2613;p47">
            <a:extLst>
              <a:ext uri="{FF2B5EF4-FFF2-40B4-BE49-F238E27FC236}">
                <a16:creationId xmlns:a16="http://schemas.microsoft.com/office/drawing/2014/main" id="{739E4BA6-18BB-B9C0-C44A-DD4B8D91419E}"/>
              </a:ext>
            </a:extLst>
          </p:cNvPr>
          <p:cNvSpPr>
            <a:spLocks noGrp="1"/>
          </p:cNvSpPr>
          <p:nvPr/>
        </p:nvSpPr>
        <p:spPr>
          <a:xfrm>
            <a:off x="8653475" y="2606673"/>
            <a:ext cx="239803" cy="213343"/>
          </a:xfrm>
          <a:custGeom>
            <a:avLst/>
            <a:gdLst/>
            <a:ahLst/>
            <a:cxnLst/>
            <a:rect l="l" t="t" r="r" b="b"/>
            <a:pathLst>
              <a:path w="316003" h="274536">
                <a:moveTo>
                  <a:pt x="278037" y="202010"/>
                </a:moveTo>
                <a:cubicBezTo>
                  <a:pt x="268463" y="202400"/>
                  <a:pt x="258924" y="203417"/>
                  <a:pt x="249482" y="205052"/>
                </a:cubicBezTo>
                <a:cubicBezTo>
                  <a:pt x="240488" y="207875"/>
                  <a:pt x="231117" y="209320"/>
                  <a:pt x="221689" y="209329"/>
                </a:cubicBezTo>
                <a:cubicBezTo>
                  <a:pt x="211410" y="209329"/>
                  <a:pt x="182760" y="195071"/>
                  <a:pt x="158203" y="177867"/>
                </a:cubicBezTo>
                <a:cubicBezTo>
                  <a:pt x="131540" y="157867"/>
                  <a:pt x="108492" y="133467"/>
                  <a:pt x="90052" y="105721"/>
                </a:cubicBezTo>
                <a:cubicBezTo>
                  <a:pt x="70714" y="76112"/>
                  <a:pt x="53873" y="44963"/>
                  <a:pt x="39701" y="12568"/>
                </a:cubicBezTo>
                <a:cubicBezTo>
                  <a:pt x="31706" y="-10435"/>
                  <a:pt x="31896" y="5249"/>
                  <a:pt x="18285" y="4869"/>
                </a:cubicBezTo>
                <a:cubicBezTo>
                  <a:pt x="2199" y="4869"/>
                  <a:pt x="-6367" y="10382"/>
                  <a:pt x="5626" y="41655"/>
                </a:cubicBezTo>
                <a:cubicBezTo>
                  <a:pt x="17624" y="74011"/>
                  <a:pt x="34368" y="104419"/>
                  <a:pt x="55311" y="131861"/>
                </a:cubicBezTo>
                <a:cubicBezTo>
                  <a:pt x="74979" y="159540"/>
                  <a:pt x="99215" y="183675"/>
                  <a:pt x="126983" y="203246"/>
                </a:cubicBezTo>
                <a:cubicBezTo>
                  <a:pt x="151440" y="220356"/>
                  <a:pt x="177868" y="234452"/>
                  <a:pt x="205699" y="245260"/>
                </a:cubicBezTo>
                <a:cubicBezTo>
                  <a:pt x="213694" y="248492"/>
                  <a:pt x="218834" y="252959"/>
                  <a:pt x="233301" y="260944"/>
                </a:cubicBezTo>
                <a:cubicBezTo>
                  <a:pt x="247832" y="269251"/>
                  <a:pt x="264161" y="273918"/>
                  <a:pt x="280892" y="274536"/>
                </a:cubicBezTo>
                <a:cubicBezTo>
                  <a:pt x="294789" y="274536"/>
                  <a:pt x="299929" y="271875"/>
                  <a:pt x="300881" y="269023"/>
                </a:cubicBezTo>
                <a:cubicBezTo>
                  <a:pt x="301832" y="266171"/>
                  <a:pt x="299643" y="263035"/>
                  <a:pt x="293266" y="262465"/>
                </a:cubicBezTo>
                <a:cubicBezTo>
                  <a:pt x="283123" y="262312"/>
                  <a:pt x="273092" y="260316"/>
                  <a:pt x="263664" y="256571"/>
                </a:cubicBezTo>
                <a:cubicBezTo>
                  <a:pt x="263664" y="256571"/>
                  <a:pt x="277466" y="258567"/>
                  <a:pt x="285842" y="258947"/>
                </a:cubicBezTo>
                <a:cubicBezTo>
                  <a:pt x="293341" y="259394"/>
                  <a:pt x="300865" y="258814"/>
                  <a:pt x="308210" y="257236"/>
                </a:cubicBezTo>
                <a:cubicBezTo>
                  <a:pt x="315253" y="255525"/>
                  <a:pt x="319156" y="245640"/>
                  <a:pt x="312778" y="244880"/>
                </a:cubicBezTo>
                <a:cubicBezTo>
                  <a:pt x="306401" y="244119"/>
                  <a:pt x="301166" y="244880"/>
                  <a:pt x="288793" y="244404"/>
                </a:cubicBezTo>
                <a:cubicBezTo>
                  <a:pt x="282333" y="243967"/>
                  <a:pt x="275944" y="242788"/>
                  <a:pt x="269756" y="240887"/>
                </a:cubicBezTo>
                <a:cubicBezTo>
                  <a:pt x="278072" y="240944"/>
                  <a:pt x="286380" y="240345"/>
                  <a:pt x="294599" y="239081"/>
                </a:cubicBezTo>
                <a:cubicBezTo>
                  <a:pt x="301263" y="238425"/>
                  <a:pt x="307602" y="235887"/>
                  <a:pt x="312874" y="231762"/>
                </a:cubicBezTo>
                <a:cubicBezTo>
                  <a:pt x="315634" y="229481"/>
                  <a:pt x="316110" y="223112"/>
                  <a:pt x="308019" y="223207"/>
                </a:cubicBezTo>
                <a:cubicBezTo>
                  <a:pt x="298031" y="224947"/>
                  <a:pt x="287865" y="225460"/>
                  <a:pt x="277751" y="224728"/>
                </a:cubicBezTo>
                <a:cubicBezTo>
                  <a:pt x="267757" y="223302"/>
                  <a:pt x="260809" y="220926"/>
                  <a:pt x="262332" y="219595"/>
                </a:cubicBezTo>
                <a:cubicBezTo>
                  <a:pt x="263855" y="218264"/>
                  <a:pt x="269756" y="219595"/>
                  <a:pt x="278132" y="216553"/>
                </a:cubicBezTo>
                <a:cubicBezTo>
                  <a:pt x="286508" y="213512"/>
                  <a:pt x="292219" y="206193"/>
                  <a:pt x="290315" y="201915"/>
                </a:cubicBezTo>
                <a:cubicBezTo>
                  <a:pt x="288412" y="197638"/>
                  <a:pt x="287079" y="200395"/>
                  <a:pt x="278037" y="202010"/>
                </a:cubicBezTo>
                <a:close/>
              </a:path>
            </a:pathLst>
          </a:custGeom>
          <a:solidFill>
            <a:srgbClr val="FFCEA9"/>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0" name="Google Shape;2614;p47">
            <a:extLst>
              <a:ext uri="{FF2B5EF4-FFF2-40B4-BE49-F238E27FC236}">
                <a16:creationId xmlns:a16="http://schemas.microsoft.com/office/drawing/2014/main" id="{B9C28A43-E4D1-9130-5B75-EA74C8F03A2B}"/>
              </a:ext>
            </a:extLst>
          </p:cNvPr>
          <p:cNvSpPr>
            <a:spLocks noGrp="1"/>
          </p:cNvSpPr>
          <p:nvPr/>
        </p:nvSpPr>
        <p:spPr>
          <a:xfrm>
            <a:off x="8649194" y="2592742"/>
            <a:ext cx="57666" cy="69376"/>
          </a:xfrm>
          <a:custGeom>
            <a:avLst/>
            <a:gdLst/>
            <a:ahLst/>
            <a:cxnLst/>
            <a:rect l="l" t="t" r="r" b="b"/>
            <a:pathLst>
              <a:path w="75991" h="89275">
                <a:moveTo>
                  <a:pt x="18406" y="89237"/>
                </a:moveTo>
                <a:cubicBezTo>
                  <a:pt x="18406" y="89237"/>
                  <a:pt x="55147" y="91139"/>
                  <a:pt x="75991" y="68231"/>
                </a:cubicBezTo>
                <a:lnTo>
                  <a:pt x="53338" y="20704"/>
                </a:lnTo>
                <a:cubicBezTo>
                  <a:pt x="53338" y="20704"/>
                  <a:pt x="42963" y="-5436"/>
                  <a:pt x="18501" y="1028"/>
                </a:cubicBezTo>
                <a:cubicBezTo>
                  <a:pt x="-5960" y="7491"/>
                  <a:pt x="-6341" y="42186"/>
                  <a:pt x="18406" y="89237"/>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1" name="Google Shape;2615;p47">
            <a:extLst>
              <a:ext uri="{FF2B5EF4-FFF2-40B4-BE49-F238E27FC236}">
                <a16:creationId xmlns:a16="http://schemas.microsoft.com/office/drawing/2014/main" id="{DA8DF064-4C09-6AD4-3C83-70200608773B}"/>
              </a:ext>
            </a:extLst>
          </p:cNvPr>
          <p:cNvSpPr>
            <a:spLocks noGrp="1"/>
          </p:cNvSpPr>
          <p:nvPr/>
        </p:nvSpPr>
        <p:spPr>
          <a:xfrm>
            <a:off x="8752943" y="2569317"/>
            <a:ext cx="46588" cy="50224"/>
          </a:xfrm>
          <a:custGeom>
            <a:avLst/>
            <a:gdLst/>
            <a:ahLst/>
            <a:cxnLst/>
            <a:rect l="l" t="t" r="r" b="b"/>
            <a:pathLst>
              <a:path w="61392" h="64630">
                <a:moveTo>
                  <a:pt x="0" y="469"/>
                </a:moveTo>
                <a:cubicBezTo>
                  <a:pt x="0" y="469"/>
                  <a:pt x="29792" y="-9036"/>
                  <a:pt x="61392" y="57501"/>
                </a:cubicBezTo>
                <a:lnTo>
                  <a:pt x="49590" y="64630"/>
                </a:lnTo>
                <a:cubicBezTo>
                  <a:pt x="49590" y="64630"/>
                  <a:pt x="18465" y="17294"/>
                  <a:pt x="0" y="469"/>
                </a:cubicBezTo>
                <a:close/>
              </a:path>
            </a:pathLst>
          </a:custGeom>
          <a:solidFill>
            <a:srgbClr val="EDEDE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2" name="Google Shape;2616;p47">
            <a:extLst>
              <a:ext uri="{FF2B5EF4-FFF2-40B4-BE49-F238E27FC236}">
                <a16:creationId xmlns:a16="http://schemas.microsoft.com/office/drawing/2014/main" id="{1CF9EF8B-B9D2-058D-B006-C262295293D7}"/>
              </a:ext>
            </a:extLst>
          </p:cNvPr>
          <p:cNvSpPr>
            <a:spLocks noGrp="1"/>
          </p:cNvSpPr>
          <p:nvPr/>
        </p:nvSpPr>
        <p:spPr>
          <a:xfrm>
            <a:off x="8635570" y="1260896"/>
            <a:ext cx="506982" cy="400447"/>
          </a:xfrm>
          <a:custGeom>
            <a:avLst/>
            <a:gdLst/>
            <a:ahLst/>
            <a:cxnLst/>
            <a:rect l="l" t="t" r="r" b="b"/>
            <a:pathLst>
              <a:path w="668082" h="515307">
                <a:moveTo>
                  <a:pt x="668083" y="310182"/>
                </a:moveTo>
                <a:lnTo>
                  <a:pt x="141345" y="6010"/>
                </a:lnTo>
                <a:lnTo>
                  <a:pt x="139346" y="4869"/>
                </a:lnTo>
                <a:lnTo>
                  <a:pt x="139346" y="4869"/>
                </a:lnTo>
                <a:cubicBezTo>
                  <a:pt x="124498" y="-3020"/>
                  <a:pt x="104415" y="-1594"/>
                  <a:pt x="82237" y="11143"/>
                </a:cubicBezTo>
                <a:cubicBezTo>
                  <a:pt x="36835" y="37378"/>
                  <a:pt x="0" y="101064"/>
                  <a:pt x="0" y="153723"/>
                </a:cubicBezTo>
                <a:cubicBezTo>
                  <a:pt x="0" y="180814"/>
                  <a:pt x="9994" y="199539"/>
                  <a:pt x="25890" y="207619"/>
                </a:cubicBezTo>
                <a:lnTo>
                  <a:pt x="559765" y="515307"/>
                </a:lnTo>
                <a:close/>
              </a:path>
            </a:pathLst>
          </a:custGeom>
          <a:solidFill>
            <a:srgbClr val="3A2C6D"/>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3" name="Google Shape;2617;p47">
            <a:extLst>
              <a:ext uri="{FF2B5EF4-FFF2-40B4-BE49-F238E27FC236}">
                <a16:creationId xmlns:a16="http://schemas.microsoft.com/office/drawing/2014/main" id="{A8564509-5E2D-E07F-60C8-D16BD60A24BA}"/>
              </a:ext>
            </a:extLst>
          </p:cNvPr>
          <p:cNvSpPr>
            <a:spLocks noGrp="1"/>
          </p:cNvSpPr>
          <p:nvPr/>
        </p:nvSpPr>
        <p:spPr>
          <a:xfrm rot="-3598236">
            <a:off x="9013637" y="1529812"/>
            <a:ext cx="176372" cy="104059"/>
          </a:xfrm>
          <a:custGeom>
            <a:avLst/>
            <a:gdLst/>
            <a:ahLst/>
            <a:cxnLst/>
            <a:rect l="l" t="t" r="r" b="b"/>
            <a:pathLst>
              <a:path w="232624" h="134025">
                <a:moveTo>
                  <a:pt x="232625" y="67013"/>
                </a:moveTo>
                <a:cubicBezTo>
                  <a:pt x="232625" y="104023"/>
                  <a:pt x="180550" y="134026"/>
                  <a:pt x="116312" y="134026"/>
                </a:cubicBezTo>
                <a:cubicBezTo>
                  <a:pt x="52075" y="134026"/>
                  <a:pt x="0" y="104023"/>
                  <a:pt x="0" y="67013"/>
                </a:cubicBezTo>
                <a:cubicBezTo>
                  <a:pt x="0" y="30003"/>
                  <a:pt x="52075" y="0"/>
                  <a:pt x="116312" y="0"/>
                </a:cubicBezTo>
                <a:cubicBezTo>
                  <a:pt x="180550" y="0"/>
                  <a:pt x="232625" y="30003"/>
                  <a:pt x="232625" y="67013"/>
                </a:cubicBezTo>
                <a:close/>
              </a:path>
            </a:pathLst>
          </a:custGeom>
          <a:solidFill>
            <a:srgbClr val="616E8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4" name="Google Shape;2618;p47">
            <a:extLst>
              <a:ext uri="{FF2B5EF4-FFF2-40B4-BE49-F238E27FC236}">
                <a16:creationId xmlns:a16="http://schemas.microsoft.com/office/drawing/2014/main" id="{3EC3D1DB-8FB3-D4D0-DF0C-A360A34E2E71}"/>
              </a:ext>
            </a:extLst>
          </p:cNvPr>
          <p:cNvSpPr>
            <a:spLocks noGrp="1"/>
          </p:cNvSpPr>
          <p:nvPr/>
        </p:nvSpPr>
        <p:spPr>
          <a:xfrm>
            <a:off x="9072201" y="1549362"/>
            <a:ext cx="208238" cy="209189"/>
          </a:xfrm>
          <a:custGeom>
            <a:avLst/>
            <a:gdLst/>
            <a:ahLst/>
            <a:cxnLst/>
            <a:rect l="l" t="t" r="r" b="b"/>
            <a:pathLst>
              <a:path w="274409" h="269191">
                <a:moveTo>
                  <a:pt x="274410" y="269192"/>
                </a:moveTo>
                <a:lnTo>
                  <a:pt x="0" y="111023"/>
                </a:lnTo>
                <a:lnTo>
                  <a:pt x="0" y="0"/>
                </a:lnTo>
                <a:lnTo>
                  <a:pt x="274410" y="158264"/>
                </a:lnTo>
                <a:lnTo>
                  <a:pt x="274410" y="269192"/>
                </a:lnTo>
                <a:close/>
              </a:path>
            </a:pathLst>
          </a:custGeom>
          <a:solidFill>
            <a:srgbClr val="D6D8E5"/>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5" name="Google Shape;2619;p47">
            <a:extLst>
              <a:ext uri="{FF2B5EF4-FFF2-40B4-BE49-F238E27FC236}">
                <a16:creationId xmlns:a16="http://schemas.microsoft.com/office/drawing/2014/main" id="{43BD707F-5754-1D69-ED9D-D80559CBE505}"/>
              </a:ext>
            </a:extLst>
          </p:cNvPr>
          <p:cNvSpPr>
            <a:spLocks noGrp="1"/>
          </p:cNvSpPr>
          <p:nvPr/>
        </p:nvSpPr>
        <p:spPr>
          <a:xfrm>
            <a:off x="9072201" y="1521219"/>
            <a:ext cx="256199" cy="151278"/>
          </a:xfrm>
          <a:custGeom>
            <a:avLst/>
            <a:gdLst/>
            <a:ahLst/>
            <a:cxnLst/>
            <a:rect l="l" t="t" r="r" b="b"/>
            <a:pathLst>
              <a:path w="337610" h="194669">
                <a:moveTo>
                  <a:pt x="274410" y="194670"/>
                </a:moveTo>
                <a:lnTo>
                  <a:pt x="0" y="36501"/>
                </a:lnTo>
                <a:lnTo>
                  <a:pt x="63201" y="0"/>
                </a:lnTo>
                <a:lnTo>
                  <a:pt x="337611" y="158264"/>
                </a:lnTo>
                <a:lnTo>
                  <a:pt x="274410" y="194670"/>
                </a:lnTo>
                <a:close/>
              </a:path>
            </a:pathLst>
          </a:custGeom>
          <a:solidFill>
            <a:srgbClr val="C4C7D6"/>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6" name="Google Shape;2620;p47">
            <a:extLst>
              <a:ext uri="{FF2B5EF4-FFF2-40B4-BE49-F238E27FC236}">
                <a16:creationId xmlns:a16="http://schemas.microsoft.com/office/drawing/2014/main" id="{1742F4B8-E954-D07A-5403-413971D36A96}"/>
              </a:ext>
            </a:extLst>
          </p:cNvPr>
          <p:cNvSpPr>
            <a:spLocks noGrp="1"/>
          </p:cNvSpPr>
          <p:nvPr/>
        </p:nvSpPr>
        <p:spPr>
          <a:xfrm rot="-1801764">
            <a:off x="9301026" y="1370285"/>
            <a:ext cx="523636" cy="927530"/>
          </a:xfrm>
          <a:custGeom>
            <a:avLst/>
            <a:gdLst/>
            <a:ahLst/>
            <a:cxnLst/>
            <a:rect l="l" t="t" r="r" b="b"/>
            <a:pathLst>
              <a:path w="690640" h="1194633">
                <a:moveTo>
                  <a:pt x="690640" y="597317"/>
                </a:moveTo>
                <a:cubicBezTo>
                  <a:pt x="690640" y="927206"/>
                  <a:pt x="536035" y="1194633"/>
                  <a:pt x="345320" y="1194633"/>
                </a:cubicBezTo>
                <a:cubicBezTo>
                  <a:pt x="154605" y="1194633"/>
                  <a:pt x="0" y="927206"/>
                  <a:pt x="0" y="597317"/>
                </a:cubicBezTo>
                <a:cubicBezTo>
                  <a:pt x="0" y="267428"/>
                  <a:pt x="154605" y="0"/>
                  <a:pt x="345320" y="0"/>
                </a:cubicBezTo>
                <a:cubicBezTo>
                  <a:pt x="536035" y="0"/>
                  <a:pt x="690640" y="267428"/>
                  <a:pt x="690640" y="597317"/>
                </a:cubicBezTo>
                <a:close/>
              </a:path>
            </a:pathLst>
          </a:custGeom>
          <a:solidFill>
            <a:srgbClr val="3E7EFF">
              <a:alpha val="9800"/>
            </a:srgbClr>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7" name="Google Shape;2621;p47">
            <a:extLst>
              <a:ext uri="{FF2B5EF4-FFF2-40B4-BE49-F238E27FC236}">
                <a16:creationId xmlns:a16="http://schemas.microsoft.com/office/drawing/2014/main" id="{9AF17918-7094-8924-5FB8-D26BFAEA813C}"/>
              </a:ext>
            </a:extLst>
          </p:cNvPr>
          <p:cNvSpPr>
            <a:spLocks noGrp="1"/>
          </p:cNvSpPr>
          <p:nvPr/>
        </p:nvSpPr>
        <p:spPr>
          <a:xfrm>
            <a:off x="9216878" y="1294080"/>
            <a:ext cx="780084" cy="1029047"/>
          </a:xfrm>
          <a:custGeom>
            <a:avLst/>
            <a:gdLst/>
            <a:ahLst/>
            <a:cxnLst/>
            <a:rect l="l" t="t" r="r" b="b"/>
            <a:pathLst>
              <a:path w="1027965" h="1324206">
                <a:moveTo>
                  <a:pt x="513983" y="1254422"/>
                </a:moveTo>
                <a:cubicBezTo>
                  <a:pt x="230816" y="1091119"/>
                  <a:pt x="0" y="692560"/>
                  <a:pt x="0" y="365955"/>
                </a:cubicBezTo>
                <a:cubicBezTo>
                  <a:pt x="0" y="39351"/>
                  <a:pt x="230436" y="-93439"/>
                  <a:pt x="513983" y="69863"/>
                </a:cubicBezTo>
                <a:cubicBezTo>
                  <a:pt x="797530" y="233165"/>
                  <a:pt x="1027966" y="631725"/>
                  <a:pt x="1027966" y="958234"/>
                </a:cubicBezTo>
                <a:cubicBezTo>
                  <a:pt x="1027966" y="1284744"/>
                  <a:pt x="797245" y="1417629"/>
                  <a:pt x="513983" y="1254422"/>
                </a:cubicBezTo>
                <a:close/>
                <a:moveTo>
                  <a:pt x="513983" y="256929"/>
                </a:moveTo>
                <a:cubicBezTo>
                  <a:pt x="320192" y="145146"/>
                  <a:pt x="162571" y="236017"/>
                  <a:pt x="162571" y="459488"/>
                </a:cubicBezTo>
                <a:cubicBezTo>
                  <a:pt x="162571" y="682959"/>
                  <a:pt x="320192" y="955668"/>
                  <a:pt x="513983" y="1067831"/>
                </a:cubicBezTo>
                <a:cubicBezTo>
                  <a:pt x="707773" y="1179995"/>
                  <a:pt x="865395" y="1088648"/>
                  <a:pt x="865395" y="865272"/>
                </a:cubicBezTo>
                <a:cubicBezTo>
                  <a:pt x="865395" y="641896"/>
                  <a:pt x="707773" y="368617"/>
                  <a:pt x="513983" y="256929"/>
                </a:cubicBezTo>
                <a:close/>
              </a:path>
            </a:pathLst>
          </a:custGeom>
          <a:solidFill>
            <a:srgbClr val="B1B4C4"/>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
        <p:nvSpPr>
          <p:cNvPr id="198" name="Google Shape;2622;p47">
            <a:extLst>
              <a:ext uri="{FF2B5EF4-FFF2-40B4-BE49-F238E27FC236}">
                <a16:creationId xmlns:a16="http://schemas.microsoft.com/office/drawing/2014/main" id="{6C79881A-125F-122F-DFE3-FCC66F4A12D1}"/>
              </a:ext>
            </a:extLst>
          </p:cNvPr>
          <p:cNvSpPr>
            <a:spLocks noGrp="1"/>
          </p:cNvSpPr>
          <p:nvPr/>
        </p:nvSpPr>
        <p:spPr>
          <a:xfrm>
            <a:off x="9173106" y="1319934"/>
            <a:ext cx="780084" cy="1029079"/>
          </a:xfrm>
          <a:custGeom>
            <a:avLst/>
            <a:gdLst/>
            <a:ahLst/>
            <a:cxnLst/>
            <a:rect l="l" t="t" r="r" b="b"/>
            <a:pathLst>
              <a:path w="1027965" h="1324248">
                <a:moveTo>
                  <a:pt x="513983" y="1254422"/>
                </a:moveTo>
                <a:cubicBezTo>
                  <a:pt x="230721" y="1091119"/>
                  <a:pt x="0" y="692560"/>
                  <a:pt x="0" y="365955"/>
                </a:cubicBezTo>
                <a:cubicBezTo>
                  <a:pt x="0" y="39351"/>
                  <a:pt x="230341" y="-93439"/>
                  <a:pt x="513983" y="69863"/>
                </a:cubicBezTo>
                <a:cubicBezTo>
                  <a:pt x="797625" y="233165"/>
                  <a:pt x="1027966" y="631725"/>
                  <a:pt x="1027966" y="958234"/>
                </a:cubicBezTo>
                <a:cubicBezTo>
                  <a:pt x="1027966" y="1284744"/>
                  <a:pt x="797149" y="1417724"/>
                  <a:pt x="513983" y="1254422"/>
                </a:cubicBezTo>
                <a:close/>
                <a:moveTo>
                  <a:pt x="513983" y="256929"/>
                </a:moveTo>
                <a:cubicBezTo>
                  <a:pt x="320192" y="145146"/>
                  <a:pt x="162571" y="236017"/>
                  <a:pt x="162571" y="459488"/>
                </a:cubicBezTo>
                <a:cubicBezTo>
                  <a:pt x="162571" y="682959"/>
                  <a:pt x="320192" y="955668"/>
                  <a:pt x="513983" y="1067831"/>
                </a:cubicBezTo>
                <a:cubicBezTo>
                  <a:pt x="707773" y="1179995"/>
                  <a:pt x="865395" y="1088648"/>
                  <a:pt x="865395" y="865272"/>
                </a:cubicBezTo>
                <a:cubicBezTo>
                  <a:pt x="865395" y="641896"/>
                  <a:pt x="707773" y="368617"/>
                  <a:pt x="513983" y="256929"/>
                </a:cubicBezTo>
                <a:close/>
              </a:path>
            </a:pathLst>
          </a:custGeom>
          <a:solidFill>
            <a:srgbClr val="D6D8E5"/>
          </a:solidFill>
          <a:ln>
            <a:noFill/>
          </a:ln>
        </p:spPr>
        <p:txBody>
          <a:bodyPr spcFirstLastPara="1" wrap="square" lIns="91425" tIns="45700" rIns="91425" bIns="45700" anchor="ctr">
            <a:no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3549336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A4A5BD0-31FE-447E-8F2E-CDE894A805F9}"/>
              </a:ext>
            </a:extLst>
          </p:cNvPr>
          <p:cNvSpPr>
            <a:spLocks noGrp="1"/>
          </p:cNvSpPr>
          <p:nvPr/>
        </p:nvSpPr>
        <p:spPr>
          <a:xfrm>
            <a:off x="0" y="0"/>
            <a:ext cx="12191695" cy="137160"/>
          </a:xfrm>
          <a:prstGeom prst="rect">
            <a:avLst/>
          </a:prstGeom>
          <a:solidFill>
            <a:srgbClr val="08A9C9"/>
          </a:solidFill>
          <a:ln w="12700">
            <a:solidFill>
              <a:srgbClr val="08A9C9"/>
            </a:solidFill>
            <a:prstDash val="solid"/>
          </a:ln>
        </p:spPr>
        <p:txBody>
          <a:bodyPr/>
          <a:lstStyle/>
          <a:p>
            <a:endParaRPr/>
          </a:p>
        </p:txBody>
      </p:sp>
      <p:sp>
        <p:nvSpPr>
          <p:cNvPr id="3" name="Shape 1">
            <a:extLst>
              <a:ext uri="{FF2B5EF4-FFF2-40B4-BE49-F238E27FC236}">
                <a16:creationId xmlns:a16="http://schemas.microsoft.com/office/drawing/2014/main" id="{F82401DF-1323-4BF3-B207-B89EFAE2A1AB}"/>
              </a:ext>
            </a:extLst>
          </p:cNvPr>
          <p:cNvSpPr>
            <a:spLocks noGrp="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a:p>
        </p:txBody>
      </p:sp>
      <p:sp>
        <p:nvSpPr>
          <p:cNvPr id="4" name="Text 2">
            <a:extLst>
              <a:ext uri="{FF2B5EF4-FFF2-40B4-BE49-F238E27FC236}">
                <a16:creationId xmlns:a16="http://schemas.microsoft.com/office/drawing/2014/main" id="{AF490B39-D7D3-4131-8757-4DBEF05613ED}"/>
              </a:ext>
            </a:extLst>
          </p:cNvPr>
          <p:cNvSpPr>
            <a:spLocks noGrp="1"/>
          </p:cNvSpPr>
          <p:nvPr/>
        </p:nvSpPr>
        <p:spPr>
          <a:xfrm>
            <a:off x="502920" y="6464808"/>
            <a:ext cx="5943600" cy="201168"/>
          </a:xfrm>
          <a:prstGeom prst="rect">
            <a:avLst/>
          </a:prstGeom>
          <a:noFill/>
        </p:spPr>
        <p:txBody>
          <a:bodyPr wrap="square" lIns="0" tIns="0" rIns="0" bIns="0" anchor="ctr"/>
          <a:lstStyle/>
          <a:p>
            <a:r>
              <a:rPr lang="en-US" sz="1500" b="0">
                <a:solidFill>
                  <a:srgbClr val="374151"/>
                </a:solidFill>
                <a:latin typeface="Aptos"/>
                <a:ea typeface="Aptos"/>
                <a:cs typeface="Aptos"/>
              </a:rPr>
              <a:t>Section 1 · Environment</a:t>
            </a:r>
          </a:p>
        </p:txBody>
      </p:sp>
      <p:sp>
        <p:nvSpPr>
          <p:cNvPr id="5" name="Text 3">
            <a:extLst>
              <a:ext uri="{FF2B5EF4-FFF2-40B4-BE49-F238E27FC236}">
                <a16:creationId xmlns:a16="http://schemas.microsoft.com/office/drawing/2014/main" id="{6592ACBD-5600-41E5-A0E5-868C0CF13553}"/>
              </a:ext>
            </a:extLst>
          </p:cNvPr>
          <p:cNvSpPr>
            <a:spLocks noGrp="1"/>
          </p:cNvSpPr>
          <p:nvPr/>
        </p:nvSpPr>
        <p:spPr>
          <a:xfrm>
            <a:off x="502920" y="621792"/>
            <a:ext cx="8686800" cy="502920"/>
          </a:xfrm>
          <a:prstGeom prst="rect">
            <a:avLst/>
          </a:prstGeom>
          <a:noFill/>
        </p:spPr>
        <p:txBody>
          <a:bodyPr wrap="square" lIns="0" tIns="0" rIns="0" bIns="0" anchor="ctr">
            <a:normAutofit/>
          </a:bodyPr>
          <a:lstStyle/>
          <a:p>
            <a:r>
              <a:rPr lang="en-US" sz="2800" b="0" dirty="0">
                <a:solidFill>
                  <a:srgbClr val="08A9C9"/>
                </a:solidFill>
                <a:latin typeface="Aptos Display"/>
                <a:ea typeface="Aptos Display"/>
                <a:cs typeface="Aptos Display"/>
              </a:rPr>
              <a:t>Local Course Environment Setup</a:t>
            </a:r>
          </a:p>
        </p:txBody>
      </p:sp>
      <p:sp>
        <p:nvSpPr>
          <p:cNvPr id="6" name="Text 4">
            <a:extLst>
              <a:ext uri="{FF2B5EF4-FFF2-40B4-BE49-F238E27FC236}">
                <a16:creationId xmlns:a16="http://schemas.microsoft.com/office/drawing/2014/main" id="{A44DDFBC-B476-4A7F-9AD4-7F82E1751E38}"/>
              </a:ext>
            </a:extLst>
          </p:cNvPr>
          <p:cNvSpPr>
            <a:spLocks noGrp="1"/>
          </p:cNvSpPr>
          <p:nvPr/>
        </p:nvSpPr>
        <p:spPr>
          <a:xfrm>
            <a:off x="502920" y="1170432"/>
            <a:ext cx="7772400" cy="347472"/>
          </a:xfrm>
          <a:prstGeom prst="rect">
            <a:avLst/>
          </a:prstGeom>
          <a:noFill/>
        </p:spPr>
        <p:txBody>
          <a:bodyPr wrap="square" lIns="0" tIns="0" rIns="0" bIns="0" anchor="ctr">
            <a:normAutofit/>
          </a:bodyPr>
          <a:lstStyle/>
          <a:p>
            <a:r>
              <a:rPr lang="en-US" sz="1500" b="0" dirty="0">
                <a:solidFill>
                  <a:srgbClr val="374151"/>
                </a:solidFill>
                <a:latin typeface="Aptos"/>
                <a:ea typeface="Aptos"/>
                <a:cs typeface="Aptos"/>
              </a:rPr>
              <a:t>Set up local tooling and authentication first. </a:t>
            </a:r>
          </a:p>
        </p:txBody>
      </p:sp>
      <p:sp>
        <p:nvSpPr>
          <p:cNvPr id="7" name="Text 5">
            <a:extLst>
              <a:ext uri="{FF2B5EF4-FFF2-40B4-BE49-F238E27FC236}">
                <a16:creationId xmlns:a16="http://schemas.microsoft.com/office/drawing/2014/main" id="{379A4FDA-67C1-4247-8FFF-8325606D95AB}"/>
              </a:ext>
            </a:extLst>
          </p:cNvPr>
          <p:cNvSpPr>
            <a:spLocks noGrp="1"/>
          </p:cNvSpPr>
          <p:nvPr/>
        </p:nvSpPr>
        <p:spPr>
          <a:xfrm>
            <a:off x="640080" y="1783080"/>
            <a:ext cx="6995160" cy="4160520"/>
          </a:xfrm>
          <a:prstGeom prst="rect">
            <a:avLst/>
          </a:prstGeom>
          <a:noFill/>
        </p:spPr>
        <p:txBody>
          <a:bodyPr wrap="square" lIns="508" tIns="508" rIns="508" bIns="508" anchor="t">
            <a:normAutofit/>
          </a:bodyPr>
          <a:lstStyle/>
          <a:p>
            <a:pPr>
              <a:spcAft>
                <a:spcPts val="200"/>
              </a:spcAft>
              <a:buNone/>
            </a:pPr>
            <a:r>
              <a:rPr lang="en-US" sz="2200" dirty="0">
                <a:solidFill>
                  <a:srgbClr val="374151"/>
                </a:solidFill>
                <a:latin typeface="Aptos"/>
                <a:ea typeface="Aptos"/>
                <a:cs typeface="Aptos"/>
              </a:rPr>
              <a:t>▸ .NET 10 to build and run the code.</a:t>
            </a:r>
          </a:p>
          <a:p>
            <a:pPr>
              <a:spcAft>
                <a:spcPts val="200"/>
              </a:spcAft>
              <a:buNone/>
            </a:pPr>
            <a:r>
              <a:rPr lang="en-US" sz="2200" dirty="0">
                <a:solidFill>
                  <a:srgbClr val="374151"/>
                </a:solidFill>
                <a:ea typeface="Aptos"/>
                <a:cs typeface="Aptos"/>
              </a:rPr>
              <a:t>▸ VS Code for development purposes </a:t>
            </a:r>
          </a:p>
          <a:p>
            <a:pPr>
              <a:spcAft>
                <a:spcPts val="200"/>
              </a:spcAft>
              <a:buNone/>
            </a:pPr>
            <a:r>
              <a:rPr lang="en-US" sz="2200" dirty="0">
                <a:solidFill>
                  <a:srgbClr val="374151"/>
                </a:solidFill>
                <a:latin typeface="Aptos"/>
                <a:ea typeface="Aptos"/>
                <a:cs typeface="Aptos"/>
              </a:rPr>
              <a:t>▸ Azure Tools extension (includes MCP, Foundry Toolkit, CLI, etc.) </a:t>
            </a:r>
          </a:p>
          <a:p>
            <a:pPr>
              <a:spcAft>
                <a:spcPts val="200"/>
              </a:spcAft>
              <a:buNone/>
            </a:pPr>
            <a:r>
              <a:rPr lang="en-US" sz="2200" dirty="0">
                <a:solidFill>
                  <a:srgbClr val="374151"/>
                </a:solidFill>
                <a:ea typeface="Aptos"/>
                <a:cs typeface="Aptos"/>
              </a:rPr>
              <a:t>▸ Azure </a:t>
            </a:r>
            <a:r>
              <a:rPr lang="en-US" sz="2200" dirty="0">
                <a:solidFill>
                  <a:srgbClr val="374151"/>
                </a:solidFill>
                <a:latin typeface="Aptos"/>
                <a:ea typeface="Aptos"/>
                <a:cs typeface="Aptos"/>
              </a:rPr>
              <a:t>CLI authenticates the developer.</a:t>
            </a:r>
          </a:p>
        </p:txBody>
      </p:sp>
      <p:sp>
        <p:nvSpPr>
          <p:cNvPr id="8" name="Shape 6">
            <a:extLst>
              <a:ext uri="{FF2B5EF4-FFF2-40B4-BE49-F238E27FC236}">
                <a16:creationId xmlns:a16="http://schemas.microsoft.com/office/drawing/2014/main" id="{320F475B-B195-4AB0-BB59-CC7E774881C9}"/>
              </a:ext>
            </a:extLst>
          </p:cNvPr>
          <p:cNvSpPr>
            <a:spLocks noGrp="1"/>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a:p>
        </p:txBody>
      </p:sp>
      <p:sp>
        <p:nvSpPr>
          <p:cNvPr id="9" name="Shape 7">
            <a:extLst>
              <a:ext uri="{FF2B5EF4-FFF2-40B4-BE49-F238E27FC236}">
                <a16:creationId xmlns:a16="http://schemas.microsoft.com/office/drawing/2014/main" id="{5FF681BE-424E-40F2-BF03-06B68374799C}"/>
              </a:ext>
            </a:extLst>
          </p:cNvPr>
          <p:cNvSpPr>
            <a:spLocks noGrp="1"/>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a:p>
        </p:txBody>
      </p:sp>
      <p:sp>
        <p:nvSpPr>
          <p:cNvPr id="10" name="Text 8">
            <a:extLst>
              <a:ext uri="{FF2B5EF4-FFF2-40B4-BE49-F238E27FC236}">
                <a16:creationId xmlns:a16="http://schemas.microsoft.com/office/drawing/2014/main" id="{5EC990E9-AC94-4FD0-BF17-CAA12DFFA043}"/>
              </a:ext>
            </a:extLst>
          </p:cNvPr>
          <p:cNvSpPr>
            <a:spLocks noGrp="1"/>
          </p:cNvSpPr>
          <p:nvPr/>
        </p:nvSpPr>
        <p:spPr>
          <a:xfrm>
            <a:off x="8138160" y="2002536"/>
            <a:ext cx="329184" cy="109728"/>
          </a:xfrm>
          <a:prstGeom prst="rect">
            <a:avLst/>
          </a:prstGeom>
          <a:noFill/>
        </p:spPr>
        <p:txBody>
          <a:bodyPr wrap="square" lIns="0" tIns="0" rIns="0" bIns="0" anchor="ctr"/>
          <a:lstStyle/>
          <a:p>
            <a:pPr marL="0" indent="0" algn="ctr">
              <a:buNone/>
            </a:pPr>
            <a:r>
              <a:rPr lang="en-US" sz="1500" b="1">
                <a:solidFill>
                  <a:srgbClr val="FFFFFF"/>
                </a:solidFill>
                <a:latin typeface="Aptos"/>
                <a:ea typeface="Aptos"/>
                <a:cs typeface="Aptos"/>
              </a:rPr>
              <a:t>i</a:t>
            </a:r>
          </a:p>
        </p:txBody>
      </p:sp>
      <p:sp>
        <p:nvSpPr>
          <p:cNvPr id="11" name="Text 9">
            <a:extLst>
              <a:ext uri="{FF2B5EF4-FFF2-40B4-BE49-F238E27FC236}">
                <a16:creationId xmlns:a16="http://schemas.microsoft.com/office/drawing/2014/main" id="{7268F9F2-A7D2-4F2C-914F-9991937C83D0}"/>
              </a:ext>
            </a:extLst>
          </p:cNvPr>
          <p:cNvSpPr>
            <a:spLocks noGrp="1"/>
          </p:cNvSpPr>
          <p:nvPr/>
        </p:nvSpPr>
        <p:spPr>
          <a:xfrm>
            <a:off x="8567928" y="1947672"/>
            <a:ext cx="2148840" cy="320040"/>
          </a:xfrm>
          <a:prstGeom prst="rect">
            <a:avLst/>
          </a:prstGeom>
          <a:noFill/>
        </p:spPr>
        <p:txBody>
          <a:bodyPr wrap="square" lIns="0" tIns="0" rIns="0" bIns="0" anchor="ctr">
            <a:normAutofit/>
          </a:bodyPr>
          <a:lstStyle/>
          <a:p>
            <a:r>
              <a:rPr lang="en-US" sz="1500" b="1">
                <a:solidFill>
                  <a:srgbClr val="1F2A37"/>
                </a:solidFill>
                <a:latin typeface="Aptos"/>
                <a:ea typeface="Aptos"/>
                <a:cs typeface="Aptos"/>
              </a:rPr>
              <a:t>Outcome</a:t>
            </a:r>
          </a:p>
        </p:txBody>
      </p:sp>
      <p:sp>
        <p:nvSpPr>
          <p:cNvPr id="12" name="Text 10">
            <a:extLst>
              <a:ext uri="{FF2B5EF4-FFF2-40B4-BE49-F238E27FC236}">
                <a16:creationId xmlns:a16="http://schemas.microsoft.com/office/drawing/2014/main" id="{282EC67D-377D-423B-B9B4-0E218CFB6C9B}"/>
              </a:ext>
            </a:extLst>
          </p:cNvPr>
          <p:cNvSpPr>
            <a:spLocks noGrp="1"/>
          </p:cNvSpPr>
          <p:nvPr/>
        </p:nvSpPr>
        <p:spPr>
          <a:xfrm>
            <a:off x="8138160" y="2331720"/>
            <a:ext cx="2514600" cy="1463040"/>
          </a:xfrm>
          <a:prstGeom prst="rect">
            <a:avLst/>
          </a:prstGeom>
          <a:noFill/>
        </p:spPr>
        <p:txBody>
          <a:bodyPr wrap="square" lIns="73152" rIns="73152" anchor="ctr">
            <a:normAutofit/>
          </a:bodyPr>
          <a:lstStyle/>
          <a:p>
            <a:pPr>
              <a:lnSpc>
                <a:spcPct val="90000"/>
              </a:lnSpc>
              <a:buNone/>
            </a:pPr>
            <a:r>
              <a:rPr lang="en-US" sz="1400" b="0" dirty="0">
                <a:solidFill>
                  <a:srgbClr val="374151"/>
                </a:solidFill>
                <a:latin typeface="Aptos"/>
                <a:ea typeface="Aptos"/>
                <a:cs typeface="Aptos"/>
              </a:rPr>
              <a:t>Prove the workstation can authenticate safely to a Microsoft Azure account.</a:t>
            </a:r>
          </a:p>
        </p:txBody>
      </p:sp>
    </p:spTree>
    <p:extLst>
      <p:ext uri="{BB962C8B-B14F-4D97-AF65-F5344CB8AC3E}">
        <p14:creationId xmlns:p14="http://schemas.microsoft.com/office/powerpoint/2010/main" val="4077324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82EFB9D-CC45-4386-B831-8EC7BD35CF29}"/>
              </a:ext>
            </a:extLst>
          </p:cNvPr>
          <p:cNvSpPr>
            <a:spLocks noGrp="1"/>
          </p:cNvSpPr>
          <p:nvPr/>
        </p:nvSpPr>
        <p:spPr>
          <a:xfrm>
            <a:off x="0" y="0"/>
            <a:ext cx="12191695" cy="137160"/>
          </a:xfrm>
          <a:prstGeom prst="rect">
            <a:avLst/>
          </a:prstGeom>
          <a:solidFill>
            <a:srgbClr val="08A9C9"/>
          </a:solidFill>
          <a:ln w="12700">
            <a:solidFill>
              <a:srgbClr val="08A9C9"/>
            </a:solidFill>
            <a:prstDash val="solid"/>
          </a:ln>
        </p:spPr>
        <p:txBody>
          <a:bodyPr/>
          <a:lstStyle/>
          <a:p>
            <a:endParaRPr/>
          </a:p>
        </p:txBody>
      </p:sp>
      <p:sp>
        <p:nvSpPr>
          <p:cNvPr id="3" name="Shape 1">
            <a:extLst>
              <a:ext uri="{FF2B5EF4-FFF2-40B4-BE49-F238E27FC236}">
                <a16:creationId xmlns:a16="http://schemas.microsoft.com/office/drawing/2014/main" id="{CB5E9F57-4903-4AF5-BB7C-FF0912383F63}"/>
              </a:ext>
            </a:extLst>
          </p:cNvPr>
          <p:cNvSpPr>
            <a:spLocks noGrp="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a:p>
        </p:txBody>
      </p:sp>
      <p:sp>
        <p:nvSpPr>
          <p:cNvPr id="4" name="Text 2">
            <a:extLst>
              <a:ext uri="{FF2B5EF4-FFF2-40B4-BE49-F238E27FC236}">
                <a16:creationId xmlns:a16="http://schemas.microsoft.com/office/drawing/2014/main" id="{D6935A55-A9DA-49D3-AF7D-076068438063}"/>
              </a:ext>
            </a:extLst>
          </p:cNvPr>
          <p:cNvSpPr>
            <a:spLocks noGrp="1"/>
          </p:cNvSpPr>
          <p:nvPr/>
        </p:nvSpPr>
        <p:spPr>
          <a:xfrm>
            <a:off x="502920" y="6464808"/>
            <a:ext cx="5943600" cy="201168"/>
          </a:xfrm>
          <a:prstGeom prst="rect">
            <a:avLst/>
          </a:prstGeom>
          <a:noFill/>
        </p:spPr>
        <p:txBody>
          <a:bodyPr wrap="square" lIns="0" tIns="0" rIns="0" bIns="0" anchor="ctr"/>
          <a:lstStyle/>
          <a:p>
            <a:r>
              <a:rPr lang="en-US" sz="1500" b="0">
                <a:solidFill>
                  <a:srgbClr val="374151"/>
                </a:solidFill>
                <a:latin typeface="Aptos"/>
                <a:ea typeface="Aptos"/>
                <a:cs typeface="Aptos"/>
              </a:rPr>
              <a:t>Section 1 · Environment</a:t>
            </a:r>
          </a:p>
        </p:txBody>
      </p:sp>
      <p:sp>
        <p:nvSpPr>
          <p:cNvPr id="5" name="Text 3">
            <a:extLst>
              <a:ext uri="{FF2B5EF4-FFF2-40B4-BE49-F238E27FC236}">
                <a16:creationId xmlns:a16="http://schemas.microsoft.com/office/drawing/2014/main" id="{FEC2CBE8-3130-4CE0-B68F-289C9BF30881}"/>
              </a:ext>
            </a:extLst>
          </p:cNvPr>
          <p:cNvSpPr>
            <a:spLocks noGrp="1"/>
          </p:cNvSpPr>
          <p:nvPr/>
        </p:nvSpPr>
        <p:spPr>
          <a:xfrm>
            <a:off x="502920" y="621792"/>
            <a:ext cx="11185855" cy="502920"/>
          </a:xfrm>
          <a:prstGeom prst="rect">
            <a:avLst/>
          </a:prstGeom>
          <a:noFill/>
        </p:spPr>
        <p:txBody>
          <a:bodyPr wrap="square" lIns="0" tIns="0" rIns="0" bIns="0" anchor="ctr">
            <a:normAutofit/>
          </a:bodyPr>
          <a:lstStyle/>
          <a:p>
            <a:r>
              <a:rPr lang="en-US" sz="2800" b="0">
                <a:solidFill>
                  <a:srgbClr val="08A9C9"/>
                </a:solidFill>
                <a:latin typeface="Aptos Display"/>
                <a:ea typeface="Aptos Display"/>
                <a:cs typeface="Aptos Display"/>
              </a:rPr>
              <a:t>Required Developer Toolchain</a:t>
            </a:r>
            <a:endParaRPr sz="2800" b="0">
              <a:solidFill>
                <a:srgbClr val="08A9C9"/>
              </a:solidFill>
              <a:latin typeface="Aptos Display"/>
              <a:ea typeface="Aptos Display"/>
              <a:cs typeface="Aptos Display"/>
            </a:endParaRPr>
          </a:p>
        </p:txBody>
      </p:sp>
      <p:sp>
        <p:nvSpPr>
          <p:cNvPr id="6" name="Text 4">
            <a:extLst>
              <a:ext uri="{FF2B5EF4-FFF2-40B4-BE49-F238E27FC236}">
                <a16:creationId xmlns:a16="http://schemas.microsoft.com/office/drawing/2014/main" id="{14E27349-0845-43A8-A1E0-533271EF5677}"/>
              </a:ext>
            </a:extLst>
          </p:cNvPr>
          <p:cNvSpPr>
            <a:spLocks noGrp="1"/>
          </p:cNvSpPr>
          <p:nvPr/>
        </p:nvSpPr>
        <p:spPr>
          <a:xfrm>
            <a:off x="502920" y="1216152"/>
            <a:ext cx="11185855" cy="455168"/>
          </a:xfrm>
          <a:prstGeom prst="rect">
            <a:avLst/>
          </a:prstGeom>
          <a:noFill/>
        </p:spPr>
        <p:txBody>
          <a:bodyPr wrap="square" lIns="0" tIns="0" rIns="0" bIns="0" anchor="t">
            <a:normAutofit/>
          </a:bodyPr>
          <a:lstStyle/>
          <a:p>
            <a:r>
              <a:rPr lang="en-US" sz="1500" b="0">
                <a:solidFill>
                  <a:srgbClr val="374151"/>
                </a:solidFill>
                <a:latin typeface="Aptos"/>
                <a:ea typeface="Aptos"/>
                <a:cs typeface="Aptos"/>
              </a:rPr>
              <a:t>You are given the Northstar starter assets; you supply a working toolchain.</a:t>
            </a:r>
          </a:p>
        </p:txBody>
      </p:sp>
      <p:sp>
        <p:nvSpPr>
          <p:cNvPr id="20" name="Inaction Card">
            <a:extLst>
              <a:ext uri="{FF2B5EF4-FFF2-40B4-BE49-F238E27FC236}">
                <a16:creationId xmlns:a16="http://schemas.microsoft.com/office/drawing/2014/main" id="{1A88AEF7-12FC-4374-8146-60FBA062420D}"/>
              </a:ext>
            </a:extLst>
          </p:cNvPr>
          <p:cNvSpPr>
            <a:spLocks noGrp="1"/>
          </p:cNvSpPr>
          <p:nvPr/>
        </p:nvSpPr>
        <p:spPr>
          <a:xfrm>
            <a:off x="502920" y="1820000"/>
            <a:ext cx="5450000" cy="3560000"/>
          </a:xfrm>
          <a:prstGeom prst="roundRect">
            <a:avLst>
              <a:gd name="adj" fmla="val 2400"/>
            </a:avLst>
          </a:prstGeom>
          <a:solidFill>
            <a:srgbClr val="FFFFFF"/>
          </a:solidFill>
          <a:ln w="12700">
            <a:solidFill>
              <a:srgbClr val="E4B07A"/>
            </a:solidFill>
            <a:prstDash val="solid"/>
          </a:ln>
        </p:spPr>
        <p:txBody>
          <a:bodyPr/>
          <a:lstStyle/>
          <a:p>
            <a:endParaRPr/>
          </a:p>
        </p:txBody>
      </p:sp>
      <p:sp>
        <p:nvSpPr>
          <p:cNvPr id="21" name="Inaction Accent">
            <a:extLst>
              <a:ext uri="{FF2B5EF4-FFF2-40B4-BE49-F238E27FC236}">
                <a16:creationId xmlns:a16="http://schemas.microsoft.com/office/drawing/2014/main" id="{61B55E52-D1DA-486C-9468-61C5BB88C759}"/>
              </a:ext>
            </a:extLst>
          </p:cNvPr>
          <p:cNvSpPr>
            <a:spLocks noGrp="1"/>
          </p:cNvSpPr>
          <p:nvPr/>
        </p:nvSpPr>
        <p:spPr>
          <a:xfrm>
            <a:off x="502920" y="1820000"/>
            <a:ext cx="5450000" cy="120000"/>
          </a:xfrm>
          <a:prstGeom prst="round2SameRect">
            <a:avLst>
              <a:gd name="adj1" fmla="val 50000"/>
              <a:gd name="adj2" fmla="val 0"/>
            </a:avLst>
          </a:prstGeom>
          <a:solidFill>
            <a:srgbClr val="C26A1E"/>
          </a:solidFill>
          <a:ln>
            <a:noFill/>
          </a:ln>
        </p:spPr>
        <p:txBody>
          <a:bodyPr/>
          <a:lstStyle/>
          <a:p>
            <a:endParaRPr/>
          </a:p>
        </p:txBody>
      </p:sp>
      <p:sp>
        <p:nvSpPr>
          <p:cNvPr id="22" name="Inaction Icon">
            <a:extLst>
              <a:ext uri="{FF2B5EF4-FFF2-40B4-BE49-F238E27FC236}">
                <a16:creationId xmlns:a16="http://schemas.microsoft.com/office/drawing/2014/main" id="{37DF6230-E108-4EC4-8ED6-AAD668B5B661}"/>
              </a:ext>
            </a:extLst>
          </p:cNvPr>
          <p:cNvSpPr>
            <a:spLocks noGrp="1"/>
          </p:cNvSpPr>
          <p:nvPr/>
        </p:nvSpPr>
        <p:spPr>
          <a:xfrm>
            <a:off x="731520" y="2080000"/>
            <a:ext cx="320040" cy="320040"/>
          </a:xfrm>
          <a:prstGeom prst="ellipse">
            <a:avLst/>
          </a:prstGeom>
          <a:solidFill>
            <a:srgbClr val="C26A1E"/>
          </a:solidFill>
          <a:ln w="12700">
            <a:solidFill>
              <a:srgbClr val="C26A1E"/>
            </a:solidFill>
            <a:prstDash val="solid"/>
          </a:ln>
        </p:spPr>
        <p:txBody>
          <a:bodyPr wrap="square" lIns="0" tIns="0" rIns="0" bIns="0" anchor="ctr"/>
          <a:lstStyle/>
          <a:p>
            <a:pPr marL="0" indent="0" algn="ctr">
              <a:buNone/>
            </a:pPr>
            <a:r>
              <a:rPr lang="en-US" sz="1100" b="0">
                <a:solidFill>
                  <a:srgbClr val="1F2A37"/>
                </a:solidFill>
                <a:latin typeface="Aptos"/>
                <a:ea typeface="Aptos"/>
                <a:cs typeface="Aptos"/>
              </a:rPr>
              <a:t>1</a:t>
            </a:r>
          </a:p>
        </p:txBody>
      </p:sp>
      <p:sp>
        <p:nvSpPr>
          <p:cNvPr id="23" name="Inaction Header">
            <a:extLst>
              <a:ext uri="{FF2B5EF4-FFF2-40B4-BE49-F238E27FC236}">
                <a16:creationId xmlns:a16="http://schemas.microsoft.com/office/drawing/2014/main" id="{59E1B928-8A86-4BE4-B807-75B607AC47AB}"/>
              </a:ext>
            </a:extLst>
          </p:cNvPr>
          <p:cNvSpPr>
            <a:spLocks noGrp="1"/>
          </p:cNvSpPr>
          <p:nvPr/>
        </p:nvSpPr>
        <p:spPr>
          <a:xfrm>
            <a:off x="1131520" y="2045000"/>
            <a:ext cx="4600000" cy="420000"/>
          </a:xfrm>
          <a:prstGeom prst="rect">
            <a:avLst/>
          </a:prstGeom>
          <a:noFill/>
        </p:spPr>
        <p:txBody>
          <a:bodyPr wrap="square" lIns="0" tIns="0" rIns="0" bIns="0" anchor="ctr"/>
          <a:lstStyle/>
          <a:p>
            <a:r>
              <a:rPr lang="en-US" sz="1500" b="1">
                <a:solidFill>
                  <a:srgbClr val="1F2A37"/>
                </a:solidFill>
                <a:latin typeface="Aptos"/>
                <a:ea typeface="Aptos"/>
                <a:cs typeface="Aptos"/>
              </a:rPr>
              <a:t>Install</a:t>
            </a:r>
          </a:p>
          <a:p>
            <a:r>
              <a:rPr lang="en-US" sz="1500" b="1">
                <a:solidFill>
                  <a:srgbClr val="1F2A37"/>
                </a:solidFill>
                <a:latin typeface="Aptos"/>
                <a:ea typeface="Aptos"/>
                <a:cs typeface="Aptos"/>
              </a:rPr>
              <a:t>What each tool gives you</a:t>
            </a:r>
          </a:p>
        </p:txBody>
      </p:sp>
      <p:sp>
        <p:nvSpPr>
          <p:cNvPr id="24" name="Inaction Bullets">
            <a:extLst>
              <a:ext uri="{FF2B5EF4-FFF2-40B4-BE49-F238E27FC236}">
                <a16:creationId xmlns:a16="http://schemas.microsoft.com/office/drawing/2014/main" id="{14F49C9C-48F9-417F-8F8D-834AF9642DBE}"/>
              </a:ext>
            </a:extLst>
          </p:cNvPr>
          <p:cNvSpPr>
            <a:spLocks noGrp="1"/>
          </p:cNvSpPr>
          <p:nvPr/>
        </p:nvSpPr>
        <p:spPr>
          <a:xfrm>
            <a:off x="731520" y="2560000"/>
            <a:ext cx="4992800" cy="2740000"/>
          </a:xfrm>
          <a:prstGeom prst="rect">
            <a:avLst/>
          </a:prstGeom>
          <a:noFill/>
        </p:spPr>
        <p:txBody>
          <a:bodyPr wrap="square" lIns="0" tIns="0" rIns="0" bIns="0" anchor="t">
            <a:normAutofit/>
          </a:bodyPr>
          <a:lstStyle/>
          <a:p>
            <a:pPr marL="228600" indent="-228600">
              <a:spcBef>
                <a:spcPts val="500"/>
              </a:spcBef>
              <a:spcAft>
                <a:spcPts val="200"/>
              </a:spcAft>
              <a:buFont typeface="Aptos"/>
              <a:buChar char="▸"/>
            </a:pPr>
            <a:r>
              <a:rPr lang="en-US" sz="2400">
                <a:solidFill>
                  <a:srgbClr val="374151"/>
                </a:solidFill>
                <a:latin typeface="Aptos"/>
                <a:ea typeface="Aptos"/>
                <a:cs typeface="Aptos"/>
              </a:rPr>
              <a:t>VS Code and the C# Dev Kit</a:t>
            </a:r>
          </a:p>
          <a:p>
            <a:pPr marL="228600" indent="-228600">
              <a:spcBef>
                <a:spcPts val="500"/>
              </a:spcBef>
              <a:spcAft>
                <a:spcPts val="200"/>
              </a:spcAft>
              <a:buFont typeface="Aptos"/>
              <a:buChar char="▸"/>
            </a:pPr>
            <a:r>
              <a:rPr lang="en-US" sz="2400">
                <a:solidFill>
                  <a:srgbClr val="374151"/>
                </a:solidFill>
                <a:latin typeface="Aptos"/>
                <a:ea typeface="Aptos"/>
                <a:cs typeface="Aptos"/>
              </a:rPr>
              <a:t>.NET 10 SDK to build and run</a:t>
            </a:r>
          </a:p>
          <a:p>
            <a:pPr marL="228600" indent="-228600">
              <a:spcBef>
                <a:spcPts val="500"/>
              </a:spcBef>
              <a:spcAft>
                <a:spcPts val="200"/>
              </a:spcAft>
              <a:buFont typeface="Aptos"/>
              <a:buChar char="▸"/>
            </a:pPr>
            <a:r>
              <a:rPr lang="en-US" sz="2400">
                <a:solidFill>
                  <a:srgbClr val="374151"/>
                </a:solidFill>
                <a:latin typeface="Aptos"/>
                <a:ea typeface="Aptos"/>
                <a:cs typeface="Aptos"/>
              </a:rPr>
              <a:t>Azure CLI for developer sign-in</a:t>
            </a:r>
          </a:p>
          <a:p>
            <a:pPr marL="228600" indent="-228600">
              <a:spcBef>
                <a:spcPts val="500"/>
              </a:spcBef>
              <a:spcAft>
                <a:spcPts val="200"/>
              </a:spcAft>
              <a:buFont typeface="Aptos"/>
              <a:buChar char="▸"/>
            </a:pPr>
            <a:r>
              <a:rPr lang="en-US" sz="2400">
                <a:solidFill>
                  <a:srgbClr val="374151"/>
                </a:solidFill>
                <a:latin typeface="Aptos"/>
                <a:ea typeface="Aptos"/>
                <a:cs typeface="Aptos"/>
              </a:rPr>
              <a:t>Foundry Toolkit and Git</a:t>
            </a:r>
          </a:p>
          <a:p>
            <a:pPr marL="228600" indent="-228600">
              <a:spcBef>
                <a:spcPts val="500"/>
              </a:spcBef>
              <a:spcAft>
                <a:spcPts val="200"/>
              </a:spcAft>
              <a:buFont typeface="Aptos"/>
              <a:buChar char="▸"/>
            </a:pPr>
            <a:endParaRPr lang="en-US" sz="2400">
              <a:solidFill>
                <a:srgbClr val="374151"/>
              </a:solidFill>
            </a:endParaRPr>
          </a:p>
        </p:txBody>
      </p:sp>
      <p:sp>
        <p:nvSpPr>
          <p:cNvPr id="30" name="Migration Card">
            <a:extLst>
              <a:ext uri="{FF2B5EF4-FFF2-40B4-BE49-F238E27FC236}">
                <a16:creationId xmlns:a16="http://schemas.microsoft.com/office/drawing/2014/main" id="{010FAA0C-C047-42D3-8A56-800488F7D9F2}"/>
              </a:ext>
            </a:extLst>
          </p:cNvPr>
          <p:cNvSpPr>
            <a:spLocks noGrp="1"/>
          </p:cNvSpPr>
          <p:nvPr/>
        </p:nvSpPr>
        <p:spPr>
          <a:xfrm>
            <a:off x="6238775" y="1820000"/>
            <a:ext cx="5450000" cy="3560000"/>
          </a:xfrm>
          <a:prstGeom prst="roundRect">
            <a:avLst>
              <a:gd name="adj" fmla="val 2400"/>
            </a:avLst>
          </a:prstGeom>
          <a:solidFill>
            <a:srgbClr val="FFFFFF"/>
          </a:solidFill>
          <a:ln w="12700">
            <a:solidFill>
              <a:srgbClr val="DBA0A0"/>
            </a:solidFill>
            <a:prstDash val="solid"/>
          </a:ln>
        </p:spPr>
        <p:txBody>
          <a:bodyPr/>
          <a:lstStyle/>
          <a:p>
            <a:endParaRPr/>
          </a:p>
        </p:txBody>
      </p:sp>
      <p:sp>
        <p:nvSpPr>
          <p:cNvPr id="31" name="Migration Accent">
            <a:extLst>
              <a:ext uri="{FF2B5EF4-FFF2-40B4-BE49-F238E27FC236}">
                <a16:creationId xmlns:a16="http://schemas.microsoft.com/office/drawing/2014/main" id="{F6D95D60-8248-486A-8C1D-0A830509BA5D}"/>
              </a:ext>
            </a:extLst>
          </p:cNvPr>
          <p:cNvSpPr>
            <a:spLocks noGrp="1"/>
          </p:cNvSpPr>
          <p:nvPr/>
        </p:nvSpPr>
        <p:spPr>
          <a:xfrm>
            <a:off x="6238775" y="1820000"/>
            <a:ext cx="5450000" cy="120000"/>
          </a:xfrm>
          <a:prstGeom prst="round2SameRect">
            <a:avLst>
              <a:gd name="adj1" fmla="val 50000"/>
              <a:gd name="adj2" fmla="val 0"/>
            </a:avLst>
          </a:prstGeom>
          <a:solidFill>
            <a:srgbClr val="C0392B"/>
          </a:solidFill>
          <a:ln>
            <a:noFill/>
          </a:ln>
        </p:spPr>
        <p:txBody>
          <a:bodyPr/>
          <a:lstStyle/>
          <a:p>
            <a:endParaRPr/>
          </a:p>
        </p:txBody>
      </p:sp>
      <p:sp>
        <p:nvSpPr>
          <p:cNvPr id="32" name="Migration Icon">
            <a:extLst>
              <a:ext uri="{FF2B5EF4-FFF2-40B4-BE49-F238E27FC236}">
                <a16:creationId xmlns:a16="http://schemas.microsoft.com/office/drawing/2014/main" id="{26241C91-7AB7-4E40-BB79-FF2FA197C872}"/>
              </a:ext>
            </a:extLst>
          </p:cNvPr>
          <p:cNvSpPr>
            <a:spLocks noGrp="1"/>
          </p:cNvSpPr>
          <p:nvPr/>
        </p:nvSpPr>
        <p:spPr>
          <a:xfrm>
            <a:off x="6467375" y="2080000"/>
            <a:ext cx="320040" cy="320040"/>
          </a:xfrm>
          <a:prstGeom prst="ellipse">
            <a:avLst/>
          </a:prstGeom>
          <a:solidFill>
            <a:srgbClr val="C0392B"/>
          </a:solidFill>
          <a:ln w="12700">
            <a:solidFill>
              <a:srgbClr val="C0392B"/>
            </a:solidFill>
            <a:prstDash val="solid"/>
          </a:ln>
        </p:spPr>
        <p:txBody>
          <a:bodyPr wrap="square" lIns="0" tIns="0" rIns="0" bIns="0" anchor="ctr"/>
          <a:lstStyle/>
          <a:p>
            <a:pPr marL="0" indent="0" algn="ctr">
              <a:buNone/>
            </a:pPr>
            <a:r>
              <a:rPr lang="en-US" sz="1800" b="1">
                <a:solidFill>
                  <a:srgbClr val="FFFFFF"/>
                </a:solidFill>
                <a:latin typeface="Aptos"/>
                <a:ea typeface="Aptos"/>
                <a:cs typeface="Aptos"/>
              </a:rPr>
              <a:t>2</a:t>
            </a:r>
          </a:p>
        </p:txBody>
      </p:sp>
      <p:sp>
        <p:nvSpPr>
          <p:cNvPr id="33" name="Migration Header">
            <a:extLst>
              <a:ext uri="{FF2B5EF4-FFF2-40B4-BE49-F238E27FC236}">
                <a16:creationId xmlns:a16="http://schemas.microsoft.com/office/drawing/2014/main" id="{5E5468A5-A979-4EA8-8923-87791BE0A836}"/>
              </a:ext>
            </a:extLst>
          </p:cNvPr>
          <p:cNvSpPr>
            <a:spLocks noGrp="1"/>
          </p:cNvSpPr>
          <p:nvPr/>
        </p:nvSpPr>
        <p:spPr>
          <a:xfrm>
            <a:off x="6867375" y="2045000"/>
            <a:ext cx="4600000" cy="420000"/>
          </a:xfrm>
          <a:prstGeom prst="rect">
            <a:avLst/>
          </a:prstGeom>
          <a:noFill/>
        </p:spPr>
        <p:txBody>
          <a:bodyPr wrap="square" lIns="0" tIns="0" rIns="0" bIns="0" anchor="ctr"/>
          <a:lstStyle/>
          <a:p>
            <a:r>
              <a:rPr lang="fr-FR" sz="1500" b="1">
                <a:solidFill>
                  <a:srgbClr val="1F2A37"/>
                </a:solidFill>
                <a:latin typeface="Aptos"/>
                <a:ea typeface="Aptos"/>
                <a:cs typeface="Aptos"/>
              </a:rPr>
              <a:t>Verify</a:t>
            </a:r>
          </a:p>
          <a:p>
            <a:r>
              <a:rPr lang="fr-FR" sz="1500" b="1">
                <a:solidFill>
                  <a:srgbClr val="1F2A37"/>
                </a:solidFill>
                <a:latin typeface="Aptos"/>
                <a:ea typeface="Aptos"/>
                <a:cs typeface="Aptos"/>
              </a:rPr>
              <a:t>Run these before you continue</a:t>
            </a:r>
          </a:p>
        </p:txBody>
      </p:sp>
      <p:sp>
        <p:nvSpPr>
          <p:cNvPr id="34" name="Migration Bullets">
            <a:extLst>
              <a:ext uri="{FF2B5EF4-FFF2-40B4-BE49-F238E27FC236}">
                <a16:creationId xmlns:a16="http://schemas.microsoft.com/office/drawing/2014/main" id="{413ECD62-9CA0-4527-99B4-DBF1CE0F0468}"/>
              </a:ext>
            </a:extLst>
          </p:cNvPr>
          <p:cNvSpPr>
            <a:spLocks noGrp="1"/>
          </p:cNvSpPr>
          <p:nvPr/>
        </p:nvSpPr>
        <p:spPr>
          <a:xfrm>
            <a:off x="6467375" y="2560000"/>
            <a:ext cx="4992800" cy="2740000"/>
          </a:xfrm>
          <a:prstGeom prst="rect">
            <a:avLst/>
          </a:prstGeom>
          <a:noFill/>
        </p:spPr>
        <p:txBody>
          <a:bodyPr wrap="square" lIns="0" tIns="0" rIns="0" bIns="0" anchor="t">
            <a:normAutofit/>
          </a:bodyPr>
          <a:lstStyle/>
          <a:p>
            <a:pPr marL="228600" indent="-228600">
              <a:spcBef>
                <a:spcPts val="500"/>
              </a:spcBef>
              <a:spcAft>
                <a:spcPts val="200"/>
              </a:spcAft>
              <a:buFont typeface="Aptos"/>
              <a:buChar char="▸"/>
            </a:pPr>
            <a:r>
              <a:rPr lang="en-US" sz="2400">
                <a:solidFill>
                  <a:srgbClr val="374151"/>
                </a:solidFill>
                <a:latin typeface="Aptos"/>
                <a:ea typeface="Aptos"/>
                <a:cs typeface="Aptos"/>
              </a:rPr>
              <a:t>code --version</a:t>
            </a:r>
          </a:p>
          <a:p>
            <a:pPr marL="228600" indent="-228600">
              <a:spcBef>
                <a:spcPts val="500"/>
              </a:spcBef>
              <a:spcAft>
                <a:spcPts val="200"/>
              </a:spcAft>
              <a:buFont typeface="Aptos"/>
              <a:buChar char="▸"/>
            </a:pPr>
            <a:r>
              <a:rPr lang="en-US" sz="2400">
                <a:solidFill>
                  <a:srgbClr val="374151"/>
                </a:solidFill>
                <a:latin typeface="Aptos"/>
                <a:ea typeface="Aptos"/>
                <a:cs typeface="Aptos"/>
              </a:rPr>
              <a:t>dotnet --version</a:t>
            </a:r>
          </a:p>
          <a:p>
            <a:pPr marL="228600" indent="-228600">
              <a:spcBef>
                <a:spcPts val="500"/>
              </a:spcBef>
              <a:spcAft>
                <a:spcPts val="200"/>
              </a:spcAft>
              <a:buFont typeface="Aptos"/>
              <a:buChar char="▸"/>
            </a:pPr>
            <a:r>
              <a:rPr lang="en-US" sz="2400">
                <a:solidFill>
                  <a:srgbClr val="374151"/>
                </a:solidFill>
                <a:latin typeface="Aptos"/>
                <a:ea typeface="Aptos"/>
                <a:cs typeface="Aptos"/>
              </a:rPr>
              <a:t>az version</a:t>
            </a:r>
          </a:p>
          <a:p>
            <a:pPr marL="228600" indent="-228600">
              <a:spcBef>
                <a:spcPts val="500"/>
              </a:spcBef>
              <a:spcAft>
                <a:spcPts val="200"/>
              </a:spcAft>
              <a:buFont typeface="Aptos"/>
              <a:buChar char="▸"/>
            </a:pPr>
            <a:r>
              <a:rPr lang="en-US" sz="2400">
                <a:solidFill>
                  <a:srgbClr val="374151"/>
                </a:solidFill>
                <a:latin typeface="Aptos"/>
                <a:ea typeface="Aptos"/>
                <a:cs typeface="Aptos"/>
              </a:rPr>
              <a:t>git --version</a:t>
            </a:r>
          </a:p>
          <a:p>
            <a:pPr marL="228600" indent="-228600">
              <a:spcBef>
                <a:spcPts val="500"/>
              </a:spcBef>
              <a:spcAft>
                <a:spcPts val="200"/>
              </a:spcAft>
              <a:buFont typeface="Aptos"/>
              <a:buChar char="▸"/>
            </a:pPr>
            <a:endParaRPr lang="en-US" sz="2400">
              <a:solidFill>
                <a:srgbClr val="374151"/>
              </a:solidFill>
            </a:endParaRPr>
          </a:p>
        </p:txBody>
      </p:sp>
    </p:spTree>
    <p:extLst>
      <p:ext uri="{BB962C8B-B14F-4D97-AF65-F5344CB8AC3E}">
        <p14:creationId xmlns:p14="http://schemas.microsoft.com/office/powerpoint/2010/main" val="3750798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fade">
                                      <p:cBhvr>
                                        <p:cTn id="24" dur="500"/>
                                        <p:tgtEl>
                                          <p:spTgt spid="3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500"/>
                                        <p:tgtEl>
                                          <p:spTgt spid="3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500"/>
                                        <p:tgtEl>
                                          <p:spTgt spid="3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fade">
                                      <p:cBhvr>
                                        <p:cTn id="3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p:bldP spid="24" grpId="0"/>
      <p:bldP spid="30" grpId="0" animBg="1"/>
      <p:bldP spid="31" grpId="0" animBg="1"/>
      <p:bldP spid="32" grpId="0" animBg="1"/>
      <p:bldP spid="33" grpId="0"/>
      <p:bldP spid="3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10F5983-6039-43A5-8BE2-2FB8CB1A1799}"/>
              </a:ext>
            </a:extLst>
          </p:cNvPr>
          <p:cNvSpPr>
            <a:spLocks noGrp="1"/>
          </p:cNvSpPr>
          <p:nvPr/>
        </p:nvSpPr>
        <p:spPr>
          <a:xfrm>
            <a:off x="0" y="0"/>
            <a:ext cx="12191695" cy="137160"/>
          </a:xfrm>
          <a:prstGeom prst="rect">
            <a:avLst/>
          </a:prstGeom>
          <a:solidFill>
            <a:srgbClr val="08A9C9"/>
          </a:solidFill>
          <a:ln w="12700">
            <a:solidFill>
              <a:srgbClr val="08A9C9"/>
            </a:solidFill>
            <a:prstDash val="solid"/>
          </a:ln>
        </p:spPr>
        <p:txBody>
          <a:bodyPr/>
          <a:lstStyle/>
          <a:p>
            <a:endParaRPr/>
          </a:p>
        </p:txBody>
      </p:sp>
      <p:sp>
        <p:nvSpPr>
          <p:cNvPr id="3" name="Shape 1">
            <a:extLst>
              <a:ext uri="{FF2B5EF4-FFF2-40B4-BE49-F238E27FC236}">
                <a16:creationId xmlns:a16="http://schemas.microsoft.com/office/drawing/2014/main" id="{E9A6C6AE-369B-4BD0-BCA8-A585C44F488D}"/>
              </a:ext>
            </a:extLst>
          </p:cNvPr>
          <p:cNvSpPr>
            <a:spLocks noGrp="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a:p>
        </p:txBody>
      </p:sp>
      <p:sp>
        <p:nvSpPr>
          <p:cNvPr id="4" name="Text 2">
            <a:extLst>
              <a:ext uri="{FF2B5EF4-FFF2-40B4-BE49-F238E27FC236}">
                <a16:creationId xmlns:a16="http://schemas.microsoft.com/office/drawing/2014/main" id="{82555C27-D2D4-48DE-B37F-C1F954378B1E}"/>
              </a:ext>
            </a:extLst>
          </p:cNvPr>
          <p:cNvSpPr>
            <a:spLocks noGrp="1"/>
          </p:cNvSpPr>
          <p:nvPr/>
        </p:nvSpPr>
        <p:spPr>
          <a:xfrm>
            <a:off x="502920" y="6464808"/>
            <a:ext cx="5943600" cy="201168"/>
          </a:xfrm>
          <a:prstGeom prst="rect">
            <a:avLst/>
          </a:prstGeom>
          <a:noFill/>
        </p:spPr>
        <p:txBody>
          <a:bodyPr wrap="square" lIns="0" tIns="0" rIns="0" bIns="0" anchor="ctr"/>
          <a:lstStyle/>
          <a:p>
            <a:r>
              <a:rPr lang="en-US" sz="1300" b="0">
                <a:solidFill>
                  <a:srgbClr val="374151"/>
                </a:solidFill>
                <a:latin typeface="Aptos"/>
                <a:ea typeface="Aptos"/>
                <a:cs typeface="Aptos"/>
              </a:rPr>
              <a:t>Section 1 · Environment</a:t>
            </a:r>
            <a:endParaRPr sz="1300" b="0">
              <a:solidFill>
                <a:srgbClr val="374151"/>
              </a:solidFill>
              <a:latin typeface="Aptos"/>
              <a:ea typeface="Aptos"/>
              <a:cs typeface="Aptos"/>
            </a:endParaRPr>
          </a:p>
        </p:txBody>
      </p:sp>
      <p:sp>
        <p:nvSpPr>
          <p:cNvPr id="5" name="Text 3">
            <a:extLst>
              <a:ext uri="{FF2B5EF4-FFF2-40B4-BE49-F238E27FC236}">
                <a16:creationId xmlns:a16="http://schemas.microsoft.com/office/drawing/2014/main" id="{771002AC-3CD0-40EE-86FE-5B550689316D}"/>
              </a:ext>
            </a:extLst>
          </p:cNvPr>
          <p:cNvSpPr>
            <a:spLocks noGrp="1"/>
          </p:cNvSpPr>
          <p:nvPr/>
        </p:nvSpPr>
        <p:spPr>
          <a:xfrm>
            <a:off x="502920" y="621792"/>
            <a:ext cx="8229600" cy="502920"/>
          </a:xfrm>
          <a:prstGeom prst="rect">
            <a:avLst/>
          </a:prstGeom>
          <a:noFill/>
        </p:spPr>
        <p:txBody>
          <a:bodyPr wrap="square" lIns="0" tIns="0" rIns="0" bIns="0" anchor="ctr">
            <a:normAutofit/>
          </a:bodyPr>
          <a:lstStyle/>
          <a:p>
            <a:r>
              <a:rPr lang="en-US" sz="2800" b="0">
                <a:solidFill>
                  <a:srgbClr val="08A9C9"/>
                </a:solidFill>
                <a:latin typeface="Aptos Display"/>
                <a:ea typeface="Aptos Display"/>
                <a:cs typeface="Aptos Display"/>
              </a:rPr>
              <a:t>Validate Before Building</a:t>
            </a:r>
            <a:endParaRPr sz="2800" b="0">
              <a:solidFill>
                <a:srgbClr val="08A9C9"/>
              </a:solidFill>
              <a:latin typeface="Aptos Display"/>
              <a:ea typeface="Aptos Display"/>
              <a:cs typeface="Aptos Display"/>
            </a:endParaRPr>
          </a:p>
        </p:txBody>
      </p:sp>
      <p:sp>
        <p:nvSpPr>
          <p:cNvPr id="6" name="Text 4">
            <a:extLst>
              <a:ext uri="{FF2B5EF4-FFF2-40B4-BE49-F238E27FC236}">
                <a16:creationId xmlns:a16="http://schemas.microsoft.com/office/drawing/2014/main" id="{0CB7252D-4390-4A1F-88F6-24FABFB0FB56}"/>
              </a:ext>
            </a:extLst>
          </p:cNvPr>
          <p:cNvSpPr>
            <a:spLocks noGrp="1"/>
          </p:cNvSpPr>
          <p:nvPr/>
        </p:nvSpPr>
        <p:spPr>
          <a:xfrm>
            <a:off x="502920" y="1298448"/>
            <a:ext cx="7772400" cy="320040"/>
          </a:xfrm>
          <a:prstGeom prst="rect">
            <a:avLst/>
          </a:prstGeom>
          <a:noFill/>
        </p:spPr>
        <p:txBody>
          <a:bodyPr wrap="square" lIns="0" tIns="0" rIns="0" bIns="0" anchor="ctr">
            <a:normAutofit/>
          </a:bodyPr>
          <a:lstStyle/>
          <a:p>
            <a:r>
              <a:rPr lang="en-US" sz="1300" b="0">
                <a:solidFill>
                  <a:srgbClr val="374151"/>
                </a:solidFill>
                <a:latin typeface="Aptos"/>
                <a:ea typeface="Aptos"/>
                <a:cs typeface="Aptos"/>
              </a:rPr>
              <a:t>Run the supplied preflight project and confirm every check reports PASS.</a:t>
            </a:r>
          </a:p>
        </p:txBody>
      </p:sp>
      <p:sp>
        <p:nvSpPr>
          <p:cNvPr id="7" name="Shape 5">
            <a:extLst>
              <a:ext uri="{FF2B5EF4-FFF2-40B4-BE49-F238E27FC236}">
                <a16:creationId xmlns:a16="http://schemas.microsoft.com/office/drawing/2014/main" id="{0ECBA23A-A5D3-4DB8-A569-4F7FD3DF450B}"/>
              </a:ext>
            </a:extLst>
          </p:cNvPr>
          <p:cNvSpPr>
            <a:spLocks noGrp="1"/>
          </p:cNvSpPr>
          <p:nvPr/>
        </p:nvSpPr>
        <p:spPr>
          <a:xfrm>
            <a:off x="685800" y="1783080"/>
            <a:ext cx="2606040" cy="1143000"/>
          </a:xfrm>
          <a:prstGeom prst="roundRect">
            <a:avLst>
              <a:gd name="adj" fmla="val 4000"/>
            </a:avLst>
          </a:prstGeom>
          <a:solidFill>
            <a:srgbClr val="FFFFFF"/>
          </a:solidFill>
          <a:ln w="12700">
            <a:solidFill>
              <a:srgbClr val="B8C7D6"/>
            </a:solidFill>
            <a:prstDash val="solid"/>
          </a:ln>
        </p:spPr>
        <p:txBody>
          <a:bodyPr wrap="square"/>
          <a:lstStyle/>
          <a:p>
            <a:pPr>
              <a:spcAft>
                <a:spcPts val="200"/>
              </a:spcAft>
              <a:buNone/>
            </a:pPr>
            <a:endParaRPr/>
          </a:p>
        </p:txBody>
      </p:sp>
      <p:sp>
        <p:nvSpPr>
          <p:cNvPr id="8" name="Text 6">
            <a:extLst>
              <a:ext uri="{FF2B5EF4-FFF2-40B4-BE49-F238E27FC236}">
                <a16:creationId xmlns:a16="http://schemas.microsoft.com/office/drawing/2014/main" id="{2437AEAD-7B95-48BF-9149-A6A53C4E02F9}"/>
              </a:ext>
            </a:extLst>
          </p:cNvPr>
          <p:cNvSpPr>
            <a:spLocks noGrp="1"/>
          </p:cNvSpPr>
          <p:nvPr/>
        </p:nvSpPr>
        <p:spPr>
          <a:xfrm>
            <a:off x="850392" y="196596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Tools run</a:t>
            </a:r>
          </a:p>
        </p:txBody>
      </p:sp>
      <p:sp>
        <p:nvSpPr>
          <p:cNvPr id="9" name="Text 7">
            <a:extLst>
              <a:ext uri="{FF2B5EF4-FFF2-40B4-BE49-F238E27FC236}">
                <a16:creationId xmlns:a16="http://schemas.microsoft.com/office/drawing/2014/main" id="{7661A3C4-D7EC-48A7-BE19-EA4F02457789}"/>
              </a:ext>
            </a:extLst>
          </p:cNvPr>
          <p:cNvSpPr>
            <a:spLocks noGrp="1"/>
          </p:cNvSpPr>
          <p:nvPr/>
        </p:nvSpPr>
        <p:spPr>
          <a:xfrm>
            <a:off x="850392" y="2286000"/>
            <a:ext cx="2240280" cy="640080"/>
          </a:xfrm>
          <a:prstGeom prst="rect">
            <a:avLst/>
          </a:prstGeom>
          <a:noFill/>
        </p:spPr>
        <p:txBody>
          <a:bodyPr wrap="square" lIns="64008" tIns="27432" rIns="64008" bIns="27432" anchor="ctr">
            <a:normAutofit/>
          </a:bodyPr>
          <a:lstStyle/>
          <a:p>
            <a:pPr>
              <a:lnSpc>
                <a:spcPct val="92000"/>
              </a:lnSpc>
              <a:buNone/>
            </a:pPr>
            <a:r>
              <a:rPr lang="en-US" sz="1200" b="0">
                <a:solidFill>
                  <a:srgbClr val="253040"/>
                </a:solidFill>
                <a:latin typeface="Aptos"/>
                <a:ea typeface="Aptos"/>
                <a:cs typeface="Aptos"/>
              </a:rPr>
              <a:t>The SDK, CLI, and editor all</a:t>
            </a:r>
          </a:p>
          <a:p>
            <a:pPr>
              <a:lnSpc>
                <a:spcPct val="92000"/>
              </a:lnSpc>
              <a:buNone/>
            </a:pPr>
            <a:r>
              <a:rPr lang="en-US" sz="1200" b="0">
                <a:solidFill>
                  <a:srgbClr val="253040"/>
                </a:solidFill>
                <a:latin typeface="Aptos"/>
                <a:ea typeface="Aptos"/>
                <a:cs typeface="Aptos"/>
              </a:rPr>
              <a:t>respond as expected.</a:t>
            </a:r>
            <a:endParaRPr sz="1200" b="0">
              <a:solidFill>
                <a:srgbClr val="253040"/>
              </a:solidFill>
              <a:latin typeface="Aptos"/>
              <a:ea typeface="Aptos"/>
              <a:cs typeface="Aptos"/>
            </a:endParaRPr>
          </a:p>
        </p:txBody>
      </p:sp>
      <p:sp>
        <p:nvSpPr>
          <p:cNvPr id="10" name="Shape 8">
            <a:extLst>
              <a:ext uri="{FF2B5EF4-FFF2-40B4-BE49-F238E27FC236}">
                <a16:creationId xmlns:a16="http://schemas.microsoft.com/office/drawing/2014/main" id="{16F1CE68-A302-4A3F-91B6-1E794D4FAFC2}"/>
              </a:ext>
            </a:extLst>
          </p:cNvPr>
          <p:cNvSpPr>
            <a:spLocks noGrp="1"/>
          </p:cNvSpPr>
          <p:nvPr/>
        </p:nvSpPr>
        <p:spPr>
          <a:xfrm>
            <a:off x="3703320" y="1783080"/>
            <a:ext cx="2606040" cy="1143000"/>
          </a:xfrm>
          <a:prstGeom prst="roundRect">
            <a:avLst>
              <a:gd name="adj" fmla="val 4000"/>
            </a:avLst>
          </a:prstGeom>
          <a:solidFill>
            <a:srgbClr val="FFFFFF"/>
          </a:solidFill>
          <a:ln w="12700">
            <a:solidFill>
              <a:srgbClr val="B8C7D6"/>
            </a:solidFill>
            <a:prstDash val="solid"/>
          </a:ln>
        </p:spPr>
        <p:txBody>
          <a:bodyPr wrap="square"/>
          <a:lstStyle/>
          <a:p>
            <a:r>
              <a:rPr sz="1300" b="1">
                <a:solidFill>
                  <a:srgbClr val="FFFFFF"/>
                </a:solidFill>
                <a:latin typeface="Aptos"/>
                <a:ea typeface="Aptos"/>
                <a:cs typeface="Aptos"/>
              </a:rPr>
              <a:t>i</a:t>
            </a:r>
          </a:p>
        </p:txBody>
      </p:sp>
      <p:sp>
        <p:nvSpPr>
          <p:cNvPr id="11" name="Text 9">
            <a:extLst>
              <a:ext uri="{FF2B5EF4-FFF2-40B4-BE49-F238E27FC236}">
                <a16:creationId xmlns:a16="http://schemas.microsoft.com/office/drawing/2014/main" id="{A0D70A85-D7B1-48D1-9F1A-A563C077C8EC}"/>
              </a:ext>
            </a:extLst>
          </p:cNvPr>
          <p:cNvSpPr>
            <a:spLocks noGrp="1"/>
          </p:cNvSpPr>
          <p:nvPr/>
        </p:nvSpPr>
        <p:spPr>
          <a:xfrm>
            <a:off x="3867912" y="196596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Context is right</a:t>
            </a:r>
          </a:p>
        </p:txBody>
      </p:sp>
      <p:sp>
        <p:nvSpPr>
          <p:cNvPr id="12" name="Text 10">
            <a:extLst>
              <a:ext uri="{FF2B5EF4-FFF2-40B4-BE49-F238E27FC236}">
                <a16:creationId xmlns:a16="http://schemas.microsoft.com/office/drawing/2014/main" id="{CCA6B742-BD43-40B2-92F9-A65859B482EC}"/>
              </a:ext>
            </a:extLst>
          </p:cNvPr>
          <p:cNvSpPr>
            <a:spLocks noGrp="1"/>
          </p:cNvSpPr>
          <p:nvPr/>
        </p:nvSpPr>
        <p:spPr>
          <a:xfrm>
            <a:off x="3867912" y="2286000"/>
            <a:ext cx="2362620" cy="640080"/>
          </a:xfrm>
          <a:prstGeom prst="rect">
            <a:avLst/>
          </a:prstGeom>
          <a:noFill/>
        </p:spPr>
        <p:txBody>
          <a:bodyPr wrap="square" lIns="64008" tIns="27432" rIns="64008" bIns="27432" anchor="ctr">
            <a:noAutofit/>
          </a:bodyPr>
          <a:lstStyle/>
          <a:p>
            <a:pPr>
              <a:lnSpc>
                <a:spcPct val="92000"/>
              </a:lnSpc>
              <a:buNone/>
            </a:pPr>
            <a:r>
              <a:rPr lang="en-US" sz="1100" b="0">
                <a:solidFill>
                  <a:srgbClr val="253040"/>
                </a:solidFill>
                <a:latin typeface="Aptos"/>
                <a:ea typeface="Aptos"/>
                <a:cs typeface="Aptos"/>
              </a:rPr>
              <a:t>The intended tenant and</a:t>
            </a:r>
          </a:p>
          <a:p>
            <a:pPr>
              <a:lnSpc>
                <a:spcPct val="92000"/>
              </a:lnSpc>
              <a:buNone/>
            </a:pPr>
            <a:r>
              <a:rPr lang="en-US" sz="1100" b="0">
                <a:solidFill>
                  <a:srgbClr val="253040"/>
                </a:solidFill>
                <a:latin typeface="Aptos"/>
                <a:ea typeface="Aptos"/>
                <a:cs typeface="Aptos"/>
              </a:rPr>
              <a:t>subscription are active.</a:t>
            </a:r>
            <a:endParaRPr sz="1100" b="0">
              <a:solidFill>
                <a:srgbClr val="253040"/>
              </a:solidFill>
              <a:latin typeface="Aptos"/>
              <a:ea typeface="Aptos"/>
              <a:cs typeface="Aptos"/>
            </a:endParaRPr>
          </a:p>
        </p:txBody>
      </p:sp>
      <p:sp>
        <p:nvSpPr>
          <p:cNvPr id="13" name="Shape 11">
            <a:extLst>
              <a:ext uri="{FF2B5EF4-FFF2-40B4-BE49-F238E27FC236}">
                <a16:creationId xmlns:a16="http://schemas.microsoft.com/office/drawing/2014/main" id="{FA743969-FEAC-42B3-B466-6F84E845E18C}"/>
              </a:ext>
            </a:extLst>
          </p:cNvPr>
          <p:cNvSpPr>
            <a:spLocks noGrp="1"/>
          </p:cNvSpPr>
          <p:nvPr/>
        </p:nvSpPr>
        <p:spPr>
          <a:xfrm>
            <a:off x="685800" y="3291840"/>
            <a:ext cx="2606040" cy="1143000"/>
          </a:xfrm>
          <a:prstGeom prst="roundRect">
            <a:avLst>
              <a:gd name="adj" fmla="val 4000"/>
            </a:avLst>
          </a:prstGeom>
          <a:solidFill>
            <a:srgbClr val="FFFFFF"/>
          </a:solidFill>
          <a:ln w="12700">
            <a:solidFill>
              <a:srgbClr val="B8C7D6"/>
            </a:solidFill>
            <a:prstDash val="solid"/>
          </a:ln>
        </p:spPr>
        <p:txBody>
          <a:bodyPr/>
          <a:lstStyle/>
          <a:p>
            <a:endParaRPr/>
          </a:p>
        </p:txBody>
      </p:sp>
      <p:sp>
        <p:nvSpPr>
          <p:cNvPr id="14" name="Text 12">
            <a:extLst>
              <a:ext uri="{FF2B5EF4-FFF2-40B4-BE49-F238E27FC236}">
                <a16:creationId xmlns:a16="http://schemas.microsoft.com/office/drawing/2014/main" id="{22111617-9EC8-4660-901F-348009F1045C}"/>
              </a:ext>
            </a:extLst>
          </p:cNvPr>
          <p:cNvSpPr>
            <a:spLocks noGrp="1"/>
          </p:cNvSpPr>
          <p:nvPr/>
        </p:nvSpPr>
        <p:spPr>
          <a:xfrm>
            <a:off x="850392" y="347472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Access works</a:t>
            </a:r>
          </a:p>
        </p:txBody>
      </p:sp>
      <p:sp>
        <p:nvSpPr>
          <p:cNvPr id="15" name="Text 13">
            <a:extLst>
              <a:ext uri="{FF2B5EF4-FFF2-40B4-BE49-F238E27FC236}">
                <a16:creationId xmlns:a16="http://schemas.microsoft.com/office/drawing/2014/main" id="{D33C2DCC-22DF-4773-9600-141ED2C42F9B}"/>
              </a:ext>
            </a:extLst>
          </p:cNvPr>
          <p:cNvSpPr>
            <a:spLocks noGrp="1"/>
          </p:cNvSpPr>
          <p:nvPr/>
        </p:nvSpPr>
        <p:spPr>
          <a:xfrm>
            <a:off x="850392" y="3794760"/>
            <a:ext cx="2240280" cy="640080"/>
          </a:xfrm>
          <a:prstGeom prst="rect">
            <a:avLst/>
          </a:prstGeom>
          <a:noFill/>
        </p:spPr>
        <p:txBody>
          <a:bodyPr wrap="square" lIns="64008" tIns="27432" rIns="64008" bIns="27432" anchor="ctr">
            <a:normAutofit/>
          </a:bodyPr>
          <a:lstStyle/>
          <a:p>
            <a:pPr>
              <a:lnSpc>
                <a:spcPct val="92000"/>
              </a:lnSpc>
              <a:buNone/>
            </a:pPr>
            <a:r>
              <a:rPr lang="en-US" sz="1100" b="0">
                <a:solidFill>
                  <a:srgbClr val="253040"/>
                </a:solidFill>
                <a:latin typeface="Aptos"/>
                <a:ea typeface="Aptos"/>
                <a:cs typeface="Aptos"/>
              </a:rPr>
              <a:t>Token acquisition against Foundry succeeds.</a:t>
            </a:r>
            <a:endParaRPr sz="1100" b="0">
              <a:solidFill>
                <a:srgbClr val="253040"/>
              </a:solidFill>
              <a:latin typeface="Aptos"/>
              <a:ea typeface="Aptos"/>
              <a:cs typeface="Aptos"/>
            </a:endParaRPr>
          </a:p>
        </p:txBody>
      </p:sp>
      <p:sp>
        <p:nvSpPr>
          <p:cNvPr id="16" name="Shape 14">
            <a:extLst>
              <a:ext uri="{FF2B5EF4-FFF2-40B4-BE49-F238E27FC236}">
                <a16:creationId xmlns:a16="http://schemas.microsoft.com/office/drawing/2014/main" id="{315E40E0-9F76-4351-880E-ABDA31826C12}"/>
              </a:ext>
            </a:extLst>
          </p:cNvPr>
          <p:cNvSpPr>
            <a:spLocks noGrp="1"/>
          </p:cNvSpPr>
          <p:nvPr/>
        </p:nvSpPr>
        <p:spPr>
          <a:xfrm>
            <a:off x="3703320" y="3291840"/>
            <a:ext cx="2606040" cy="1143000"/>
          </a:xfrm>
          <a:prstGeom prst="roundRect">
            <a:avLst>
              <a:gd name="adj" fmla="val 4000"/>
            </a:avLst>
          </a:prstGeom>
          <a:solidFill>
            <a:srgbClr val="FFFFFF"/>
          </a:solidFill>
          <a:ln w="12700">
            <a:solidFill>
              <a:srgbClr val="B8C7D6"/>
            </a:solidFill>
            <a:prstDash val="solid"/>
          </a:ln>
        </p:spPr>
        <p:txBody>
          <a:bodyPr/>
          <a:lstStyle/>
          <a:p>
            <a:endParaRPr/>
          </a:p>
        </p:txBody>
      </p:sp>
      <p:sp>
        <p:nvSpPr>
          <p:cNvPr id="17" name="Text 15">
            <a:extLst>
              <a:ext uri="{FF2B5EF4-FFF2-40B4-BE49-F238E27FC236}">
                <a16:creationId xmlns:a16="http://schemas.microsoft.com/office/drawing/2014/main" id="{5A13D7B8-C188-43A1-BA5A-1B2042A39F4A}"/>
              </a:ext>
            </a:extLst>
          </p:cNvPr>
          <p:cNvSpPr>
            <a:spLocks noGrp="1"/>
          </p:cNvSpPr>
          <p:nvPr/>
        </p:nvSpPr>
        <p:spPr>
          <a:xfrm>
            <a:off x="3867912" y="347472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Config loads</a:t>
            </a:r>
          </a:p>
        </p:txBody>
      </p:sp>
      <p:sp>
        <p:nvSpPr>
          <p:cNvPr id="18" name="Text 16">
            <a:extLst>
              <a:ext uri="{FF2B5EF4-FFF2-40B4-BE49-F238E27FC236}">
                <a16:creationId xmlns:a16="http://schemas.microsoft.com/office/drawing/2014/main" id="{7286144E-3E3C-444A-A86A-20BDF9C6AF24}"/>
              </a:ext>
            </a:extLst>
          </p:cNvPr>
          <p:cNvSpPr>
            <a:spLocks noGrp="1"/>
          </p:cNvSpPr>
          <p:nvPr/>
        </p:nvSpPr>
        <p:spPr>
          <a:xfrm>
            <a:off x="3867912" y="3794760"/>
            <a:ext cx="2240280" cy="640080"/>
          </a:xfrm>
          <a:prstGeom prst="rect">
            <a:avLst/>
          </a:prstGeom>
          <a:noFill/>
        </p:spPr>
        <p:txBody>
          <a:bodyPr wrap="square" lIns="64008" tIns="27432" rIns="64008" bIns="27432" anchor="ctr">
            <a:normAutofit/>
          </a:bodyPr>
          <a:lstStyle/>
          <a:p>
            <a:pPr>
              <a:lnSpc>
                <a:spcPct val="92000"/>
              </a:lnSpc>
              <a:buNone/>
            </a:pPr>
            <a:r>
              <a:rPr lang="en-US" sz="1200" b="0">
                <a:solidFill>
                  <a:srgbClr val="253040"/>
                </a:solidFill>
                <a:latin typeface="Aptos"/>
                <a:ea typeface="Aptos"/>
                <a:cs typeface="Aptos"/>
              </a:rPr>
              <a:t>Endpoint and deployment resolve,</a:t>
            </a:r>
          </a:p>
          <a:p>
            <a:pPr>
              <a:lnSpc>
                <a:spcPct val="92000"/>
              </a:lnSpc>
              <a:buNone/>
            </a:pPr>
            <a:r>
              <a:rPr lang="en-US" sz="1200" b="0">
                <a:solidFill>
                  <a:srgbClr val="253040"/>
                </a:solidFill>
                <a:latin typeface="Aptos"/>
                <a:ea typeface="Aptos"/>
                <a:cs typeface="Aptos"/>
              </a:rPr>
              <a:t>with no secret committed.</a:t>
            </a:r>
            <a:endParaRPr sz="1200" b="0">
              <a:solidFill>
                <a:srgbClr val="253040"/>
              </a:solidFill>
              <a:latin typeface="Aptos"/>
              <a:ea typeface="Aptos"/>
              <a:cs typeface="Aptos"/>
            </a:endParaRPr>
          </a:p>
        </p:txBody>
      </p:sp>
      <p:sp>
        <p:nvSpPr>
          <p:cNvPr id="19" name="Shape 17">
            <a:extLst>
              <a:ext uri="{FF2B5EF4-FFF2-40B4-BE49-F238E27FC236}">
                <a16:creationId xmlns:a16="http://schemas.microsoft.com/office/drawing/2014/main" id="{EF084EBF-89C4-41D6-9B33-1C8D62B49C90}"/>
              </a:ext>
            </a:extLst>
          </p:cNvPr>
          <p:cNvSpPr>
            <a:spLocks noGrp="1"/>
          </p:cNvSpPr>
          <p:nvPr/>
        </p:nvSpPr>
        <p:spPr>
          <a:xfrm>
            <a:off x="7150162" y="2788920"/>
            <a:ext cx="3456878" cy="777240"/>
          </a:xfrm>
          <a:prstGeom prst="chevron">
            <a:avLst/>
          </a:prstGeom>
          <a:solidFill>
            <a:srgbClr val="08A9C9"/>
          </a:solidFill>
          <a:ln w="12700">
            <a:solidFill>
              <a:srgbClr val="08A9C9"/>
            </a:solidFill>
            <a:prstDash val="solid"/>
          </a:ln>
        </p:spPr>
        <p:txBody>
          <a:bodyPr/>
          <a:lstStyle/>
          <a:p>
            <a:endParaRPr/>
          </a:p>
        </p:txBody>
      </p:sp>
      <p:sp>
        <p:nvSpPr>
          <p:cNvPr id="20" name="Text 18">
            <a:extLst>
              <a:ext uri="{FF2B5EF4-FFF2-40B4-BE49-F238E27FC236}">
                <a16:creationId xmlns:a16="http://schemas.microsoft.com/office/drawing/2014/main" id="{AAA78BB6-659F-4495-A71E-EFE80E6DEAD1}"/>
              </a:ext>
            </a:extLst>
          </p:cNvPr>
          <p:cNvSpPr>
            <a:spLocks noGrp="1"/>
          </p:cNvSpPr>
          <p:nvPr/>
        </p:nvSpPr>
        <p:spPr>
          <a:xfrm>
            <a:off x="7383780" y="2985358"/>
            <a:ext cx="2697480" cy="384048"/>
          </a:xfrm>
          <a:prstGeom prst="rect">
            <a:avLst/>
          </a:prstGeom>
          <a:noFill/>
        </p:spPr>
        <p:txBody>
          <a:bodyPr wrap="square" lIns="64008" tIns="27432" rIns="64008" bIns="27432" anchor="ctr">
            <a:noAutofit/>
          </a:bodyPr>
          <a:lstStyle/>
          <a:p>
            <a:pPr algn="ctr">
              <a:lnSpc>
                <a:spcPct val="90000"/>
              </a:lnSpc>
              <a:buNone/>
            </a:pPr>
            <a:r>
              <a:rPr lang="en-US" sz="1600" b="1">
                <a:solidFill>
                  <a:schemeClr val="bg1"/>
                </a:solidFill>
                <a:latin typeface="Aptos"/>
                <a:ea typeface="Aptos"/>
                <a:cs typeface="Aptos"/>
              </a:rPr>
              <a:t>Stop here: begin the next</a:t>
            </a:r>
          </a:p>
          <a:p>
            <a:pPr algn="ctr">
              <a:lnSpc>
                <a:spcPct val="90000"/>
              </a:lnSpc>
              <a:buNone/>
            </a:pPr>
            <a:r>
              <a:rPr lang="en-US" sz="1600" b="1">
                <a:solidFill>
                  <a:schemeClr val="bg1"/>
                </a:solidFill>
                <a:latin typeface="Aptos"/>
                <a:ea typeface="Aptos"/>
                <a:cs typeface="Aptos"/>
              </a:rPr>
              <a:t>lesson from a known-good setup</a:t>
            </a:r>
            <a:endParaRPr sz="1600" b="1">
              <a:solidFill>
                <a:schemeClr val="bg1"/>
              </a:solidFill>
              <a:latin typeface="Aptos"/>
              <a:ea typeface="Aptos"/>
              <a:cs typeface="Aptos"/>
            </a:endParaRPr>
          </a:p>
        </p:txBody>
      </p:sp>
    </p:spTree>
    <p:extLst>
      <p:ext uri="{BB962C8B-B14F-4D97-AF65-F5344CB8AC3E}">
        <p14:creationId xmlns:p14="http://schemas.microsoft.com/office/powerpoint/2010/main" val="596762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animBg="1"/>
      <p:bldP spid="11" grpId="0"/>
      <p:bldP spid="12" grpId="0"/>
      <p:bldP spid="13" grpId="0" animBg="1"/>
      <p:bldP spid="14" grpId="0"/>
      <p:bldP spid="15" grpId="0"/>
      <p:bldP spid="16" grpId="0" animBg="1"/>
      <p:bldP spid="17" grpId="0"/>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1A0FDBA-80BA-428A-BC59-50EFEE3A19CC}"/>
              </a:ext>
            </a:extLst>
          </p:cNvPr>
          <p:cNvSpPr>
            <a:spLocks noGrp="1"/>
          </p:cNvSpPr>
          <p:nvPr/>
        </p:nvSpPr>
        <p:spPr>
          <a:xfrm>
            <a:off x="0" y="0"/>
            <a:ext cx="12191695" cy="137160"/>
          </a:xfrm>
          <a:prstGeom prst="rect">
            <a:avLst/>
          </a:prstGeom>
          <a:solidFill>
            <a:srgbClr val="08A9C9"/>
          </a:solidFill>
          <a:ln w="12700">
            <a:solidFill>
              <a:srgbClr val="08A9C9"/>
            </a:solidFill>
            <a:prstDash val="solid"/>
          </a:ln>
        </p:spPr>
        <p:txBody>
          <a:bodyPr/>
          <a:lstStyle/>
          <a:p>
            <a:endParaRPr/>
          </a:p>
        </p:txBody>
      </p:sp>
      <p:sp>
        <p:nvSpPr>
          <p:cNvPr id="3" name="Shape 1">
            <a:extLst>
              <a:ext uri="{FF2B5EF4-FFF2-40B4-BE49-F238E27FC236}">
                <a16:creationId xmlns:a16="http://schemas.microsoft.com/office/drawing/2014/main" id="{31A21DDD-6B09-4EE9-99D2-162F3E0A240C}"/>
              </a:ext>
            </a:extLst>
          </p:cNvPr>
          <p:cNvSpPr>
            <a:spLocks noGrp="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a:p>
        </p:txBody>
      </p:sp>
      <p:sp>
        <p:nvSpPr>
          <p:cNvPr id="4" name="Text 2">
            <a:extLst>
              <a:ext uri="{FF2B5EF4-FFF2-40B4-BE49-F238E27FC236}">
                <a16:creationId xmlns:a16="http://schemas.microsoft.com/office/drawing/2014/main" id="{E2FBB65B-ECD7-49FC-964E-991E95CE05E9}"/>
              </a:ext>
            </a:extLst>
          </p:cNvPr>
          <p:cNvSpPr>
            <a:spLocks noGrp="1"/>
          </p:cNvSpPr>
          <p:nvPr/>
        </p:nvSpPr>
        <p:spPr>
          <a:xfrm>
            <a:off x="502920" y="6464808"/>
            <a:ext cx="5943600" cy="201168"/>
          </a:xfrm>
          <a:prstGeom prst="rect">
            <a:avLst/>
          </a:prstGeom>
          <a:noFill/>
        </p:spPr>
        <p:txBody>
          <a:bodyPr wrap="square" lIns="0" tIns="0" rIns="0" bIns="0" anchor="ctr"/>
          <a:lstStyle/>
          <a:p>
            <a:r>
              <a:rPr lang="en-US" sz="1500" b="0">
                <a:solidFill>
                  <a:srgbClr val="374151"/>
                </a:solidFill>
                <a:latin typeface="Aptos"/>
                <a:ea typeface="Aptos"/>
                <a:cs typeface="Aptos"/>
              </a:rPr>
              <a:t>Section 1 · Environment</a:t>
            </a:r>
          </a:p>
        </p:txBody>
      </p:sp>
      <p:sp>
        <p:nvSpPr>
          <p:cNvPr id="5" name="Text 3">
            <a:extLst>
              <a:ext uri="{FF2B5EF4-FFF2-40B4-BE49-F238E27FC236}">
                <a16:creationId xmlns:a16="http://schemas.microsoft.com/office/drawing/2014/main" id="{D7ED262D-2607-4BBD-92DB-993F1B5EA6C0}"/>
              </a:ext>
            </a:extLst>
          </p:cNvPr>
          <p:cNvSpPr>
            <a:spLocks noGrp="1"/>
          </p:cNvSpPr>
          <p:nvPr/>
        </p:nvSpPr>
        <p:spPr>
          <a:xfrm>
            <a:off x="502920" y="621792"/>
            <a:ext cx="8686800" cy="502920"/>
          </a:xfrm>
          <a:prstGeom prst="rect">
            <a:avLst/>
          </a:prstGeom>
          <a:noFill/>
        </p:spPr>
        <p:txBody>
          <a:bodyPr wrap="square" lIns="0" tIns="0" rIns="0" bIns="0" anchor="ctr">
            <a:normAutofit/>
          </a:bodyPr>
          <a:lstStyle/>
          <a:p>
            <a:r>
              <a:rPr lang="en-US" sz="2800" b="0">
                <a:solidFill>
                  <a:srgbClr val="08A9C9"/>
                </a:solidFill>
                <a:latin typeface="Aptos Display"/>
                <a:ea typeface="Aptos Display"/>
                <a:cs typeface="Aptos Display"/>
              </a:rPr>
              <a:t>Open and Verify Your Tools</a:t>
            </a:r>
            <a:endParaRPr sz="2800" b="0">
              <a:solidFill>
                <a:srgbClr val="08A9C9"/>
              </a:solidFill>
              <a:latin typeface="Aptos Display"/>
              <a:ea typeface="Aptos Display"/>
              <a:cs typeface="Aptos Display"/>
            </a:endParaRPr>
          </a:p>
        </p:txBody>
      </p:sp>
      <p:sp>
        <p:nvSpPr>
          <p:cNvPr id="6" name="Text 4">
            <a:extLst>
              <a:ext uri="{FF2B5EF4-FFF2-40B4-BE49-F238E27FC236}">
                <a16:creationId xmlns:a16="http://schemas.microsoft.com/office/drawing/2014/main" id="{C85EA4CA-C465-43A4-87F4-8199B5E80AB3}"/>
              </a:ext>
            </a:extLst>
          </p:cNvPr>
          <p:cNvSpPr>
            <a:spLocks noGrp="1"/>
          </p:cNvSpPr>
          <p:nvPr/>
        </p:nvSpPr>
        <p:spPr>
          <a:xfrm>
            <a:off x="502920" y="1298448"/>
            <a:ext cx="7772400" cy="347472"/>
          </a:xfrm>
          <a:prstGeom prst="rect">
            <a:avLst/>
          </a:prstGeom>
          <a:noFill/>
        </p:spPr>
        <p:txBody>
          <a:bodyPr wrap="square" lIns="0" tIns="0" rIns="0" bIns="0" anchor="ctr">
            <a:normAutofit/>
          </a:bodyPr>
          <a:lstStyle/>
          <a:p>
            <a:r>
              <a:rPr lang="en-US" sz="1500" b="0">
                <a:solidFill>
                  <a:srgbClr val="374151"/>
                </a:solidFill>
                <a:latin typeface="Aptos"/>
                <a:ea typeface="Aptos"/>
                <a:cs typeface="Aptos"/>
              </a:rPr>
              <a:t>Install what you need now; add optional tools when a later lab requires them.</a:t>
            </a:r>
          </a:p>
        </p:txBody>
      </p:sp>
      <p:sp>
        <p:nvSpPr>
          <p:cNvPr id="7" name="Text 5">
            <a:extLst>
              <a:ext uri="{FF2B5EF4-FFF2-40B4-BE49-F238E27FC236}">
                <a16:creationId xmlns:a16="http://schemas.microsoft.com/office/drawing/2014/main" id="{0B588175-4D98-442A-9805-13B4DC29A28E}"/>
              </a:ext>
            </a:extLst>
          </p:cNvPr>
          <p:cNvSpPr>
            <a:spLocks noGrp="1"/>
          </p:cNvSpPr>
          <p:nvPr/>
        </p:nvSpPr>
        <p:spPr>
          <a:xfrm>
            <a:off x="640080" y="1783080"/>
            <a:ext cx="6995160" cy="4160520"/>
          </a:xfrm>
          <a:prstGeom prst="rect">
            <a:avLst/>
          </a:prstGeom>
          <a:noFill/>
        </p:spPr>
        <p:txBody>
          <a:bodyPr wrap="square" lIns="508" tIns="508" rIns="508" bIns="508" anchor="t">
            <a:normAutofit/>
          </a:bodyPr>
          <a:lstStyle/>
          <a:p>
            <a:pPr>
              <a:spcAft>
                <a:spcPts val="200"/>
              </a:spcAft>
              <a:buNone/>
            </a:pPr>
            <a:r>
              <a:rPr lang="en-US" sz="2200">
                <a:solidFill>
                  <a:srgbClr val="374151"/>
                </a:solidFill>
                <a:latin typeface="Aptos"/>
                <a:ea typeface="Aptos"/>
                <a:cs typeface="Aptos"/>
              </a:rPr>
              <a:t>▸ A supported browser and the Azure portal.</a:t>
            </a:r>
          </a:p>
          <a:p>
            <a:pPr>
              <a:spcAft>
                <a:spcPts val="200"/>
              </a:spcAft>
              <a:buNone/>
            </a:pPr>
            <a:r>
              <a:rPr lang="en-US" sz="2200">
                <a:solidFill>
                  <a:srgbClr val="374151"/>
                </a:solidFill>
                <a:latin typeface="Aptos"/>
                <a:ea typeface="Aptos"/>
                <a:cs typeface="Aptos"/>
              </a:rPr>
              <a:t>▸ The Microsoft Foundry portal at ai.azure.com.</a:t>
            </a:r>
          </a:p>
          <a:p>
            <a:pPr>
              <a:spcAft>
                <a:spcPts val="200"/>
              </a:spcAft>
              <a:buNone/>
            </a:pPr>
            <a:r>
              <a:rPr lang="en-US" sz="2200">
                <a:solidFill>
                  <a:srgbClr val="374151"/>
                </a:solidFill>
                <a:latin typeface="Aptos"/>
                <a:ea typeface="Aptos"/>
                <a:cs typeface="Aptos"/>
              </a:rPr>
              <a:t>▸ .NET 10 and a C#-capable IDE.</a:t>
            </a:r>
          </a:p>
          <a:p>
            <a:pPr>
              <a:spcAft>
                <a:spcPts val="200"/>
              </a:spcAft>
              <a:buNone/>
            </a:pPr>
            <a:r>
              <a:rPr lang="en-US" sz="2200">
                <a:solidFill>
                  <a:srgbClr val="374151"/>
                </a:solidFill>
                <a:latin typeface="Aptos"/>
                <a:ea typeface="Aptos"/>
                <a:cs typeface="Aptos"/>
              </a:rPr>
              <a:t>▸ Azure CLI, Git, and the supplied course assets.</a:t>
            </a:r>
          </a:p>
          <a:p>
            <a:pPr>
              <a:spcAft>
                <a:spcPts val="200"/>
              </a:spcAft>
              <a:buNone/>
            </a:pPr>
            <a:r>
              <a:rPr lang="en-US" sz="2200">
                <a:solidFill>
                  <a:srgbClr val="374151"/>
                </a:solidFill>
                <a:latin typeface="Aptos"/>
                <a:ea typeface="Aptos"/>
                <a:cs typeface="Aptos"/>
              </a:rPr>
              <a:t>▸ Azure Developer CLI or Foundry Toolkit when needed.</a:t>
            </a:r>
          </a:p>
        </p:txBody>
      </p:sp>
      <p:sp>
        <p:nvSpPr>
          <p:cNvPr id="8" name="Shape 6">
            <a:extLst>
              <a:ext uri="{FF2B5EF4-FFF2-40B4-BE49-F238E27FC236}">
                <a16:creationId xmlns:a16="http://schemas.microsoft.com/office/drawing/2014/main" id="{731B1376-B55C-46BE-858B-89F289E84DE0}"/>
              </a:ext>
            </a:extLst>
          </p:cNvPr>
          <p:cNvSpPr>
            <a:spLocks noGrp="1"/>
          </p:cNvSpPr>
          <p:nvPr/>
        </p:nvSpPr>
        <p:spPr>
          <a:xfrm>
            <a:off x="7909560" y="1645920"/>
            <a:ext cx="2971800" cy="2331720"/>
          </a:xfrm>
          <a:prstGeom prst="roundRect">
            <a:avLst>
              <a:gd name="adj" fmla="val 3137"/>
            </a:avLst>
          </a:prstGeom>
          <a:solidFill>
            <a:srgbClr val="FFFFFF"/>
          </a:solidFill>
          <a:ln w="12700">
            <a:solidFill>
              <a:srgbClr val="B8C7D6"/>
            </a:solidFill>
            <a:prstDash val="solid"/>
          </a:ln>
        </p:spPr>
        <p:txBody>
          <a:bodyPr/>
          <a:lstStyle/>
          <a:p>
            <a:endParaRPr/>
          </a:p>
        </p:txBody>
      </p:sp>
      <p:sp>
        <p:nvSpPr>
          <p:cNvPr id="9" name="Shape 7">
            <a:extLst>
              <a:ext uri="{FF2B5EF4-FFF2-40B4-BE49-F238E27FC236}">
                <a16:creationId xmlns:a16="http://schemas.microsoft.com/office/drawing/2014/main" id="{A2782EF1-A383-4426-8CC7-ED47DEFE92FE}"/>
              </a:ext>
            </a:extLst>
          </p:cNvPr>
          <p:cNvSpPr>
            <a:spLocks noGrp="1"/>
          </p:cNvSpPr>
          <p:nvPr/>
        </p:nvSpPr>
        <p:spPr>
          <a:xfrm>
            <a:off x="8138160" y="1929384"/>
            <a:ext cx="329184" cy="329184"/>
          </a:xfrm>
          <a:prstGeom prst="ellipse">
            <a:avLst/>
          </a:prstGeom>
          <a:solidFill>
            <a:srgbClr val="08A9C9"/>
          </a:solidFill>
          <a:ln w="12700">
            <a:solidFill>
              <a:srgbClr val="08A9C9"/>
            </a:solidFill>
            <a:prstDash val="solid"/>
          </a:ln>
        </p:spPr>
        <p:txBody>
          <a:bodyPr/>
          <a:lstStyle/>
          <a:p>
            <a:endParaRPr/>
          </a:p>
        </p:txBody>
      </p:sp>
      <p:sp>
        <p:nvSpPr>
          <p:cNvPr id="10" name="Text 8">
            <a:extLst>
              <a:ext uri="{FF2B5EF4-FFF2-40B4-BE49-F238E27FC236}">
                <a16:creationId xmlns:a16="http://schemas.microsoft.com/office/drawing/2014/main" id="{D87B2452-1269-4C1D-8A91-0CDA0AFDC53E}"/>
              </a:ext>
            </a:extLst>
          </p:cNvPr>
          <p:cNvSpPr>
            <a:spLocks noGrp="1"/>
          </p:cNvSpPr>
          <p:nvPr/>
        </p:nvSpPr>
        <p:spPr>
          <a:xfrm>
            <a:off x="8138160" y="2002536"/>
            <a:ext cx="329184" cy="109728"/>
          </a:xfrm>
          <a:prstGeom prst="rect">
            <a:avLst/>
          </a:prstGeom>
          <a:noFill/>
        </p:spPr>
        <p:txBody>
          <a:bodyPr wrap="square" lIns="0" tIns="0" rIns="0" bIns="0" anchor="ctr"/>
          <a:lstStyle/>
          <a:p>
            <a:pPr marL="0" indent="0" algn="ctr">
              <a:buNone/>
            </a:pPr>
            <a:r>
              <a:rPr lang="en-US" sz="1500" b="1">
                <a:solidFill>
                  <a:srgbClr val="FFFFFF"/>
                </a:solidFill>
                <a:latin typeface="Aptos"/>
                <a:ea typeface="Aptos"/>
                <a:cs typeface="Aptos"/>
              </a:rPr>
              <a:t>i</a:t>
            </a:r>
          </a:p>
        </p:txBody>
      </p:sp>
      <p:sp>
        <p:nvSpPr>
          <p:cNvPr id="11" name="Text 9">
            <a:extLst>
              <a:ext uri="{FF2B5EF4-FFF2-40B4-BE49-F238E27FC236}">
                <a16:creationId xmlns:a16="http://schemas.microsoft.com/office/drawing/2014/main" id="{4978B366-2098-430D-B5F4-D1F0873E4FE3}"/>
              </a:ext>
            </a:extLst>
          </p:cNvPr>
          <p:cNvSpPr>
            <a:spLocks noGrp="1"/>
          </p:cNvSpPr>
          <p:nvPr/>
        </p:nvSpPr>
        <p:spPr>
          <a:xfrm>
            <a:off x="8567928" y="1947672"/>
            <a:ext cx="2148840" cy="320040"/>
          </a:xfrm>
          <a:prstGeom prst="rect">
            <a:avLst/>
          </a:prstGeom>
          <a:noFill/>
        </p:spPr>
        <p:txBody>
          <a:bodyPr wrap="square" lIns="0" tIns="0" rIns="0" bIns="0" anchor="ctr">
            <a:normAutofit/>
          </a:bodyPr>
          <a:lstStyle/>
          <a:p>
            <a:r>
              <a:rPr lang="en-US" sz="1500" b="1">
                <a:solidFill>
                  <a:srgbClr val="1F2A37"/>
                </a:solidFill>
                <a:latin typeface="Aptos"/>
                <a:ea typeface="Aptos"/>
                <a:cs typeface="Aptos"/>
              </a:rPr>
              <a:t>Portal landmarks</a:t>
            </a:r>
          </a:p>
        </p:txBody>
      </p:sp>
      <p:sp>
        <p:nvSpPr>
          <p:cNvPr id="12" name="Text 10">
            <a:extLst>
              <a:ext uri="{FF2B5EF4-FFF2-40B4-BE49-F238E27FC236}">
                <a16:creationId xmlns:a16="http://schemas.microsoft.com/office/drawing/2014/main" id="{EAF2D74C-1D30-4E7F-BF6C-4C03B8F6D5FF}"/>
              </a:ext>
            </a:extLst>
          </p:cNvPr>
          <p:cNvSpPr>
            <a:spLocks noGrp="1"/>
          </p:cNvSpPr>
          <p:nvPr/>
        </p:nvSpPr>
        <p:spPr>
          <a:xfrm>
            <a:off x="8138160" y="2743200"/>
            <a:ext cx="2514600" cy="1051560"/>
          </a:xfrm>
          <a:prstGeom prst="rect">
            <a:avLst/>
          </a:prstGeom>
          <a:noFill/>
        </p:spPr>
        <p:txBody>
          <a:bodyPr wrap="square" lIns="73152" rIns="73152" anchor="ctr">
            <a:normAutofit/>
          </a:bodyPr>
          <a:lstStyle/>
          <a:p>
            <a:pPr>
              <a:lnSpc>
                <a:spcPct val="90000"/>
              </a:lnSpc>
              <a:buNone/>
            </a:pPr>
            <a:r>
              <a:rPr lang="en-US" sz="1400" b="0">
                <a:solidFill>
                  <a:srgbClr val="374151"/>
                </a:solidFill>
                <a:latin typeface="Aptos"/>
                <a:ea typeface="Aptos"/>
                <a:cs typeface="Aptos"/>
              </a:rPr>
              <a:t>Expect Home, Discover, Build, Operate, Docs, and an active project selector.</a:t>
            </a:r>
          </a:p>
        </p:txBody>
      </p:sp>
    </p:spTree>
    <p:extLst>
      <p:ext uri="{BB962C8B-B14F-4D97-AF65-F5344CB8AC3E}">
        <p14:creationId xmlns:p14="http://schemas.microsoft.com/office/powerpoint/2010/main" val="1436911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1" grpId="0"/>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3F6F8"/>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D26CAD2-5CF1-4F51-B8E3-B017B97D3506}"/>
              </a:ext>
            </a:extLst>
          </p:cNvPr>
          <p:cNvSpPr>
            <a:spLocks noGrp="1"/>
          </p:cNvSpPr>
          <p:nvPr/>
        </p:nvSpPr>
        <p:spPr>
          <a:xfrm>
            <a:off x="0" y="0"/>
            <a:ext cx="12191695" cy="137160"/>
          </a:xfrm>
          <a:prstGeom prst="rect">
            <a:avLst/>
          </a:prstGeom>
          <a:solidFill>
            <a:srgbClr val="08A9C9"/>
          </a:solidFill>
          <a:ln w="12700">
            <a:solidFill>
              <a:srgbClr val="08A9C9"/>
            </a:solidFill>
            <a:prstDash val="solid"/>
          </a:ln>
        </p:spPr>
        <p:txBody>
          <a:bodyPr/>
          <a:lstStyle/>
          <a:p>
            <a:endParaRPr/>
          </a:p>
        </p:txBody>
      </p:sp>
      <p:sp>
        <p:nvSpPr>
          <p:cNvPr id="3" name="Shape 1">
            <a:extLst>
              <a:ext uri="{FF2B5EF4-FFF2-40B4-BE49-F238E27FC236}">
                <a16:creationId xmlns:a16="http://schemas.microsoft.com/office/drawing/2014/main" id="{562769C2-ACE9-42BC-91DE-C4E74F88276B}"/>
              </a:ext>
            </a:extLst>
          </p:cNvPr>
          <p:cNvSpPr>
            <a:spLocks noGrp="1"/>
          </p:cNvSpPr>
          <p:nvPr/>
        </p:nvSpPr>
        <p:spPr>
          <a:xfrm>
            <a:off x="11640312" y="6382512"/>
            <a:ext cx="548640" cy="475488"/>
          </a:xfrm>
          <a:prstGeom prst="rtTriangle">
            <a:avLst/>
          </a:prstGeom>
          <a:solidFill>
            <a:srgbClr val="08A9C9"/>
          </a:solidFill>
          <a:ln w="12700">
            <a:solidFill>
              <a:srgbClr val="08A9C9"/>
            </a:solidFill>
            <a:prstDash val="solid"/>
          </a:ln>
        </p:spPr>
        <p:txBody>
          <a:bodyPr/>
          <a:lstStyle/>
          <a:p>
            <a:endParaRPr/>
          </a:p>
        </p:txBody>
      </p:sp>
      <p:sp>
        <p:nvSpPr>
          <p:cNvPr id="4" name="Text 2">
            <a:extLst>
              <a:ext uri="{FF2B5EF4-FFF2-40B4-BE49-F238E27FC236}">
                <a16:creationId xmlns:a16="http://schemas.microsoft.com/office/drawing/2014/main" id="{78C8AE12-81D4-44E9-A23C-6C79202EFFAB}"/>
              </a:ext>
            </a:extLst>
          </p:cNvPr>
          <p:cNvSpPr>
            <a:spLocks noGrp="1"/>
          </p:cNvSpPr>
          <p:nvPr/>
        </p:nvSpPr>
        <p:spPr>
          <a:xfrm>
            <a:off x="502920" y="6464808"/>
            <a:ext cx="5943600" cy="201168"/>
          </a:xfrm>
          <a:prstGeom prst="rect">
            <a:avLst/>
          </a:prstGeom>
          <a:noFill/>
        </p:spPr>
        <p:txBody>
          <a:bodyPr wrap="square" lIns="0" tIns="0" rIns="0" bIns="0" anchor="ctr"/>
          <a:lstStyle/>
          <a:p>
            <a:r>
              <a:rPr sz="1300" b="0">
                <a:solidFill>
                  <a:srgbClr val="374151"/>
                </a:solidFill>
                <a:latin typeface="Aptos"/>
                <a:ea typeface="Aptos"/>
                <a:cs typeface="Aptos"/>
              </a:rPr>
              <a:t>Section 1 Review</a:t>
            </a:r>
          </a:p>
        </p:txBody>
      </p:sp>
      <p:sp>
        <p:nvSpPr>
          <p:cNvPr id="5" name="Text 3">
            <a:extLst>
              <a:ext uri="{FF2B5EF4-FFF2-40B4-BE49-F238E27FC236}">
                <a16:creationId xmlns:a16="http://schemas.microsoft.com/office/drawing/2014/main" id="{4E741F3E-B1F4-4F5C-817A-EC3CE6EBE2E0}"/>
              </a:ext>
            </a:extLst>
          </p:cNvPr>
          <p:cNvSpPr>
            <a:spLocks noGrp="1"/>
          </p:cNvSpPr>
          <p:nvPr/>
        </p:nvSpPr>
        <p:spPr>
          <a:xfrm>
            <a:off x="502920" y="621792"/>
            <a:ext cx="8229600" cy="502920"/>
          </a:xfrm>
          <a:prstGeom prst="rect">
            <a:avLst/>
          </a:prstGeom>
          <a:noFill/>
        </p:spPr>
        <p:txBody>
          <a:bodyPr wrap="square" lIns="0" tIns="0" rIns="0" bIns="0" anchor="ctr">
            <a:normAutofit/>
          </a:bodyPr>
          <a:lstStyle/>
          <a:p>
            <a:r>
              <a:rPr sz="2800" b="0">
                <a:solidFill>
                  <a:srgbClr val="08A9C9"/>
                </a:solidFill>
                <a:latin typeface="Aptos Display"/>
                <a:ea typeface="Aptos Display"/>
                <a:cs typeface="Aptos Display"/>
              </a:rPr>
              <a:t>You Are Ready When Every Box Is Checked</a:t>
            </a:r>
          </a:p>
        </p:txBody>
      </p:sp>
      <p:sp>
        <p:nvSpPr>
          <p:cNvPr id="6" name="Text 4">
            <a:extLst>
              <a:ext uri="{FF2B5EF4-FFF2-40B4-BE49-F238E27FC236}">
                <a16:creationId xmlns:a16="http://schemas.microsoft.com/office/drawing/2014/main" id="{943DBD22-89C7-4A32-B800-EBCC3D0CA376}"/>
              </a:ext>
            </a:extLst>
          </p:cNvPr>
          <p:cNvSpPr>
            <a:spLocks noGrp="1"/>
          </p:cNvSpPr>
          <p:nvPr/>
        </p:nvSpPr>
        <p:spPr>
          <a:xfrm>
            <a:off x="502920" y="1298448"/>
            <a:ext cx="7772400" cy="320040"/>
          </a:xfrm>
          <a:prstGeom prst="rect">
            <a:avLst/>
          </a:prstGeom>
          <a:noFill/>
        </p:spPr>
        <p:txBody>
          <a:bodyPr wrap="square" lIns="0" tIns="0" rIns="0" bIns="0" anchor="ctr">
            <a:normAutofit/>
          </a:bodyPr>
          <a:lstStyle/>
          <a:p>
            <a:r>
              <a:rPr lang="en-US" sz="1300" b="0">
                <a:solidFill>
                  <a:srgbClr val="374151"/>
                </a:solidFill>
                <a:latin typeface="Aptos"/>
                <a:ea typeface="Aptos"/>
                <a:cs typeface="Aptos"/>
              </a:rPr>
              <a:t>Complete this checklist before you move into Platform Foundations.</a:t>
            </a:r>
          </a:p>
        </p:txBody>
      </p:sp>
      <p:sp>
        <p:nvSpPr>
          <p:cNvPr id="7" name="Shape 5">
            <a:extLst>
              <a:ext uri="{FF2B5EF4-FFF2-40B4-BE49-F238E27FC236}">
                <a16:creationId xmlns:a16="http://schemas.microsoft.com/office/drawing/2014/main" id="{58061DDA-C5D3-462C-91FB-544B7B4D5421}"/>
              </a:ext>
            </a:extLst>
          </p:cNvPr>
          <p:cNvSpPr>
            <a:spLocks noGrp="1"/>
          </p:cNvSpPr>
          <p:nvPr/>
        </p:nvSpPr>
        <p:spPr>
          <a:xfrm>
            <a:off x="685800" y="1783080"/>
            <a:ext cx="2606040" cy="1143000"/>
          </a:xfrm>
          <a:prstGeom prst="roundRect">
            <a:avLst>
              <a:gd name="adj" fmla="val 4000"/>
            </a:avLst>
          </a:prstGeom>
          <a:solidFill>
            <a:srgbClr val="FFFFFF"/>
          </a:solidFill>
          <a:ln w="12700">
            <a:solidFill>
              <a:srgbClr val="B8C7D6"/>
            </a:solidFill>
            <a:prstDash val="solid"/>
          </a:ln>
        </p:spPr>
        <p:txBody>
          <a:bodyPr wrap="square"/>
          <a:lstStyle/>
          <a:p>
            <a:pPr>
              <a:spcAft>
                <a:spcPts val="200"/>
              </a:spcAft>
              <a:buNone/>
            </a:pPr>
            <a:endParaRPr/>
          </a:p>
        </p:txBody>
      </p:sp>
      <p:sp>
        <p:nvSpPr>
          <p:cNvPr id="8" name="Text 6">
            <a:extLst>
              <a:ext uri="{FF2B5EF4-FFF2-40B4-BE49-F238E27FC236}">
                <a16:creationId xmlns:a16="http://schemas.microsoft.com/office/drawing/2014/main" id="{4631D177-9E3D-4408-8F54-4D6028C46831}"/>
              </a:ext>
            </a:extLst>
          </p:cNvPr>
          <p:cNvSpPr>
            <a:spLocks noGrp="1"/>
          </p:cNvSpPr>
          <p:nvPr/>
        </p:nvSpPr>
        <p:spPr>
          <a:xfrm>
            <a:off x="850392" y="196596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Access works</a:t>
            </a:r>
          </a:p>
        </p:txBody>
      </p:sp>
      <p:sp>
        <p:nvSpPr>
          <p:cNvPr id="9" name="Text 7">
            <a:extLst>
              <a:ext uri="{FF2B5EF4-FFF2-40B4-BE49-F238E27FC236}">
                <a16:creationId xmlns:a16="http://schemas.microsoft.com/office/drawing/2014/main" id="{61754B5A-D90A-43F1-AA3E-3588759ECD33}"/>
              </a:ext>
            </a:extLst>
          </p:cNvPr>
          <p:cNvSpPr>
            <a:spLocks noGrp="1"/>
          </p:cNvSpPr>
          <p:nvPr/>
        </p:nvSpPr>
        <p:spPr>
          <a:xfrm>
            <a:off x="850392" y="2286000"/>
            <a:ext cx="2240280" cy="640080"/>
          </a:xfrm>
          <a:prstGeom prst="rect">
            <a:avLst/>
          </a:prstGeom>
          <a:noFill/>
        </p:spPr>
        <p:txBody>
          <a:bodyPr wrap="square" lIns="64008" tIns="27432" rIns="64008" bIns="27432" anchor="ctr">
            <a:normAutofit/>
          </a:bodyPr>
          <a:lstStyle/>
          <a:p>
            <a:pPr>
              <a:lnSpc>
                <a:spcPct val="92000"/>
              </a:lnSpc>
              <a:buNone/>
            </a:pPr>
            <a:r>
              <a:rPr sz="1200" b="0">
                <a:solidFill>
                  <a:srgbClr val="253040"/>
                </a:solidFill>
                <a:latin typeface="Aptos"/>
                <a:ea typeface="Aptos"/>
                <a:cs typeface="Aptos"/>
              </a:rPr>
              <a:t>The intended tenant and Azure</a:t>
            </a:r>
          </a:p>
          <a:p>
            <a:pPr>
              <a:lnSpc>
                <a:spcPct val="92000"/>
              </a:lnSpc>
              <a:buNone/>
            </a:pPr>
            <a:r>
              <a:rPr sz="1200" b="0">
                <a:solidFill>
                  <a:srgbClr val="253040"/>
                </a:solidFill>
                <a:latin typeface="Aptos"/>
                <a:ea typeface="Aptos"/>
                <a:cs typeface="Aptos"/>
              </a:rPr>
              <a:t>subscription are confirmed.</a:t>
            </a:r>
          </a:p>
        </p:txBody>
      </p:sp>
      <p:sp>
        <p:nvSpPr>
          <p:cNvPr id="10" name="Shape 8">
            <a:extLst>
              <a:ext uri="{FF2B5EF4-FFF2-40B4-BE49-F238E27FC236}">
                <a16:creationId xmlns:a16="http://schemas.microsoft.com/office/drawing/2014/main" id="{470ABF34-E61C-462E-8448-D1EEFD8E00A9}"/>
              </a:ext>
            </a:extLst>
          </p:cNvPr>
          <p:cNvSpPr>
            <a:spLocks noGrp="1"/>
          </p:cNvSpPr>
          <p:nvPr/>
        </p:nvSpPr>
        <p:spPr>
          <a:xfrm>
            <a:off x="3703320" y="1783080"/>
            <a:ext cx="2606040" cy="1143000"/>
          </a:xfrm>
          <a:prstGeom prst="roundRect">
            <a:avLst>
              <a:gd name="adj" fmla="val 4000"/>
            </a:avLst>
          </a:prstGeom>
          <a:solidFill>
            <a:srgbClr val="FFFFFF"/>
          </a:solidFill>
          <a:ln w="12700">
            <a:solidFill>
              <a:srgbClr val="B8C7D6"/>
            </a:solidFill>
            <a:prstDash val="solid"/>
          </a:ln>
        </p:spPr>
        <p:txBody>
          <a:bodyPr wrap="square"/>
          <a:lstStyle/>
          <a:p>
            <a:r>
              <a:rPr sz="1300" b="1">
                <a:solidFill>
                  <a:srgbClr val="FFFFFF"/>
                </a:solidFill>
                <a:latin typeface="Aptos"/>
                <a:ea typeface="Aptos"/>
                <a:cs typeface="Aptos"/>
              </a:rPr>
              <a:t>i</a:t>
            </a:r>
          </a:p>
        </p:txBody>
      </p:sp>
      <p:sp>
        <p:nvSpPr>
          <p:cNvPr id="11" name="Text 9">
            <a:extLst>
              <a:ext uri="{FF2B5EF4-FFF2-40B4-BE49-F238E27FC236}">
                <a16:creationId xmlns:a16="http://schemas.microsoft.com/office/drawing/2014/main" id="{E1AF0949-D240-4A2D-B63D-804E66C73995}"/>
              </a:ext>
            </a:extLst>
          </p:cNvPr>
          <p:cNvSpPr>
            <a:spLocks noGrp="1"/>
          </p:cNvSpPr>
          <p:nvPr/>
        </p:nvSpPr>
        <p:spPr>
          <a:xfrm>
            <a:off x="3867912" y="196596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Tools open</a:t>
            </a:r>
          </a:p>
        </p:txBody>
      </p:sp>
      <p:sp>
        <p:nvSpPr>
          <p:cNvPr id="12" name="Text 10">
            <a:extLst>
              <a:ext uri="{FF2B5EF4-FFF2-40B4-BE49-F238E27FC236}">
                <a16:creationId xmlns:a16="http://schemas.microsoft.com/office/drawing/2014/main" id="{EE96B846-576A-465C-BB79-67ECC7215902}"/>
              </a:ext>
            </a:extLst>
          </p:cNvPr>
          <p:cNvSpPr>
            <a:spLocks noGrp="1"/>
          </p:cNvSpPr>
          <p:nvPr/>
        </p:nvSpPr>
        <p:spPr>
          <a:xfrm>
            <a:off x="3867912" y="2286000"/>
            <a:ext cx="2362620" cy="640080"/>
          </a:xfrm>
          <a:prstGeom prst="rect">
            <a:avLst/>
          </a:prstGeom>
          <a:noFill/>
        </p:spPr>
        <p:txBody>
          <a:bodyPr wrap="square" lIns="64008" tIns="27432" rIns="64008" bIns="27432" anchor="ctr">
            <a:noAutofit/>
          </a:bodyPr>
          <a:lstStyle/>
          <a:p>
            <a:pPr>
              <a:lnSpc>
                <a:spcPct val="92000"/>
              </a:lnSpc>
              <a:buNone/>
            </a:pPr>
            <a:r>
              <a:rPr sz="1100" b="0">
                <a:solidFill>
                  <a:srgbClr val="253040"/>
                </a:solidFill>
                <a:latin typeface="Aptos"/>
                <a:ea typeface="Aptos"/>
                <a:cs typeface="Aptos"/>
              </a:rPr>
              <a:t>.NET, IDE, browser, Azure CLI,</a:t>
            </a:r>
          </a:p>
          <a:p>
            <a:pPr>
              <a:lnSpc>
                <a:spcPct val="92000"/>
              </a:lnSpc>
              <a:buNone/>
            </a:pPr>
            <a:r>
              <a:rPr sz="1100" b="0">
                <a:solidFill>
                  <a:srgbClr val="253040"/>
                </a:solidFill>
                <a:latin typeface="Aptos"/>
                <a:ea typeface="Aptos"/>
                <a:cs typeface="Aptos"/>
              </a:rPr>
              <a:t>and Git are available.</a:t>
            </a:r>
          </a:p>
        </p:txBody>
      </p:sp>
      <p:sp>
        <p:nvSpPr>
          <p:cNvPr id="13" name="Shape 11">
            <a:extLst>
              <a:ext uri="{FF2B5EF4-FFF2-40B4-BE49-F238E27FC236}">
                <a16:creationId xmlns:a16="http://schemas.microsoft.com/office/drawing/2014/main" id="{7104041C-9CB9-4C03-B758-CD1BCE22BA04}"/>
              </a:ext>
            </a:extLst>
          </p:cNvPr>
          <p:cNvSpPr>
            <a:spLocks noGrp="1"/>
          </p:cNvSpPr>
          <p:nvPr/>
        </p:nvSpPr>
        <p:spPr>
          <a:xfrm>
            <a:off x="685800" y="3291840"/>
            <a:ext cx="2606040" cy="1143000"/>
          </a:xfrm>
          <a:prstGeom prst="roundRect">
            <a:avLst>
              <a:gd name="adj" fmla="val 4000"/>
            </a:avLst>
          </a:prstGeom>
          <a:solidFill>
            <a:srgbClr val="FFFFFF"/>
          </a:solidFill>
          <a:ln w="12700">
            <a:solidFill>
              <a:srgbClr val="B8C7D6"/>
            </a:solidFill>
            <a:prstDash val="solid"/>
          </a:ln>
        </p:spPr>
        <p:txBody>
          <a:bodyPr/>
          <a:lstStyle/>
          <a:p>
            <a:endParaRPr/>
          </a:p>
        </p:txBody>
      </p:sp>
      <p:sp>
        <p:nvSpPr>
          <p:cNvPr id="14" name="Text 12">
            <a:extLst>
              <a:ext uri="{FF2B5EF4-FFF2-40B4-BE49-F238E27FC236}">
                <a16:creationId xmlns:a16="http://schemas.microsoft.com/office/drawing/2014/main" id="{9AC36E34-A37B-48CC-954D-E0B5A9BD435B}"/>
              </a:ext>
            </a:extLst>
          </p:cNvPr>
          <p:cNvSpPr>
            <a:spLocks noGrp="1"/>
          </p:cNvSpPr>
          <p:nvPr/>
        </p:nvSpPr>
        <p:spPr>
          <a:xfrm>
            <a:off x="850392" y="347472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Context recorded</a:t>
            </a:r>
          </a:p>
        </p:txBody>
      </p:sp>
      <p:sp>
        <p:nvSpPr>
          <p:cNvPr id="15" name="Text 13">
            <a:extLst>
              <a:ext uri="{FF2B5EF4-FFF2-40B4-BE49-F238E27FC236}">
                <a16:creationId xmlns:a16="http://schemas.microsoft.com/office/drawing/2014/main" id="{9DA6BF3C-744E-4021-BFE7-4ECDB56F8A7F}"/>
              </a:ext>
            </a:extLst>
          </p:cNvPr>
          <p:cNvSpPr>
            <a:spLocks noGrp="1"/>
          </p:cNvSpPr>
          <p:nvPr/>
        </p:nvSpPr>
        <p:spPr>
          <a:xfrm>
            <a:off x="850392" y="3794760"/>
            <a:ext cx="2240280" cy="640080"/>
          </a:xfrm>
          <a:prstGeom prst="rect">
            <a:avLst/>
          </a:prstGeom>
          <a:noFill/>
        </p:spPr>
        <p:txBody>
          <a:bodyPr wrap="square" lIns="64008" tIns="27432" rIns="64008" bIns="27432" anchor="ctr">
            <a:normAutofit/>
          </a:bodyPr>
          <a:lstStyle/>
          <a:p>
            <a:pPr>
              <a:lnSpc>
                <a:spcPct val="92000"/>
              </a:lnSpc>
              <a:buNone/>
            </a:pPr>
            <a:r>
              <a:rPr sz="1100" b="0">
                <a:solidFill>
                  <a:srgbClr val="253040"/>
                </a:solidFill>
                <a:latin typeface="Aptos"/>
                <a:ea typeface="Aptos"/>
                <a:cs typeface="Aptos"/>
              </a:rPr>
              <a:t>Workspace type, project expectation, region, and assets are known.</a:t>
            </a:r>
          </a:p>
        </p:txBody>
      </p:sp>
      <p:sp>
        <p:nvSpPr>
          <p:cNvPr id="16" name="Shape 14">
            <a:extLst>
              <a:ext uri="{FF2B5EF4-FFF2-40B4-BE49-F238E27FC236}">
                <a16:creationId xmlns:a16="http://schemas.microsoft.com/office/drawing/2014/main" id="{7B055346-F041-482E-B5BF-4114AD4D2FA0}"/>
              </a:ext>
            </a:extLst>
          </p:cNvPr>
          <p:cNvSpPr>
            <a:spLocks noGrp="1"/>
          </p:cNvSpPr>
          <p:nvPr/>
        </p:nvSpPr>
        <p:spPr>
          <a:xfrm>
            <a:off x="3703320" y="3291840"/>
            <a:ext cx="2606040" cy="1143000"/>
          </a:xfrm>
          <a:prstGeom prst="roundRect">
            <a:avLst>
              <a:gd name="adj" fmla="val 4000"/>
            </a:avLst>
          </a:prstGeom>
          <a:solidFill>
            <a:srgbClr val="FFFFFF"/>
          </a:solidFill>
          <a:ln w="12700">
            <a:solidFill>
              <a:srgbClr val="B8C7D6"/>
            </a:solidFill>
            <a:prstDash val="solid"/>
          </a:ln>
        </p:spPr>
        <p:txBody>
          <a:bodyPr/>
          <a:lstStyle/>
          <a:p>
            <a:endParaRPr/>
          </a:p>
        </p:txBody>
      </p:sp>
      <p:sp>
        <p:nvSpPr>
          <p:cNvPr id="17" name="Text 15">
            <a:extLst>
              <a:ext uri="{FF2B5EF4-FFF2-40B4-BE49-F238E27FC236}">
                <a16:creationId xmlns:a16="http://schemas.microsoft.com/office/drawing/2014/main" id="{BC8407D7-9D70-4D9F-BA6B-8C419A65B819}"/>
              </a:ext>
            </a:extLst>
          </p:cNvPr>
          <p:cNvSpPr>
            <a:spLocks noGrp="1"/>
          </p:cNvSpPr>
          <p:nvPr/>
        </p:nvSpPr>
        <p:spPr>
          <a:xfrm>
            <a:off x="3867912" y="3474720"/>
            <a:ext cx="2194560" cy="228600"/>
          </a:xfrm>
          <a:prstGeom prst="rect">
            <a:avLst/>
          </a:prstGeom>
          <a:noFill/>
        </p:spPr>
        <p:txBody>
          <a:bodyPr wrap="square" lIns="64008" tIns="27432" rIns="64008" bIns="27432" anchor="ctr"/>
          <a:lstStyle/>
          <a:p>
            <a:pPr>
              <a:lnSpc>
                <a:spcPct val="100000"/>
              </a:lnSpc>
              <a:buNone/>
            </a:pPr>
            <a:r>
              <a:rPr lang="en-US" sz="1300" b="1">
                <a:solidFill>
                  <a:srgbClr val="253040"/>
                </a:solidFill>
                <a:latin typeface="Aptos"/>
                <a:ea typeface="Aptos"/>
                <a:cs typeface="Aptos"/>
              </a:rPr>
              <a:t>Responsibility clear</a:t>
            </a:r>
          </a:p>
        </p:txBody>
      </p:sp>
      <p:sp>
        <p:nvSpPr>
          <p:cNvPr id="18" name="Text 16">
            <a:extLst>
              <a:ext uri="{FF2B5EF4-FFF2-40B4-BE49-F238E27FC236}">
                <a16:creationId xmlns:a16="http://schemas.microsoft.com/office/drawing/2014/main" id="{EE563E19-57F0-4D64-A619-5B79E664D14B}"/>
              </a:ext>
            </a:extLst>
          </p:cNvPr>
          <p:cNvSpPr>
            <a:spLocks noGrp="1"/>
          </p:cNvSpPr>
          <p:nvPr/>
        </p:nvSpPr>
        <p:spPr>
          <a:xfrm>
            <a:off x="3867912" y="3794760"/>
            <a:ext cx="2240280" cy="640080"/>
          </a:xfrm>
          <a:prstGeom prst="rect">
            <a:avLst/>
          </a:prstGeom>
          <a:noFill/>
        </p:spPr>
        <p:txBody>
          <a:bodyPr wrap="square" lIns="64008" tIns="27432" rIns="64008" bIns="27432" anchor="ctr">
            <a:normAutofit/>
          </a:bodyPr>
          <a:lstStyle/>
          <a:p>
            <a:pPr>
              <a:lnSpc>
                <a:spcPct val="92000"/>
              </a:lnSpc>
              <a:buNone/>
            </a:pPr>
            <a:r>
              <a:rPr sz="1200" b="0">
                <a:solidFill>
                  <a:srgbClr val="253040"/>
                </a:solidFill>
                <a:latin typeface="Aptos"/>
                <a:ea typeface="Aptos"/>
                <a:cs typeface="Aptos"/>
              </a:rPr>
              <a:t>Evidence, cost awareness, retention,</a:t>
            </a:r>
          </a:p>
          <a:p>
            <a:pPr>
              <a:lnSpc>
                <a:spcPct val="92000"/>
              </a:lnSpc>
              <a:buNone/>
            </a:pPr>
            <a:r>
              <a:rPr sz="1200" b="0">
                <a:solidFill>
                  <a:srgbClr val="253040"/>
                </a:solidFill>
                <a:latin typeface="Aptos"/>
                <a:ea typeface="Aptos"/>
                <a:cs typeface="Aptos"/>
              </a:rPr>
              <a:t>and cleanup are understood.</a:t>
            </a:r>
          </a:p>
        </p:txBody>
      </p:sp>
      <p:sp>
        <p:nvSpPr>
          <p:cNvPr id="19" name="Shape 17">
            <a:extLst>
              <a:ext uri="{FF2B5EF4-FFF2-40B4-BE49-F238E27FC236}">
                <a16:creationId xmlns:a16="http://schemas.microsoft.com/office/drawing/2014/main" id="{905C6293-70DB-43C1-A86A-6AE7AB540E4E}"/>
              </a:ext>
            </a:extLst>
          </p:cNvPr>
          <p:cNvSpPr>
            <a:spLocks noGrp="1"/>
          </p:cNvSpPr>
          <p:nvPr/>
        </p:nvSpPr>
        <p:spPr>
          <a:xfrm>
            <a:off x="7150162" y="2788920"/>
            <a:ext cx="3456878" cy="777240"/>
          </a:xfrm>
          <a:prstGeom prst="chevron">
            <a:avLst/>
          </a:prstGeom>
          <a:solidFill>
            <a:srgbClr val="08A9C9"/>
          </a:solidFill>
          <a:ln w="12700">
            <a:solidFill>
              <a:srgbClr val="08A9C9"/>
            </a:solidFill>
            <a:prstDash val="solid"/>
          </a:ln>
        </p:spPr>
        <p:txBody>
          <a:bodyPr/>
          <a:lstStyle/>
          <a:p>
            <a:endParaRPr/>
          </a:p>
        </p:txBody>
      </p:sp>
      <p:sp>
        <p:nvSpPr>
          <p:cNvPr id="20" name="Text 18">
            <a:extLst>
              <a:ext uri="{FF2B5EF4-FFF2-40B4-BE49-F238E27FC236}">
                <a16:creationId xmlns:a16="http://schemas.microsoft.com/office/drawing/2014/main" id="{D1483F30-27BB-4068-9386-A1E2FE50E886}"/>
              </a:ext>
            </a:extLst>
          </p:cNvPr>
          <p:cNvSpPr>
            <a:spLocks noGrp="1"/>
          </p:cNvSpPr>
          <p:nvPr/>
        </p:nvSpPr>
        <p:spPr>
          <a:xfrm>
            <a:off x="7383780" y="2985358"/>
            <a:ext cx="2697480" cy="384048"/>
          </a:xfrm>
          <a:prstGeom prst="rect">
            <a:avLst/>
          </a:prstGeom>
          <a:noFill/>
        </p:spPr>
        <p:txBody>
          <a:bodyPr wrap="square" lIns="64008" tIns="27432" rIns="64008" bIns="27432" anchor="ctr">
            <a:noAutofit/>
          </a:bodyPr>
          <a:lstStyle/>
          <a:p>
            <a:pPr algn="ctr">
              <a:lnSpc>
                <a:spcPct val="90000"/>
              </a:lnSpc>
              <a:buNone/>
            </a:pPr>
            <a:r>
              <a:rPr sz="1600" b="1">
                <a:solidFill>
                  <a:schemeClr val="bg1"/>
                </a:solidFill>
                <a:latin typeface="Aptos"/>
                <a:ea typeface="Aptos"/>
                <a:cs typeface="Aptos"/>
              </a:rPr>
              <a:t>Next: Microsoft Foundry</a:t>
            </a:r>
          </a:p>
          <a:p>
            <a:pPr algn="ctr">
              <a:lnSpc>
                <a:spcPct val="90000"/>
              </a:lnSpc>
              <a:buNone/>
            </a:pPr>
            <a:r>
              <a:rPr sz="1600" b="1">
                <a:solidFill>
                  <a:schemeClr val="bg1"/>
                </a:solidFill>
                <a:latin typeface="Aptos"/>
                <a:ea typeface="Aptos"/>
                <a:cs typeface="Aptos"/>
              </a:rPr>
              <a:t>Platform Foundations</a:t>
            </a:r>
          </a:p>
        </p:txBody>
      </p:sp>
    </p:spTree>
    <p:extLst>
      <p:ext uri="{BB962C8B-B14F-4D97-AF65-F5344CB8AC3E}">
        <p14:creationId xmlns:p14="http://schemas.microsoft.com/office/powerpoint/2010/main" val="5393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animBg="1"/>
      <p:bldP spid="11" grpId="0"/>
      <p:bldP spid="12" grpId="0"/>
      <p:bldP spid="13" grpId="0" animBg="1"/>
      <p:bldP spid="14" grpId="0"/>
      <p:bldP spid="15" grpId="0"/>
      <p:bldP spid="16" grpId="0" animBg="1"/>
      <p:bldP spid="17" grpId="0"/>
      <p:bldP spid="1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1_Gaoler template">
  <a:themeElements>
    <a:clrScheme name="Custom 347">
      <a:dk1>
        <a:srgbClr val="3A3F50"/>
      </a:dk1>
      <a:lt1>
        <a:srgbClr val="FFFFFF"/>
      </a:lt1>
      <a:dk2>
        <a:srgbClr val="757B89"/>
      </a:dk2>
      <a:lt2>
        <a:srgbClr val="E9EAF2"/>
      </a:lt2>
      <a:accent1>
        <a:srgbClr val="00B5DD"/>
      </a:accent1>
      <a:accent2>
        <a:srgbClr val="007BB9"/>
      </a:accent2>
      <a:accent3>
        <a:srgbClr val="8C50FF"/>
      </a:accent3>
      <a:accent4>
        <a:srgbClr val="FF4D4D"/>
      </a:accent4>
      <a:accent5>
        <a:srgbClr val="F9CB07"/>
      </a:accent5>
      <a:accent6>
        <a:srgbClr val="A6CE28"/>
      </a:accent6>
      <a:hlink>
        <a:srgbClr val="007BB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2296</TotalTime>
  <Words>6108</Words>
  <Application>Microsoft Office PowerPoint</Application>
  <DocSecurity>0</DocSecurity>
  <PresentationFormat>Widescreen</PresentationFormat>
  <Paragraphs>461</Paragraphs>
  <Slides>27</Slides>
  <Notes>27</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27</vt:i4>
      </vt:variant>
    </vt:vector>
  </HeadingPairs>
  <TitlesOfParts>
    <vt:vector size="38" baseType="lpstr">
      <vt:lpstr>Aptos</vt:lpstr>
      <vt:lpstr>Aptos Display</vt:lpstr>
      <vt:lpstr>Arial</vt:lpstr>
      <vt:lpstr>Barlow</vt:lpstr>
      <vt:lpstr>Barlow Light</vt:lpstr>
      <vt:lpstr>Calibri</vt:lpstr>
      <vt:lpstr>Nimbus Sans</vt:lpstr>
      <vt:lpstr>Raleway Thin</vt:lpstr>
      <vt:lpstr>Office Theme</vt:lpstr>
      <vt:lpstr>1_Gaoler template</vt:lpstr>
      <vt:lpstr>1_Office Theme</vt:lpstr>
      <vt:lpstr>PowerPoint Presentation</vt:lpstr>
      <vt:lpstr>HELLO!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Welcome!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Trevoir Williams</cp:lastModifiedBy>
  <cp:revision>1</cp:revision>
  <dcterms:created xsi:type="dcterms:W3CDTF">2026-08-05T22:13:32Z</dcterms:created>
  <dcterms:modified xsi:type="dcterms:W3CDTF">2026-08-07T12:33:27Z</dcterms:modified>
</cp:coreProperties>
</file>