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0" r:id="rId2"/>
  </p:sldMasterIdLst>
  <p:notesMasterIdLst>
    <p:notesMasterId r:id="rId19"/>
  </p:notesMasterIdLst>
  <p:sldIdLst>
    <p:sldId id="256" r:id="rId3"/>
    <p:sldId id="257" r:id="rId4"/>
    <p:sldId id="258" r:id="rId5"/>
    <p:sldId id="259" r:id="rId6"/>
    <p:sldId id="260" r:id="rId7"/>
    <p:sldId id="894" r:id="rId8"/>
    <p:sldId id="262" r:id="rId9"/>
    <p:sldId id="263" r:id="rId10"/>
    <p:sldId id="264" r:id="rId11"/>
    <p:sldId id="265" r:id="rId12"/>
    <p:sldId id="895" r:id="rId13"/>
    <p:sldId id="266" r:id="rId14"/>
    <p:sldId id="267" r:id="rId15"/>
    <p:sldId id="896" r:id="rId16"/>
    <p:sldId id="897" r:id="rId17"/>
    <p:sldId id="898"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1A12531-E5C4-4BA4-9E77-26A403BCB429}">
          <p14:sldIdLst>
            <p14:sldId id="256"/>
            <p14:sldId id="257"/>
            <p14:sldId id="258"/>
            <p14:sldId id="259"/>
            <p14:sldId id="260"/>
            <p14:sldId id="894"/>
          </p14:sldIdLst>
        </p14:section>
        <p14:section name="Review-First Mindset and Business Context" id="{1D79F04F-F677-4642-A68D-09D7F6C1DCF1}">
          <p14:sldIdLst>
            <p14:sldId id="262"/>
            <p14:sldId id="263"/>
            <p14:sldId id="264"/>
            <p14:sldId id="265"/>
            <p14:sldId id="895"/>
            <p14:sldId id="266"/>
            <p14:sldId id="267"/>
            <p14:sldId id="896"/>
            <p14:sldId id="897"/>
            <p14:sldId id="898"/>
          </p14:sldIdLst>
        </p14:section>
        <p14:section name="Project Setup and Baseline Review" id="{05C5A702-D40E-4D6D-8985-6F84D4C25F49}">
          <p14:sldIdLst/>
        </p14:section>
        <p14:section name="Configuring AI for Review Work" id="{61141E8B-EBD1-4C8A-9430-41C0A7B4A557}">
          <p14:sldIdLst/>
        </p14:section>
        <p14:section name="Understanding and Documenting the Codebase" id="{15138BB4-39C6-4500-91DC-203614B0D0CC}">
          <p14:sldIdLst/>
        </p14:section>
        <p14:section name="AI-Assisted Legacy Risk Triage" id="{C6877E2D-803B-40FD-A99F-52CC5EF6818C}">
          <p14:sldIdLst/>
        </p14:section>
        <p14:section name="Technical Debt and Code Smell Review" id="{81292DAD-E725-41FE-9A41-A34A4956C95A}">
          <p14:sldIdLst/>
        </p14:section>
        <p14:section name="Security, Privacy, and Access Control Review" id="{A025C7FB-2F89-4A26-B100-222B93715911}">
          <p14:sldIdLst/>
        </p14:section>
        <p14:section name="Dependency and Modernization Readiness Review" id="{3FE99DFD-D3EB-45FA-8DA8-26AF0C4B0BBB}">
          <p14:sldIdLst/>
        </p14:section>
        <p14:section name="Generating and Improving Tests with AI" id="{31AC8768-90D7-4A94-8C44-1A7073E7F91A}">
          <p14:sldIdLst/>
        </p14:section>
        <p14:section name="Safe Refactoring with AI Assistance" id="{4C715FDF-59EE-4CFB-908F-82E6263DA9DA}">
          <p14:sldIdLst/>
        </p14:section>
        <p14:section name="AI-Assisted Modernization Review" id="{486B84CE-6826-45CF-BF12-7D8D837862B7}">
          <p14:sldIdLst/>
        </p14:section>
        <p14:section name="Cloud Readiness and Agentic Modernization PR Review" id="{084F8B64-79F0-406A-A342-C833EEAA77CD}">
          <p14:sldIdLst/>
        </p14:section>
        <p14:section name="Pull Requests, Review Packages, and Final Workflow" id="{819A2856-4765-4E6E-B2A7-63EAF40445F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986DE4C-89CA-4734-B4FF-8A7C325FB0E9}" v="2" dt="2026-08-05T17:08:24.17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5642" autoAdjust="0"/>
  </p:normalViewPr>
  <p:slideViewPr>
    <p:cSldViewPr snapToGrid="0" snapToObjects="1">
      <p:cViewPr varScale="1">
        <p:scale>
          <a:sx n="87" d="100"/>
          <a:sy n="87" d="100"/>
        </p:scale>
        <p:origin x="1398" y="45"/>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revoir Williams" userId="6a45007046124a3d" providerId="LiveId" clId="{31B64E46-1C5C-4743-A303-318E4CF79BB5}"/>
    <pc:docChg chg="undo custSel addSld delSld modSld sldOrd addSection modSection">
      <pc:chgData name="Trevoir Williams" userId="6a45007046124a3d" providerId="LiveId" clId="{31B64E46-1C5C-4743-A303-318E4CF79BB5}" dt="2026-08-05T17:08:24.179" v="3283" actId="20577"/>
      <pc:docMkLst>
        <pc:docMk/>
      </pc:docMkLst>
      <pc:sldChg chg="modSp mod">
        <pc:chgData name="Trevoir Williams" userId="6a45007046124a3d" providerId="LiveId" clId="{31B64E46-1C5C-4743-A303-318E4CF79BB5}" dt="2026-07-13T16:26:13.709" v="3274" actId="14100"/>
        <pc:sldMkLst>
          <pc:docMk/>
          <pc:sldMk cId="0" sldId="256"/>
        </pc:sldMkLst>
        <pc:spChg chg="mod">
          <ac:chgData name="Trevoir Williams" userId="6a45007046124a3d" providerId="LiveId" clId="{31B64E46-1C5C-4743-A303-318E4CF79BB5}" dt="2026-07-13T16:26:13.709" v="3274" actId="14100"/>
          <ac:spMkLst>
            <pc:docMk/>
            <pc:sldMk cId="0" sldId="256"/>
            <ac:spMk id="5" creationId="{00000000-0000-0000-0000-000000000000}"/>
          </ac:spMkLst>
        </pc:spChg>
        <pc:spChg chg="mod">
          <ac:chgData name="Trevoir Williams" userId="6a45007046124a3d" providerId="LiveId" clId="{31B64E46-1C5C-4743-A303-318E4CF79BB5}" dt="2026-07-13T16:18:27.629" v="2855" actId="27636"/>
          <ac:spMkLst>
            <pc:docMk/>
            <pc:sldMk cId="0" sldId="256"/>
            <ac:spMk id="6" creationId="{00000000-0000-0000-0000-000000000000}"/>
          </ac:spMkLst>
        </pc:spChg>
      </pc:sldChg>
      <pc:sldChg chg="addSp delSp modSp add del mod delAnim">
        <pc:chgData name="Trevoir Williams" userId="6a45007046124a3d" providerId="LiveId" clId="{31B64E46-1C5C-4743-A303-318E4CF79BB5}" dt="2026-07-13T16:26:52.019" v="3281" actId="14100"/>
        <pc:sldMkLst>
          <pc:docMk/>
          <pc:sldMk cId="0" sldId="257"/>
        </pc:sldMkLst>
        <pc:spChg chg="mod">
          <ac:chgData name="Trevoir Williams" userId="6a45007046124a3d" providerId="LiveId" clId="{31B64E46-1C5C-4743-A303-318E4CF79BB5}" dt="2026-07-13T16:26:52.019" v="3281" actId="14100"/>
          <ac:spMkLst>
            <pc:docMk/>
            <pc:sldMk cId="0" sldId="257"/>
            <ac:spMk id="8" creationId="{00000000-0000-0000-0000-000000000000}"/>
          </ac:spMkLst>
        </pc:spChg>
        <pc:picChg chg="add mod">
          <ac:chgData name="Trevoir Williams" userId="6a45007046124a3d" providerId="LiveId" clId="{31B64E46-1C5C-4743-A303-318E4CF79BB5}" dt="2026-07-13T16:26:37.764" v="3278" actId="1076"/>
          <ac:picMkLst>
            <pc:docMk/>
            <pc:sldMk cId="0" sldId="257"/>
            <ac:picMk id="10" creationId="{87B97978-9AC8-2892-CE1C-0FBAFB8E823F}"/>
          </ac:picMkLst>
        </pc:picChg>
      </pc:sldChg>
      <pc:sldChg chg="modSp mod addAnim delAnim modAnim">
        <pc:chgData name="Trevoir Williams" userId="6a45007046124a3d" providerId="LiveId" clId="{31B64E46-1C5C-4743-A303-318E4CF79BB5}" dt="2026-08-05T17:08:24.179" v="3283" actId="20577"/>
        <pc:sldMkLst>
          <pc:docMk/>
          <pc:sldMk cId="0" sldId="258"/>
        </pc:sldMkLst>
        <pc:spChg chg="mod">
          <ac:chgData name="Trevoir Williams" userId="6a45007046124a3d" providerId="LiveId" clId="{31B64E46-1C5C-4743-A303-318E4CF79BB5}" dt="2026-08-05T17:08:24.179" v="3283" actId="20577"/>
          <ac:spMkLst>
            <pc:docMk/>
            <pc:sldMk cId="0" sldId="258"/>
            <ac:spMk id="7" creationId="{00000000-0000-0000-0000-000000000000}"/>
          </ac:spMkLst>
        </pc:spChg>
        <pc:spChg chg="mod">
          <ac:chgData name="Trevoir Williams" userId="6a45007046124a3d" providerId="LiveId" clId="{31B64E46-1C5C-4743-A303-318E4CF79BB5}" dt="2026-07-13T16:18:55.965" v="2863" actId="403"/>
          <ac:spMkLst>
            <pc:docMk/>
            <pc:sldMk cId="0" sldId="258"/>
            <ac:spMk id="12" creationId="{00000000-0000-0000-0000-000000000000}"/>
          </ac:spMkLst>
        </pc:spChg>
      </pc:sldChg>
      <pc:sldChg chg="modSp add del mod">
        <pc:chgData name="Trevoir Williams" userId="6a45007046124a3d" providerId="LiveId" clId="{31B64E46-1C5C-4743-A303-318E4CF79BB5}" dt="2026-07-13T16:19:00.630" v="2865" actId="403"/>
        <pc:sldMkLst>
          <pc:docMk/>
          <pc:sldMk cId="0" sldId="259"/>
        </pc:sldMkLst>
        <pc:spChg chg="mod">
          <ac:chgData name="Trevoir Williams" userId="6a45007046124a3d" providerId="LiveId" clId="{31B64E46-1C5C-4743-A303-318E4CF79BB5}" dt="2026-07-13T16:18:43.531" v="2861" actId="403"/>
          <ac:spMkLst>
            <pc:docMk/>
            <pc:sldMk cId="0" sldId="259"/>
            <ac:spMk id="7" creationId="{00000000-0000-0000-0000-000000000000}"/>
          </ac:spMkLst>
        </pc:spChg>
        <pc:spChg chg="mod">
          <ac:chgData name="Trevoir Williams" userId="6a45007046124a3d" providerId="LiveId" clId="{31B64E46-1C5C-4743-A303-318E4CF79BB5}" dt="2026-07-13T16:18:27.589" v="2846" actId="27636"/>
          <ac:spMkLst>
            <pc:docMk/>
            <pc:sldMk cId="0" sldId="259"/>
            <ac:spMk id="11" creationId="{00000000-0000-0000-0000-000000000000}"/>
          </ac:spMkLst>
        </pc:spChg>
        <pc:spChg chg="mod">
          <ac:chgData name="Trevoir Williams" userId="6a45007046124a3d" providerId="LiveId" clId="{31B64E46-1C5C-4743-A303-318E4CF79BB5}" dt="2026-07-13T16:19:00.630" v="2865" actId="403"/>
          <ac:spMkLst>
            <pc:docMk/>
            <pc:sldMk cId="0" sldId="259"/>
            <ac:spMk id="12" creationId="{00000000-0000-0000-0000-000000000000}"/>
          </ac:spMkLst>
        </pc:spChg>
      </pc:sldChg>
      <pc:sldChg chg="modSp add del mod modAnim">
        <pc:chgData name="Trevoir Williams" userId="6a45007046124a3d" providerId="LiveId" clId="{31B64E46-1C5C-4743-A303-318E4CF79BB5}" dt="2026-07-13T16:19:13.076" v="2870" actId="403"/>
        <pc:sldMkLst>
          <pc:docMk/>
          <pc:sldMk cId="0" sldId="260"/>
        </pc:sldMkLst>
        <pc:spChg chg="mod">
          <ac:chgData name="Trevoir Williams" userId="6a45007046124a3d" providerId="LiveId" clId="{31B64E46-1C5C-4743-A303-318E4CF79BB5}" dt="2026-07-13T16:18:27.595" v="2847" actId="27636"/>
          <ac:spMkLst>
            <pc:docMk/>
            <pc:sldMk cId="0" sldId="260"/>
            <ac:spMk id="5" creationId="{00000000-0000-0000-0000-000000000000}"/>
          </ac:spMkLst>
        </pc:spChg>
        <pc:spChg chg="mod">
          <ac:chgData name="Trevoir Williams" userId="6a45007046124a3d" providerId="LiveId" clId="{31B64E46-1C5C-4743-A303-318E4CF79BB5}" dt="2026-07-13T16:18:27.597" v="2848" actId="27636"/>
          <ac:spMkLst>
            <pc:docMk/>
            <pc:sldMk cId="0" sldId="260"/>
            <ac:spMk id="6" creationId="{00000000-0000-0000-0000-000000000000}"/>
          </ac:spMkLst>
        </pc:spChg>
        <pc:spChg chg="mod">
          <ac:chgData name="Trevoir Williams" userId="6a45007046124a3d" providerId="LiveId" clId="{31B64E46-1C5C-4743-A303-318E4CF79BB5}" dt="2026-07-13T16:19:13.076" v="2870" actId="403"/>
          <ac:spMkLst>
            <pc:docMk/>
            <pc:sldMk cId="0" sldId="260"/>
            <ac:spMk id="7" creationId="{00000000-0000-0000-0000-000000000000}"/>
          </ac:spMkLst>
        </pc:spChg>
        <pc:spChg chg="mod">
          <ac:chgData name="Trevoir Williams" userId="6a45007046124a3d" providerId="LiveId" clId="{31B64E46-1C5C-4743-A303-318E4CF79BB5}" dt="2026-07-13T16:19:08.340" v="2867" actId="403"/>
          <ac:spMkLst>
            <pc:docMk/>
            <pc:sldMk cId="0" sldId="260"/>
            <ac:spMk id="12" creationId="{00000000-0000-0000-0000-000000000000}"/>
          </ac:spMkLst>
        </pc:spChg>
      </pc:sldChg>
      <pc:sldChg chg="modSp add del mod">
        <pc:chgData name="Trevoir Williams" userId="6a45007046124a3d" providerId="LiveId" clId="{31B64E46-1C5C-4743-A303-318E4CF79BB5}" dt="2026-07-13T16:18:27.603" v="2849" actId="27636"/>
        <pc:sldMkLst>
          <pc:docMk/>
          <pc:sldMk cId="0" sldId="264"/>
        </pc:sldMkLst>
        <pc:spChg chg="mod">
          <ac:chgData name="Trevoir Williams" userId="6a45007046124a3d" providerId="LiveId" clId="{31B64E46-1C5C-4743-A303-318E4CF79BB5}" dt="2026-07-13T16:18:27.603" v="2849" actId="27636"/>
          <ac:spMkLst>
            <pc:docMk/>
            <pc:sldMk cId="0" sldId="264"/>
            <ac:spMk id="6" creationId="{00000000-0000-0000-0000-000000000000}"/>
          </ac:spMkLst>
        </pc:spChg>
      </pc:sldChg>
      <pc:sldChg chg="modSp add del mod addAnim delAnim modAnim">
        <pc:chgData name="Trevoir Williams" userId="6a45007046124a3d" providerId="LiveId" clId="{31B64E46-1C5C-4743-A303-318E4CF79BB5}" dt="2026-07-13T16:20:54.110" v="2904" actId="6549"/>
        <pc:sldMkLst>
          <pc:docMk/>
          <pc:sldMk cId="0" sldId="265"/>
        </pc:sldMkLst>
        <pc:spChg chg="mod">
          <ac:chgData name="Trevoir Williams" userId="6a45007046124a3d" providerId="LiveId" clId="{31B64E46-1C5C-4743-A303-318E4CF79BB5}" dt="2026-07-13T16:20:34.528" v="2889" actId="20577"/>
          <ac:spMkLst>
            <pc:docMk/>
            <pc:sldMk cId="0" sldId="265"/>
            <ac:spMk id="23" creationId="{00000000-0000-0000-0000-000000000000}"/>
          </ac:spMkLst>
        </pc:spChg>
        <pc:spChg chg="mod">
          <ac:chgData name="Trevoir Williams" userId="6a45007046124a3d" providerId="LiveId" clId="{31B64E46-1C5C-4743-A303-318E4CF79BB5}" dt="2026-07-13T16:20:54.110" v="2904" actId="6549"/>
          <ac:spMkLst>
            <pc:docMk/>
            <pc:sldMk cId="0" sldId="265"/>
            <ac:spMk id="43" creationId="{00000000-0000-0000-0000-000000000000}"/>
          </ac:spMkLst>
        </pc:spChg>
      </pc:sldChg>
      <pc:sldChg chg="modSp add del mod modAnim">
        <pc:chgData name="Trevoir Williams" userId="6a45007046124a3d" providerId="LiveId" clId="{31B64E46-1C5C-4743-A303-318E4CF79BB5}" dt="2026-07-13T16:22:44.463" v="2969" actId="20577"/>
        <pc:sldMkLst>
          <pc:docMk/>
          <pc:sldMk cId="0" sldId="266"/>
        </pc:sldMkLst>
        <pc:spChg chg="mod">
          <ac:chgData name="Trevoir Williams" userId="6a45007046124a3d" providerId="LiveId" clId="{31B64E46-1C5C-4743-A303-318E4CF79BB5}" dt="2026-07-13T16:18:27.611" v="2850" actId="27636"/>
          <ac:spMkLst>
            <pc:docMk/>
            <pc:sldMk cId="0" sldId="266"/>
            <ac:spMk id="5" creationId="{00000000-0000-0000-0000-000000000000}"/>
          </ac:spMkLst>
        </pc:spChg>
        <pc:spChg chg="mod">
          <ac:chgData name="Trevoir Williams" userId="6a45007046124a3d" providerId="LiveId" clId="{31B64E46-1C5C-4743-A303-318E4CF79BB5}" dt="2026-07-13T16:22:44.463" v="2969" actId="20577"/>
          <ac:spMkLst>
            <pc:docMk/>
            <pc:sldMk cId="0" sldId="266"/>
            <ac:spMk id="7" creationId="{00000000-0000-0000-0000-000000000000}"/>
          </ac:spMkLst>
        </pc:spChg>
        <pc:spChg chg="mod">
          <ac:chgData name="Trevoir Williams" userId="6a45007046124a3d" providerId="LiveId" clId="{31B64E46-1C5C-4743-A303-318E4CF79BB5}" dt="2026-07-13T16:22:08.715" v="2940"/>
          <ac:spMkLst>
            <pc:docMk/>
            <pc:sldMk cId="0" sldId="266"/>
            <ac:spMk id="12" creationId="{00000000-0000-0000-0000-000000000000}"/>
          </ac:spMkLst>
        </pc:spChg>
      </pc:sldChg>
      <pc:sldChg chg="modSp add del mod modAnim">
        <pc:chgData name="Trevoir Williams" userId="6a45007046124a3d" providerId="LiveId" clId="{31B64E46-1C5C-4743-A303-318E4CF79BB5}" dt="2026-07-13T16:23:29.615" v="3007" actId="403"/>
        <pc:sldMkLst>
          <pc:docMk/>
          <pc:sldMk cId="0" sldId="267"/>
        </pc:sldMkLst>
        <pc:spChg chg="mod">
          <ac:chgData name="Trevoir Williams" userId="6a45007046124a3d" providerId="LiveId" clId="{31B64E46-1C5C-4743-A303-318E4CF79BB5}" dt="2026-07-13T16:23:24.897" v="3006" actId="20577"/>
          <ac:spMkLst>
            <pc:docMk/>
            <pc:sldMk cId="0" sldId="267"/>
            <ac:spMk id="7" creationId="{00000000-0000-0000-0000-000000000000}"/>
          </ac:spMkLst>
        </pc:spChg>
        <pc:spChg chg="mod">
          <ac:chgData name="Trevoir Williams" userId="6a45007046124a3d" providerId="LiveId" clId="{31B64E46-1C5C-4743-A303-318E4CF79BB5}" dt="2026-07-13T16:23:29.615" v="3007" actId="403"/>
          <ac:spMkLst>
            <pc:docMk/>
            <pc:sldMk cId="0" sldId="267"/>
            <ac:spMk id="12" creationId="{00000000-0000-0000-0000-000000000000}"/>
          </ac:spMkLst>
        </pc:spChg>
      </pc:sldChg>
      <pc:sldChg chg="delSp modSp add mod ord setBg addAnim delAnim modAnim">
        <pc:chgData name="Trevoir Williams" userId="6a45007046124a3d" providerId="LiveId" clId="{31B64E46-1C5C-4743-A303-318E4CF79BB5}" dt="2026-07-13T16:21:47.909" v="2936" actId="20577"/>
        <pc:sldMkLst>
          <pc:docMk/>
          <pc:sldMk cId="2754288496" sldId="895"/>
        </pc:sldMkLst>
        <pc:spChg chg="mod">
          <ac:chgData name="Trevoir Williams" userId="6a45007046124a3d" providerId="LiveId" clId="{31B64E46-1C5C-4743-A303-318E4CF79BB5}" dt="2026-07-13T16:21:29.040" v="2919" actId="6549"/>
          <ac:spMkLst>
            <pc:docMk/>
            <pc:sldMk cId="2754288496" sldId="895"/>
            <ac:spMk id="24" creationId="{71301F7C-5E99-3507-667E-A94B059777B2}"/>
          </ac:spMkLst>
        </pc:spChg>
        <pc:spChg chg="mod">
          <ac:chgData name="Trevoir Williams" userId="6a45007046124a3d" providerId="LiveId" clId="{31B64E46-1C5C-4743-A303-318E4CF79BB5}" dt="2026-07-13T16:21:47.909" v="2936" actId="20577"/>
          <ac:spMkLst>
            <pc:docMk/>
            <pc:sldMk cId="2754288496" sldId="895"/>
            <ac:spMk id="34" creationId="{E042B20B-6C42-48AC-5C9D-CAB302E91DD3}"/>
          </ac:spMkLst>
        </pc:spChg>
      </pc:sldChg>
      <pc:sldChg chg="modSp add modAnim">
        <pc:chgData name="Trevoir Williams" userId="6a45007046124a3d" providerId="LiveId" clId="{31B64E46-1C5C-4743-A303-318E4CF79BB5}" dt="2026-07-13T16:23:54.808" v="3013" actId="403"/>
        <pc:sldMkLst>
          <pc:docMk/>
          <pc:sldMk cId="0" sldId="896"/>
        </pc:sldMkLst>
        <pc:spChg chg="mod">
          <ac:chgData name="Trevoir Williams" userId="6a45007046124a3d" providerId="LiveId" clId="{31B64E46-1C5C-4743-A303-318E4CF79BB5}" dt="2026-07-13T16:23:47.919" v="3011" actId="20577"/>
          <ac:spMkLst>
            <pc:docMk/>
            <pc:sldMk cId="0" sldId="896"/>
            <ac:spMk id="7" creationId="{00000000-0000-0000-0000-000000000000}"/>
          </ac:spMkLst>
        </pc:spChg>
        <pc:spChg chg="mod">
          <ac:chgData name="Trevoir Williams" userId="6a45007046124a3d" providerId="LiveId" clId="{31B64E46-1C5C-4743-A303-318E4CF79BB5}" dt="2026-07-13T16:23:54.808" v="3013" actId="403"/>
          <ac:spMkLst>
            <pc:docMk/>
            <pc:sldMk cId="0" sldId="896"/>
            <ac:spMk id="12" creationId="{00000000-0000-0000-0000-000000000000}"/>
          </ac:spMkLst>
        </pc:spChg>
      </pc:sldChg>
      <pc:sldChg chg="modSp add mod ord modAnim">
        <pc:chgData name="Trevoir Williams" userId="6a45007046124a3d" providerId="LiveId" clId="{31B64E46-1C5C-4743-A303-318E4CF79BB5}" dt="2026-07-13T16:25:47.325" v="3267" actId="20577"/>
        <pc:sldMkLst>
          <pc:docMk/>
          <pc:sldMk cId="0" sldId="897"/>
        </pc:sldMkLst>
        <pc:spChg chg="mod">
          <ac:chgData name="Trevoir Williams" userId="6a45007046124a3d" providerId="LiveId" clId="{31B64E46-1C5C-4743-A303-318E4CF79BB5}" dt="2026-07-13T16:18:27.618" v="2851" actId="27636"/>
          <ac:spMkLst>
            <pc:docMk/>
            <pc:sldMk cId="0" sldId="897"/>
            <ac:spMk id="5" creationId="{00000000-0000-0000-0000-000000000000}"/>
          </ac:spMkLst>
        </pc:spChg>
        <pc:spChg chg="mod">
          <ac:chgData name="Trevoir Williams" userId="6a45007046124a3d" providerId="LiveId" clId="{31B64E46-1C5C-4743-A303-318E4CF79BB5}" dt="2026-07-13T16:18:27.620" v="2852" actId="27636"/>
          <ac:spMkLst>
            <pc:docMk/>
            <pc:sldMk cId="0" sldId="897"/>
            <ac:spMk id="6" creationId="{00000000-0000-0000-0000-000000000000}"/>
          </ac:spMkLst>
        </pc:spChg>
        <pc:spChg chg="mod">
          <ac:chgData name="Trevoir Williams" userId="6a45007046124a3d" providerId="LiveId" clId="{31B64E46-1C5C-4743-A303-318E4CF79BB5}" dt="2026-07-13T16:25:47.325" v="3267" actId="20577"/>
          <ac:spMkLst>
            <pc:docMk/>
            <pc:sldMk cId="0" sldId="897"/>
            <ac:spMk id="7" creationId="{00000000-0000-0000-0000-000000000000}"/>
          </ac:spMkLst>
        </pc:spChg>
      </pc:sldChg>
      <pc:sldChg chg="modSp add mod ord">
        <pc:chgData name="Trevoir Williams" userId="6a45007046124a3d" providerId="LiveId" clId="{31B64E46-1C5C-4743-A303-318E4CF79BB5}" dt="2026-07-13T16:26:00.510" v="3272" actId="403"/>
        <pc:sldMkLst>
          <pc:docMk/>
          <pc:sldMk cId="0" sldId="898"/>
        </pc:sldMkLst>
        <pc:spChg chg="mod">
          <ac:chgData name="Trevoir Williams" userId="6a45007046124a3d" providerId="LiveId" clId="{31B64E46-1C5C-4743-A303-318E4CF79BB5}" dt="2026-07-13T16:18:27.624" v="2853" actId="27636"/>
          <ac:spMkLst>
            <pc:docMk/>
            <pc:sldMk cId="0" sldId="898"/>
            <ac:spMk id="5" creationId="{00000000-0000-0000-0000-000000000000}"/>
          </ac:spMkLst>
        </pc:spChg>
        <pc:spChg chg="mod">
          <ac:chgData name="Trevoir Williams" userId="6a45007046124a3d" providerId="LiveId" clId="{31B64E46-1C5C-4743-A303-318E4CF79BB5}" dt="2026-07-13T16:18:27.624" v="2854" actId="27636"/>
          <ac:spMkLst>
            <pc:docMk/>
            <pc:sldMk cId="0" sldId="898"/>
            <ac:spMk id="6" creationId="{00000000-0000-0000-0000-000000000000}"/>
          </ac:spMkLst>
        </pc:spChg>
        <pc:spChg chg="mod">
          <ac:chgData name="Trevoir Williams" userId="6a45007046124a3d" providerId="LiveId" clId="{31B64E46-1C5C-4743-A303-318E4CF79BB5}" dt="2026-07-13T16:25:54.182" v="3270" actId="403"/>
          <ac:spMkLst>
            <pc:docMk/>
            <pc:sldMk cId="0" sldId="898"/>
            <ac:spMk id="7" creationId="{00000000-0000-0000-0000-000000000000}"/>
          </ac:spMkLst>
        </pc:spChg>
        <pc:spChg chg="mod">
          <ac:chgData name="Trevoir Williams" userId="6a45007046124a3d" providerId="LiveId" clId="{31B64E46-1C5C-4743-A303-318E4CF79BB5}" dt="2026-07-13T16:26:00.510" v="3272" actId="403"/>
          <ac:spMkLst>
            <pc:docMk/>
            <pc:sldMk cId="0" sldId="898"/>
            <ac:spMk id="1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692183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Open by positioning the course as a Microsoft Foundry enterprise-agent course, not as a generic generative AI overview and not as a coding workshop. The phrase “build, ground, connect, monitor, and govern” is the teaching spine of the program. Build refers to creating and configuring agents and projects. Ground refers to using enterprise knowledge instead of unsupported general answers. Connect refers to tools, catalog capabilities, MCP endpoints, and A2A where appropriate. Monitor and govern refer to the operational and compliance controls that make an agent usable in a real organization. Microsoft Learn currently describes Microsoft Foundry as a unified platform for agents, models, and tools with enterprise readiness through RBAC, networking, policies, tracing, monitoring, and evaluations. Keep the promise practical: learners should leave able to reason about the platform and operate through the portal and labs, not write a custom agent framework from scratch. Source hook: Microsoft Learn, “What is Microsoft Foundry?” and “Microsoft Foundry architecture.”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this slide as a short human introduction, not a biography lecture. Establish instructor credibility quickly: software engineering, Microsoft training, and course-author experience matter because the course focuses on practical enterprise judgment. The key message is that the course is taught from the perspective of a team that must explain, configure, validate, and govern AI agents inside a real organization. Avoid spending too much time on personal background. Transition by telling learners that the first few slides define what they will be able to do by the end of the course, then the course moves into the platform foundations and labs. Instructor note: keep the tone student-friendly and reassuring. This is an all-levels course, but it still expects learners to think like cloud, AI, and software professionals responsible for decisions that affect data, access, and operations.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objectives slide is the contract for the course. Explain that the course is not trying to make learners memorize every Microsoft Foundry screen. Instead, the goal is to give them a working enterprise mental model and hands-on configuration practice. Objective one is the platform model: learners must know what a Foundry resource is and how projects fit inside it. Objective two is the operational base: models, deployments, identity, and access boundaries. Objective three is agent configuration: prompt agents, instructions, versions, and endpoints. Objective four introduces the major extension and operations concepts: Foundry IQ, MCP, A2A, evaluation, monitoring, and governance. Objective five is the synthesis goal: learners should be able to review an enterprise-ready architecture, not just create a demo agent. Source hook: Microsoft Learn, “What is Microsoft Foundry?”, “Foundry Agent Service overview,” and “Foundry Control Plane overview.”</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for how to learn the course. Microsoft Foundry is moving quickly, so students should not treat a recorded portal screen as the eternal source of truth. The durable skill is knowing what to check: resource boundaries, project boundaries, identity, data access, model availability, tool permissions, evaluations, monitoring, and governance status. Explain that demonstrations are used when a portal walkthrough makes the concept clearer, but the course is not a click-by-click certification lab. Labs focus on practical configuration and validation. Reinforce the preview point: when a capability is preview, the course will identify it and avoid hiding the operational risk. This matches Microsoft training guidance: use slides to introduce core concepts, then use demonstrations and labs to help learners connect the concept to real implementation. Source hook: AI-901 Trainer Preparation Guide and Educator Teaching Guide.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the scenario to make the course concrete. Many organizations begin with scattered AI experiments: a model deployment here, a prompt there, a team-specific script somewhere else. Those experiments can be useful, but they become difficult to operate when they touch enterprise data or business workflows. The scenario in this course is a move from isolated experiments to governed agent operations. Security teams care about identity, audit, data boundaries, and policy. Platform teams care about repeatability, quotas, project structure, and cost. Business teams care about answers they can trust, especially when citations and escalation paths are required. Operations teams care about telemetry, failures, evaluation results, and lifecycle control. The core framing: every lesson connects back to whether the agent is trusted, operated, and governed. Source hook: Microsoft Learn, “Microsoft Foundry Control Plane overview.”</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2">
          <a:extLst>
            <a:ext uri="{FF2B5EF4-FFF2-40B4-BE49-F238E27FC236}">
              <a16:creationId xmlns:a16="http://schemas.microsoft.com/office/drawing/2014/main" id="{526FF815-F349-7EBB-E86B-0324FDD4B933}"/>
            </a:ext>
          </a:extLst>
        </p:cNvPr>
        <p:cNvGrpSpPr/>
        <p:nvPr/>
      </p:nvGrpSpPr>
      <p:grpSpPr>
        <a:xfrm>
          <a:off x="0" y="0"/>
          <a:ext cx="0" cy="0"/>
          <a:chOff x="0" y="0"/>
          <a:chExt cx="0" cy="0"/>
        </a:xfrm>
      </p:grpSpPr>
      <p:sp>
        <p:nvSpPr>
          <p:cNvPr id="2073" name="Google Shape;2073;g35ed75ccf_022:notes">
            <a:extLst>
              <a:ext uri="{FF2B5EF4-FFF2-40B4-BE49-F238E27FC236}">
                <a16:creationId xmlns:a16="http://schemas.microsoft.com/office/drawing/2014/main" id="{ED5D9920-1EF0-DE9C-4C2A-F2AA3C2187C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4" name="Google Shape;2074;g35ed75ccf_022:notes">
            <a:extLst>
              <a:ext uri="{FF2B5EF4-FFF2-40B4-BE49-F238E27FC236}">
                <a16:creationId xmlns:a16="http://schemas.microsoft.com/office/drawing/2014/main" id="{2D9F09ED-BF26-F472-EC5A-0EEF6F8B00F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a:t>This is a brief transition slide. Use it to shift from orientation into the actual course path. A simple line works best: “Now that the goal is clear, let’s establish how we will use the platform, demonstrations, and labs.” Do not add technical depth here. The styled deck uses this slide as a light reset before the first section. Keep it short and energetic. Remind learners that the course starts with orientation, then moves into Foundry platform foundations, resources and models, agents, knowledge, tools, multi-agent architecture, LLMOps, and governance. The next slide is the formal Section 1 divider, so this slide should feel like a clean handoff rather than a second title slide.</a:t>
            </a:r>
          </a:p>
        </p:txBody>
      </p:sp>
    </p:spTree>
    <p:extLst>
      <p:ext uri="{BB962C8B-B14F-4D97-AF65-F5344CB8AC3E}">
        <p14:creationId xmlns:p14="http://schemas.microsoft.com/office/powerpoint/2010/main" val="37543580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Introduce Section 1 as a framing and setup section. The purpose is not to teach all of Microsoft Foundry yet. The purpose is to establish the course mission, the enterprise scenario, and the lab expectations. Make clear that learners will not be writing application code in this section. The practical outcome is readiness: learners know what the course builds toward, how demonstrations are used, what workspace access means, and why Microsoft Learn remains the source of truth for rapidly changing product details. Keep the slide short. Section dividers should not become lectures. The content depth starts with the overview slide and the lesson slides that follow.</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Walk through the section outcomes slowly enough to remove ambiguity. First, learners need to know what business problem the course addresses: enterprise AI agents need governed platform support. Second, they need to understand the delivery model: some lessons are slide-led, some include portal demonstrations, and labs require Azure workspace activity. Third, clarify scope: the course is not a software-development workshop; it is a platform, architecture, and operations course. Fourth, preview handling matters because Foundry includes a mix of GA and preview capabilities, and a responsible course must label those differences. Finally, setup matters because cloud labs fail quickly when access, region, quota, or cleanup expectations are unclear. Transition to Lecture 1 by saying: “With that framing in place, let’s define the course mission.”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real course introduction. Emphasize that enterprise AI agents are not simply a model endpoint plus a prompt. That may be enough for a prototype, but it is not enough for a governed business system. A production-oriented agent needs a platform boundary, identity, access controls, knowledge grounding, tool governance, evaluations, monitoring, cost visibility, and lifecycle management. Microsoft Foundry is positioned as the environment where these assets can be discovered, configured, tested, operated, and governed. Keep the language friendly: learners are not expected to know every feature yet. They are expected to understand why the platform exists and why the later sections are organized around resources, models, agents, knowledge, tools, LLMOps, and governance. Source hook: Microsoft Learn, “What is Microsoft Foundry?”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the two-column comparison to explain why the course exists. On the left is experiment mode: useful, fast, and often necessary early on, but difficult to govern. Experiments may use local files, informal prompts, arbitrary model choices, and limited evaluation. On the right is enterprise mode: agents sit inside managed boundaries, use approved knowledge and tools, are tested, monitored, and governed. Microsoft Foundry is the bridge between those two realities. The goal is not to criticize experimentation; the goal is to show why organizations need a shared platform as use cases become serious. Make the key point: the course teaches how to reason across the bridge, not how to chase every new AI feature. Source hook: Microsoft Learn, “Microsoft Foundry architecture.”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F85714-ACFE-540D-8CF8-594867FA9C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96E7CB-F155-6F79-4DE5-0E7950DB74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6E3C1D-15FF-4F15-B1CE-ADBB647F9C5C}"/>
              </a:ext>
            </a:extLst>
          </p:cNvPr>
          <p:cNvSpPr>
            <a:spLocks noGrp="1"/>
          </p:cNvSpPr>
          <p:nvPr>
            <p:ph type="body" idx="1"/>
          </p:nvPr>
        </p:nvSpPr>
        <p:spPr/>
        <p:txBody>
          <a:bodyPr/>
          <a:lstStyle/>
          <a:p>
            <a:r>
              <a:rPr lang="en-US"/>
              <a:t>Explain the architecture at a high level. On the user side, people interact with agents through approved channels or published endpoints. The agent itself is a managed asset with instructions, a model deployment, knowledge sources, and tools. On the platform side, Foundry resources and projects organize assets; Entra ID and RBAC control access; Foundry IQ grounds answers in approved knowledge; tools and MCP endpoints extend what agents can do; evaluations and monitoring show whether the agent behaves acceptably. This architecture is a preview of the entire course. Section 2 explains the platform pillars. Section 3 provisions resources and models. Section 4 builds agents. Section 5 grounds them. Section 6 connects tools. Section 7 covers A2A and multi-agent design. Sections 8 and 9 handle evaluation, observability, and governance.</a:t>
            </a:r>
          </a:p>
        </p:txBody>
      </p:sp>
      <p:sp>
        <p:nvSpPr>
          <p:cNvPr id="4" name="Slide Number Placeholder 3">
            <a:extLst>
              <a:ext uri="{FF2B5EF4-FFF2-40B4-BE49-F238E27FC236}">
                <a16:creationId xmlns:a16="http://schemas.microsoft.com/office/drawing/2014/main" id="{EF8A4CC2-140F-1262-546F-AEFEC872768A}"/>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590398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Address the user’s concern directly: a short lesson is not automatically a theory-only lesson. Some short lessons are theory-led because the best learning outcome is a decision framework. Others include a concise portal demonstration because the platform UI helps make the concept concrete. Lab lectures are different: they include preparation, workspace tasks, validation, and cleanup. The deck will clearly mark demonstration moments in the slide notes and in the learner-facing callout where appropriate, using the same styled layout rather than new badges. Also explain the no-code policy: the course does not ask learners to write application code from scratch. The only known minimal command-based exception is A2A, where current Microsoft Learn guidance may require a supplied REST or PowerShell command rather than a portal-only flow. Source hook: Microsoft Learn, “Enable Agent-to-Agent endpoint.”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prepares learners for the environment. Keep it practical. Students need a modern browser, access to the current Microsoft Foundry portal, and either a Udemy workspace or a safe Azure subscription. They should understand that model and feature availability can vary by region and quota, so the course should not hard-code one model name as the only acceptable answer. Explain cleanup clearly: cloud resources can create cost, and learners should know what to delete or stop when the lab is finished. Demonstration cue: briefly show the Foundry portal sign-in and the difference between using a controlled Udemy workspace and a personal or enterprise subscription. Do not open a code editor. This is an access and readiness walkthrough, not a developer setup lesson. Source hook: Microsoft Learn, “Microsoft Foundry general availability overview.”</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this checklist slide as the concrete pre-lab readiness check. Explain that Foundry labs are usually easy only after access and boundaries are clear. Learners should confirm that they can open the current Microsoft Foundry portal, see the expected subscription or workspace, and identify whether they are working in a Udemy-provided workspace or their own Azure subscription. Clarify that permissions matter: a learner may be able to view a resource but not create a project or deploy a model. Region and quota are also practical blockers because a model or service can be available in one region and not another. This slide should reduce support questions later by making setup responsibilities explicit. Demo cue: show where the subscription, resource group, project, deployment, quota, and cleanup areas appear, but do not create resources yet.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this slide to set the course maintenance mindset. Microsoft Foundry is current, but its portal and feature readiness can evolve during the life of the course. The training approach is therefore to teach stable operating principles and reference Microsoft Learn for product details at the time of use. Preview features must be called out rather than hidden. Learners should not use preview capability in production without organizational approval, risk review, and fallback planning. Explain that screenshots and portal paths are helpful teaching aids, but they are not the whole skill. The deeper skill is knowing what to verify: identity, region, quota, permissions, feature status, data access, governance, evaluation, and monitoring. Source hook: Microsoft Learn, “New Microsoft Foundry portal general availability overview.”</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the review slide to close Section 1 cleanly. Ask learners to distinguish a prototype from an enterprise-ready agent. A prototype may answer questions, but an enterprise-ready agent has boundaries: resource and project scope, identity, model deployment, grounded data access, tool governance, evaluation, monitoring, and ownership. Reinforce that the course will use demonstrations and labs only when they strengthen the learning outcome. It is not a development course, and learners should not expect to write application code from scratch. The knowledge-check question should lead to a clear answer: an agent that cannot be monitored, evaluated, or governed is not enterprise-ready. Transition to Section 2 by saying that the next section names the major Microsoft Foundry pillars and explains the platform architecture those controls depend 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1435100" y="2484800"/>
            <a:ext cx="6616800" cy="1888400"/>
          </a:xfrm>
          <a:prstGeom prst="rect">
            <a:avLst/>
          </a:prstGeom>
        </p:spPr>
        <p:txBody>
          <a:bodyPr spcFirstLastPara="1" wrap="square" lIns="0" tIns="0" rIns="0" bIns="0" anchor="ctr" anchorCtr="0">
            <a:noAutofit/>
          </a:bodyPr>
          <a:lstStyle>
            <a:lvl1pPr lvl="0">
              <a:lnSpc>
                <a:spcPct val="90000"/>
              </a:lnSpc>
              <a:spcBef>
                <a:spcPts val="0"/>
              </a:spcBef>
              <a:spcAft>
                <a:spcPts val="0"/>
              </a:spcAft>
              <a:buSzPts val="4800"/>
              <a:buNone/>
              <a:defRPr/>
            </a:lvl1pPr>
            <a:lvl2pPr lvl="1">
              <a:lnSpc>
                <a:spcPct val="90000"/>
              </a:lnSpc>
              <a:spcBef>
                <a:spcPts val="0"/>
              </a:spcBef>
              <a:spcAft>
                <a:spcPts val="0"/>
              </a:spcAft>
              <a:buSzPts val="4800"/>
              <a:buNone/>
              <a:defRPr/>
            </a:lvl2pPr>
            <a:lvl3pPr lvl="2">
              <a:lnSpc>
                <a:spcPct val="90000"/>
              </a:lnSpc>
              <a:spcBef>
                <a:spcPts val="0"/>
              </a:spcBef>
              <a:spcAft>
                <a:spcPts val="0"/>
              </a:spcAft>
              <a:buSzPts val="4800"/>
              <a:buNone/>
              <a:defRPr/>
            </a:lvl3pPr>
            <a:lvl4pPr lvl="3">
              <a:lnSpc>
                <a:spcPct val="90000"/>
              </a:lnSpc>
              <a:spcBef>
                <a:spcPts val="0"/>
              </a:spcBef>
              <a:spcAft>
                <a:spcPts val="0"/>
              </a:spcAft>
              <a:buSzPts val="4800"/>
              <a:buNone/>
              <a:defRPr/>
            </a:lvl4pPr>
            <a:lvl5pPr lvl="4">
              <a:lnSpc>
                <a:spcPct val="90000"/>
              </a:lnSpc>
              <a:spcBef>
                <a:spcPts val="0"/>
              </a:spcBef>
              <a:spcAft>
                <a:spcPts val="0"/>
              </a:spcAft>
              <a:buSzPts val="4800"/>
              <a:buNone/>
              <a:defRPr/>
            </a:lvl5pPr>
            <a:lvl6pPr lvl="5">
              <a:lnSpc>
                <a:spcPct val="90000"/>
              </a:lnSpc>
              <a:spcBef>
                <a:spcPts val="0"/>
              </a:spcBef>
              <a:spcAft>
                <a:spcPts val="0"/>
              </a:spcAft>
              <a:buSzPts val="4800"/>
              <a:buNone/>
              <a:defRPr/>
            </a:lvl6pPr>
            <a:lvl7pPr lvl="6">
              <a:lnSpc>
                <a:spcPct val="90000"/>
              </a:lnSpc>
              <a:spcBef>
                <a:spcPts val="0"/>
              </a:spcBef>
              <a:spcAft>
                <a:spcPts val="0"/>
              </a:spcAft>
              <a:buSzPts val="4800"/>
              <a:buNone/>
              <a:defRPr/>
            </a:lvl7pPr>
            <a:lvl8pPr lvl="7">
              <a:lnSpc>
                <a:spcPct val="90000"/>
              </a:lnSpc>
              <a:spcBef>
                <a:spcPts val="0"/>
              </a:spcBef>
              <a:spcAft>
                <a:spcPts val="0"/>
              </a:spcAft>
              <a:buSzPts val="4800"/>
              <a:buNone/>
              <a:defRPr/>
            </a:lvl8pPr>
            <a:lvl9pPr lvl="8">
              <a:lnSpc>
                <a:spcPct val="90000"/>
              </a:lnSpc>
              <a:spcBef>
                <a:spcPts val="0"/>
              </a:spcBef>
              <a:spcAft>
                <a:spcPts val="0"/>
              </a:spcAft>
              <a:buSzPts val="4800"/>
              <a:buNone/>
              <a:defRPr/>
            </a:lvl9pPr>
          </a:lstStyle>
          <a:p>
            <a:endParaRPr/>
          </a:p>
        </p:txBody>
      </p:sp>
      <p:sp>
        <p:nvSpPr>
          <p:cNvPr id="11" name="Google Shape;11;p2"/>
          <p:cNvSpPr/>
          <p:nvPr/>
        </p:nvSpPr>
        <p:spPr>
          <a:xfrm rot="5400000">
            <a:off x="-404500" y="2889207"/>
            <a:ext cx="1888400" cy="1079600"/>
          </a:xfrm>
          <a:prstGeom prst="triangle">
            <a:avLst>
              <a:gd name="adj" fmla="val 50000"/>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32055354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ubtitle">
  <p:cSld name="Subtitle">
    <p:spTree>
      <p:nvGrpSpPr>
        <p:cNvPr id="1" name="Shape 12"/>
        <p:cNvGrpSpPr/>
        <p:nvPr/>
      </p:nvGrpSpPr>
      <p:grpSpPr>
        <a:xfrm>
          <a:off x="0" y="0"/>
          <a:ext cx="0" cy="0"/>
          <a:chOff x="0" y="0"/>
          <a:chExt cx="0" cy="0"/>
        </a:xfrm>
      </p:grpSpPr>
      <p:sp>
        <p:nvSpPr>
          <p:cNvPr id="13" name="Google Shape;13;p3"/>
          <p:cNvSpPr txBox="1">
            <a:spLocks noGrp="1"/>
          </p:cNvSpPr>
          <p:nvPr>
            <p:ph type="ctrTitle"/>
          </p:nvPr>
        </p:nvSpPr>
        <p:spPr>
          <a:xfrm>
            <a:off x="1447800" y="2708033"/>
            <a:ext cx="6235600" cy="1546400"/>
          </a:xfrm>
          <a:prstGeom prst="rect">
            <a:avLst/>
          </a:prstGeom>
        </p:spPr>
        <p:txBody>
          <a:bodyPr spcFirstLastPara="1" wrap="square" lIns="0" tIns="0" rIns="0" bIns="0" anchor="b" anchorCtr="0">
            <a:noAutofit/>
          </a:bodyPr>
          <a:lstStyle>
            <a:lvl1pPr lvl="0" rtl="0">
              <a:spcBef>
                <a:spcPts val="0"/>
              </a:spcBef>
              <a:spcAft>
                <a:spcPts val="0"/>
              </a:spcAft>
              <a:buSzPts val="4800"/>
              <a:buNone/>
              <a:defRPr sz="6400"/>
            </a:lvl1pPr>
            <a:lvl2pPr lvl="1" rtl="0">
              <a:spcBef>
                <a:spcPts val="0"/>
              </a:spcBef>
              <a:spcAft>
                <a:spcPts val="0"/>
              </a:spcAft>
              <a:buSzPts val="4800"/>
              <a:buNone/>
              <a:defRPr sz="6400"/>
            </a:lvl2pPr>
            <a:lvl3pPr lvl="2" rtl="0">
              <a:spcBef>
                <a:spcPts val="0"/>
              </a:spcBef>
              <a:spcAft>
                <a:spcPts val="0"/>
              </a:spcAft>
              <a:buSzPts val="4800"/>
              <a:buNone/>
              <a:defRPr sz="6400"/>
            </a:lvl3pPr>
            <a:lvl4pPr lvl="3" rtl="0">
              <a:spcBef>
                <a:spcPts val="0"/>
              </a:spcBef>
              <a:spcAft>
                <a:spcPts val="0"/>
              </a:spcAft>
              <a:buSzPts val="4800"/>
              <a:buNone/>
              <a:defRPr sz="6400"/>
            </a:lvl4pPr>
            <a:lvl5pPr lvl="4" rtl="0">
              <a:spcBef>
                <a:spcPts val="0"/>
              </a:spcBef>
              <a:spcAft>
                <a:spcPts val="0"/>
              </a:spcAft>
              <a:buSzPts val="4800"/>
              <a:buNone/>
              <a:defRPr sz="6400"/>
            </a:lvl5pPr>
            <a:lvl6pPr lvl="5" rtl="0">
              <a:spcBef>
                <a:spcPts val="0"/>
              </a:spcBef>
              <a:spcAft>
                <a:spcPts val="0"/>
              </a:spcAft>
              <a:buSzPts val="4800"/>
              <a:buNone/>
              <a:defRPr sz="6400"/>
            </a:lvl6pPr>
            <a:lvl7pPr lvl="6" rtl="0">
              <a:spcBef>
                <a:spcPts val="0"/>
              </a:spcBef>
              <a:spcAft>
                <a:spcPts val="0"/>
              </a:spcAft>
              <a:buSzPts val="4800"/>
              <a:buNone/>
              <a:defRPr sz="6400"/>
            </a:lvl7pPr>
            <a:lvl8pPr lvl="7" rtl="0">
              <a:spcBef>
                <a:spcPts val="0"/>
              </a:spcBef>
              <a:spcAft>
                <a:spcPts val="0"/>
              </a:spcAft>
              <a:buSzPts val="4800"/>
              <a:buNone/>
              <a:defRPr sz="6400"/>
            </a:lvl8pPr>
            <a:lvl9pPr lvl="8" rtl="0">
              <a:spcBef>
                <a:spcPts val="0"/>
              </a:spcBef>
              <a:spcAft>
                <a:spcPts val="0"/>
              </a:spcAft>
              <a:buSzPts val="4800"/>
              <a:buNone/>
              <a:defRPr sz="6400"/>
            </a:lvl9pPr>
          </a:lstStyle>
          <a:p>
            <a:endParaRPr/>
          </a:p>
        </p:txBody>
      </p:sp>
      <p:sp>
        <p:nvSpPr>
          <p:cNvPr id="14" name="Google Shape;14;p3"/>
          <p:cNvSpPr txBox="1">
            <a:spLocks noGrp="1"/>
          </p:cNvSpPr>
          <p:nvPr>
            <p:ph type="subTitle" idx="1"/>
          </p:nvPr>
        </p:nvSpPr>
        <p:spPr>
          <a:xfrm>
            <a:off x="1447800" y="4383635"/>
            <a:ext cx="6235600" cy="511600"/>
          </a:xfrm>
          <a:prstGeom prst="rect">
            <a:avLst/>
          </a:prstGeom>
        </p:spPr>
        <p:txBody>
          <a:bodyPr spcFirstLastPara="1" wrap="square" lIns="0" tIns="0" rIns="0" bIns="0" anchor="t" anchorCtr="0">
            <a:noAutofit/>
          </a:bodyPr>
          <a:lstStyle>
            <a:lvl1pPr lvl="0" rtl="0">
              <a:spcBef>
                <a:spcPts val="0"/>
              </a:spcBef>
              <a:spcAft>
                <a:spcPts val="0"/>
              </a:spcAft>
              <a:buClr>
                <a:schemeClr val="dk2"/>
              </a:buClr>
              <a:buSzPts val="1800"/>
              <a:buNone/>
              <a:defRPr>
                <a:solidFill>
                  <a:schemeClr val="dk2"/>
                </a:solidFill>
              </a:defRPr>
            </a:lvl1pPr>
            <a:lvl2pPr lvl="1" rtl="0">
              <a:spcBef>
                <a:spcPts val="0"/>
              </a:spcBef>
              <a:spcAft>
                <a:spcPts val="0"/>
              </a:spcAft>
              <a:buClr>
                <a:schemeClr val="dk2"/>
              </a:buClr>
              <a:buSzPts val="3000"/>
              <a:buNone/>
              <a:defRPr sz="4000">
                <a:solidFill>
                  <a:schemeClr val="dk2"/>
                </a:solidFill>
              </a:defRPr>
            </a:lvl2pPr>
            <a:lvl3pPr lvl="2" rtl="0">
              <a:spcBef>
                <a:spcPts val="0"/>
              </a:spcBef>
              <a:spcAft>
                <a:spcPts val="0"/>
              </a:spcAft>
              <a:buClr>
                <a:schemeClr val="dk2"/>
              </a:buClr>
              <a:buSzPts val="3000"/>
              <a:buNone/>
              <a:defRPr sz="4000">
                <a:solidFill>
                  <a:schemeClr val="dk2"/>
                </a:solidFill>
              </a:defRPr>
            </a:lvl3pPr>
            <a:lvl4pPr lvl="3" rtl="0">
              <a:spcBef>
                <a:spcPts val="0"/>
              </a:spcBef>
              <a:spcAft>
                <a:spcPts val="0"/>
              </a:spcAft>
              <a:buClr>
                <a:schemeClr val="dk2"/>
              </a:buClr>
              <a:buSzPts val="3000"/>
              <a:buNone/>
              <a:defRPr sz="4000">
                <a:solidFill>
                  <a:schemeClr val="dk2"/>
                </a:solidFill>
              </a:defRPr>
            </a:lvl4pPr>
            <a:lvl5pPr lvl="4" rtl="0">
              <a:spcBef>
                <a:spcPts val="0"/>
              </a:spcBef>
              <a:spcAft>
                <a:spcPts val="0"/>
              </a:spcAft>
              <a:buClr>
                <a:schemeClr val="dk2"/>
              </a:buClr>
              <a:buSzPts val="3000"/>
              <a:buNone/>
              <a:defRPr sz="4000">
                <a:solidFill>
                  <a:schemeClr val="dk2"/>
                </a:solidFill>
              </a:defRPr>
            </a:lvl5pPr>
            <a:lvl6pPr lvl="5" rtl="0">
              <a:spcBef>
                <a:spcPts val="0"/>
              </a:spcBef>
              <a:spcAft>
                <a:spcPts val="0"/>
              </a:spcAft>
              <a:buClr>
                <a:schemeClr val="dk2"/>
              </a:buClr>
              <a:buSzPts val="3000"/>
              <a:buNone/>
              <a:defRPr sz="4000">
                <a:solidFill>
                  <a:schemeClr val="dk2"/>
                </a:solidFill>
              </a:defRPr>
            </a:lvl6pPr>
            <a:lvl7pPr lvl="6" rtl="0">
              <a:spcBef>
                <a:spcPts val="0"/>
              </a:spcBef>
              <a:spcAft>
                <a:spcPts val="0"/>
              </a:spcAft>
              <a:buClr>
                <a:schemeClr val="dk2"/>
              </a:buClr>
              <a:buSzPts val="3000"/>
              <a:buNone/>
              <a:defRPr sz="4000">
                <a:solidFill>
                  <a:schemeClr val="dk2"/>
                </a:solidFill>
              </a:defRPr>
            </a:lvl7pPr>
            <a:lvl8pPr lvl="7" rtl="0">
              <a:spcBef>
                <a:spcPts val="0"/>
              </a:spcBef>
              <a:spcAft>
                <a:spcPts val="0"/>
              </a:spcAft>
              <a:buClr>
                <a:schemeClr val="dk2"/>
              </a:buClr>
              <a:buSzPts val="3000"/>
              <a:buNone/>
              <a:defRPr sz="4000">
                <a:solidFill>
                  <a:schemeClr val="dk2"/>
                </a:solidFill>
              </a:defRPr>
            </a:lvl8pPr>
            <a:lvl9pPr lvl="8" rtl="0">
              <a:spcBef>
                <a:spcPts val="0"/>
              </a:spcBef>
              <a:spcAft>
                <a:spcPts val="0"/>
              </a:spcAft>
              <a:buClr>
                <a:schemeClr val="dk2"/>
              </a:buClr>
              <a:buSzPts val="3000"/>
              <a:buNone/>
              <a:defRPr sz="4000">
                <a:solidFill>
                  <a:schemeClr val="dk2"/>
                </a:solidFill>
              </a:defRPr>
            </a:lvl9pPr>
          </a:lstStyle>
          <a:p>
            <a:endParaRPr/>
          </a:p>
        </p:txBody>
      </p:sp>
      <p:sp>
        <p:nvSpPr>
          <p:cNvPr id="15" name="Google Shape;15;p3"/>
          <p:cNvSpPr/>
          <p:nvPr/>
        </p:nvSpPr>
        <p:spPr>
          <a:xfrm rot="5400000">
            <a:off x="-404500" y="2889207"/>
            <a:ext cx="1888400" cy="1079600"/>
          </a:xfrm>
          <a:prstGeom prst="triangle">
            <a:avLst>
              <a:gd name="adj" fmla="val 50000"/>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1228825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Quote">
  <p:cSld name="Quote">
    <p:bg>
      <p:bgPr>
        <a:gradFill>
          <a:gsLst>
            <a:gs pos="0">
              <a:schemeClr val="accent1"/>
            </a:gs>
            <a:gs pos="50000">
              <a:schemeClr val="accent1"/>
            </a:gs>
            <a:gs pos="100000">
              <a:schemeClr val="accent2"/>
            </a:gs>
          </a:gsLst>
          <a:lin ang="16200038" scaled="0"/>
        </a:gradFill>
        <a:effectLst/>
      </p:bgPr>
    </p:bg>
    <p:spTree>
      <p:nvGrpSpPr>
        <p:cNvPr id="1" name="Shape 16"/>
        <p:cNvGrpSpPr/>
        <p:nvPr/>
      </p:nvGrpSpPr>
      <p:grpSpPr>
        <a:xfrm>
          <a:off x="0" y="0"/>
          <a:ext cx="0" cy="0"/>
          <a:chOff x="0" y="0"/>
          <a:chExt cx="0" cy="0"/>
        </a:xfrm>
      </p:grpSpPr>
      <p:sp>
        <p:nvSpPr>
          <p:cNvPr id="17" name="Google Shape;17;p4"/>
          <p:cNvSpPr/>
          <p:nvPr/>
        </p:nvSpPr>
        <p:spPr>
          <a:xfrm flipH="1">
            <a:off x="11582400" y="6233133"/>
            <a:ext cx="624800" cy="624800"/>
          </a:xfrm>
          <a:prstGeom prst="rtTriangle">
            <a:avLst/>
          </a:pr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8" name="Google Shape;18;p4"/>
          <p:cNvSpPr/>
          <p:nvPr/>
        </p:nvSpPr>
        <p:spPr>
          <a:xfrm rot="5400000">
            <a:off x="-404500" y="1236540"/>
            <a:ext cx="1888400" cy="1079600"/>
          </a:xfrm>
          <a:prstGeom prst="triangle">
            <a:avLst>
              <a:gd name="adj" fmla="val 50000"/>
            </a:avLst>
          </a:pr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9" name="Google Shape;19;p4"/>
          <p:cNvSpPr txBox="1">
            <a:spLocks noGrp="1"/>
          </p:cNvSpPr>
          <p:nvPr>
            <p:ph type="body" idx="1"/>
          </p:nvPr>
        </p:nvSpPr>
        <p:spPr>
          <a:xfrm>
            <a:off x="1385400" y="1371100"/>
            <a:ext cx="6323600" cy="4773200"/>
          </a:xfrm>
          <a:prstGeom prst="rect">
            <a:avLst/>
          </a:prstGeom>
        </p:spPr>
        <p:txBody>
          <a:bodyPr spcFirstLastPara="1" wrap="square" lIns="0" tIns="0" rIns="0" bIns="0" anchor="t" anchorCtr="0">
            <a:noAutofit/>
          </a:bodyPr>
          <a:lstStyle>
            <a:lvl1pPr marL="609585" lvl="0" indent="-575719" rtl="0">
              <a:spcBef>
                <a:spcPts val="800"/>
              </a:spcBef>
              <a:spcAft>
                <a:spcPts val="0"/>
              </a:spcAft>
              <a:buClr>
                <a:schemeClr val="lt1"/>
              </a:buClr>
              <a:buSzPts val="3200"/>
              <a:buChar char="▸"/>
              <a:defRPr sz="4267">
                <a:solidFill>
                  <a:schemeClr val="lt1"/>
                </a:solidFill>
              </a:defRPr>
            </a:lvl1pPr>
            <a:lvl2pPr marL="1219170" lvl="1" indent="-575719" rtl="0">
              <a:spcBef>
                <a:spcPts val="800"/>
              </a:spcBef>
              <a:spcAft>
                <a:spcPts val="0"/>
              </a:spcAft>
              <a:buClr>
                <a:schemeClr val="lt1"/>
              </a:buClr>
              <a:buSzPts val="3200"/>
              <a:buChar char="▹"/>
              <a:defRPr sz="4267">
                <a:solidFill>
                  <a:schemeClr val="lt1"/>
                </a:solidFill>
              </a:defRPr>
            </a:lvl2pPr>
            <a:lvl3pPr marL="1828754" lvl="2" indent="-575719" rtl="0">
              <a:spcBef>
                <a:spcPts val="800"/>
              </a:spcBef>
              <a:spcAft>
                <a:spcPts val="0"/>
              </a:spcAft>
              <a:buClr>
                <a:schemeClr val="lt1"/>
              </a:buClr>
              <a:buSzPts val="3200"/>
              <a:buChar char="▹"/>
              <a:defRPr sz="4267">
                <a:solidFill>
                  <a:schemeClr val="lt1"/>
                </a:solidFill>
              </a:defRPr>
            </a:lvl3pPr>
            <a:lvl4pPr marL="2438339" lvl="3" indent="-575719" rtl="0">
              <a:spcBef>
                <a:spcPts val="800"/>
              </a:spcBef>
              <a:spcAft>
                <a:spcPts val="0"/>
              </a:spcAft>
              <a:buClr>
                <a:schemeClr val="lt1"/>
              </a:buClr>
              <a:buSzPts val="3200"/>
              <a:buChar char="▹"/>
              <a:defRPr sz="4267">
                <a:solidFill>
                  <a:schemeClr val="lt1"/>
                </a:solidFill>
              </a:defRPr>
            </a:lvl4pPr>
            <a:lvl5pPr marL="3047924" lvl="4" indent="-575719" rtl="0">
              <a:spcBef>
                <a:spcPts val="800"/>
              </a:spcBef>
              <a:spcAft>
                <a:spcPts val="0"/>
              </a:spcAft>
              <a:buClr>
                <a:schemeClr val="lt1"/>
              </a:buClr>
              <a:buSzPts val="3200"/>
              <a:buChar char="▹"/>
              <a:defRPr sz="4267">
                <a:solidFill>
                  <a:schemeClr val="lt1"/>
                </a:solidFill>
              </a:defRPr>
            </a:lvl5pPr>
            <a:lvl6pPr marL="3657509" lvl="5" indent="-575719" rtl="0">
              <a:spcBef>
                <a:spcPts val="800"/>
              </a:spcBef>
              <a:spcAft>
                <a:spcPts val="0"/>
              </a:spcAft>
              <a:buClr>
                <a:schemeClr val="lt1"/>
              </a:buClr>
              <a:buSzPts val="3200"/>
              <a:buChar char="▹"/>
              <a:defRPr sz="4267">
                <a:solidFill>
                  <a:schemeClr val="lt1"/>
                </a:solidFill>
              </a:defRPr>
            </a:lvl6pPr>
            <a:lvl7pPr marL="4267093" lvl="6" indent="-575719" rtl="0">
              <a:spcBef>
                <a:spcPts val="800"/>
              </a:spcBef>
              <a:spcAft>
                <a:spcPts val="0"/>
              </a:spcAft>
              <a:buClr>
                <a:schemeClr val="lt1"/>
              </a:buClr>
              <a:buSzPts val="3200"/>
              <a:buChar char="▹"/>
              <a:defRPr sz="4267">
                <a:solidFill>
                  <a:schemeClr val="lt1"/>
                </a:solidFill>
              </a:defRPr>
            </a:lvl7pPr>
            <a:lvl8pPr marL="4876678" lvl="7" indent="-575719" rtl="0">
              <a:spcBef>
                <a:spcPts val="800"/>
              </a:spcBef>
              <a:spcAft>
                <a:spcPts val="0"/>
              </a:spcAft>
              <a:buClr>
                <a:schemeClr val="lt1"/>
              </a:buClr>
              <a:buSzPts val="3200"/>
              <a:buChar char="▹"/>
              <a:defRPr sz="4267">
                <a:solidFill>
                  <a:schemeClr val="lt1"/>
                </a:solidFill>
              </a:defRPr>
            </a:lvl8pPr>
            <a:lvl9pPr marL="5486263" lvl="8" indent="-575719">
              <a:spcBef>
                <a:spcPts val="800"/>
              </a:spcBef>
              <a:spcAft>
                <a:spcPts val="0"/>
              </a:spcAft>
              <a:buClr>
                <a:schemeClr val="lt1"/>
              </a:buClr>
              <a:buSzPts val="3200"/>
              <a:buChar char="▹"/>
              <a:defRPr sz="4267">
                <a:solidFill>
                  <a:schemeClr val="lt1"/>
                </a:solidFill>
              </a:defRPr>
            </a:lvl9pPr>
          </a:lstStyle>
          <a:p>
            <a:endParaRPr/>
          </a:p>
        </p:txBody>
      </p:sp>
      <p:sp>
        <p:nvSpPr>
          <p:cNvPr id="20" name="Google Shape;20;p4"/>
          <p:cNvSpPr txBox="1"/>
          <p:nvPr/>
        </p:nvSpPr>
        <p:spPr>
          <a:xfrm>
            <a:off x="25400" y="1245033"/>
            <a:ext cx="708000" cy="8716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11466" b="1">
                <a:solidFill>
                  <a:schemeClr val="accent2"/>
                </a:solidFill>
                <a:latin typeface="Raleway"/>
                <a:ea typeface="Raleway"/>
                <a:cs typeface="Raleway"/>
                <a:sym typeface="Raleway"/>
              </a:rPr>
              <a:t>“</a:t>
            </a:r>
            <a:endParaRPr sz="11466" b="1">
              <a:solidFill>
                <a:schemeClr val="accent2"/>
              </a:solidFill>
              <a:latin typeface="Raleway"/>
              <a:ea typeface="Raleway"/>
              <a:cs typeface="Raleway"/>
              <a:sym typeface="Raleway"/>
            </a:endParaRPr>
          </a:p>
        </p:txBody>
      </p:sp>
      <p:sp>
        <p:nvSpPr>
          <p:cNvPr id="21" name="Google Shape;21;p4"/>
          <p:cNvSpPr txBox="1">
            <a:spLocks noGrp="1"/>
          </p:cNvSpPr>
          <p:nvPr>
            <p:ph type="sldNum" idx="12"/>
          </p:nvPr>
        </p:nvSpPr>
        <p:spPr>
          <a:xfrm>
            <a:off x="11532033" y="6182333"/>
            <a:ext cx="609200" cy="624800"/>
          </a:xfrm>
          <a:prstGeom prst="rect">
            <a:avLst/>
          </a:prstGeom>
        </p:spPr>
        <p:txBody>
          <a:bodyPr spcFirstLastPara="1" wrap="square" lIns="0" tIns="0" rIns="0" bIns="0" anchor="b" anchorCtr="0">
            <a:noAutofit/>
          </a:bodyPr>
          <a:lstStyle>
            <a:lvl1pPr lvl="0">
              <a:buNone/>
              <a:defRPr>
                <a:solidFill>
                  <a:schemeClr val="accent2"/>
                </a:solidFill>
              </a:defRPr>
            </a:lvl1pPr>
            <a:lvl2pPr lvl="1">
              <a:buNone/>
              <a:defRPr>
                <a:solidFill>
                  <a:schemeClr val="accent2"/>
                </a:solidFill>
              </a:defRPr>
            </a:lvl2pPr>
            <a:lvl3pPr lvl="2">
              <a:buNone/>
              <a:defRPr>
                <a:solidFill>
                  <a:schemeClr val="accent2"/>
                </a:solidFill>
              </a:defRPr>
            </a:lvl3pPr>
            <a:lvl4pPr lvl="3">
              <a:buNone/>
              <a:defRPr>
                <a:solidFill>
                  <a:schemeClr val="accent2"/>
                </a:solidFill>
              </a:defRPr>
            </a:lvl4pPr>
            <a:lvl5pPr lvl="4">
              <a:buNone/>
              <a:defRPr>
                <a:solidFill>
                  <a:schemeClr val="accent2"/>
                </a:solidFill>
              </a:defRPr>
            </a:lvl5pPr>
            <a:lvl6pPr lvl="5">
              <a:buNone/>
              <a:defRPr>
                <a:solidFill>
                  <a:schemeClr val="accent2"/>
                </a:solidFill>
              </a:defRPr>
            </a:lvl6pPr>
            <a:lvl7pPr lvl="6">
              <a:buNone/>
              <a:defRPr>
                <a:solidFill>
                  <a:schemeClr val="accent2"/>
                </a:solidFill>
              </a:defRPr>
            </a:lvl7pPr>
            <a:lvl8pPr lvl="7">
              <a:buNone/>
              <a:defRPr>
                <a:solidFill>
                  <a:schemeClr val="accent2"/>
                </a:solidFill>
              </a:defRPr>
            </a:lvl8pPr>
            <a:lvl9pPr lvl="8">
              <a:buNone/>
              <a:defRPr>
                <a:solidFill>
                  <a:schemeClr val="accent2"/>
                </a:solidFil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7457728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 1 column" type="tx">
  <p:cSld name="Title + 1 column">
    <p:spTree>
      <p:nvGrpSpPr>
        <p:cNvPr id="1" name="Shape 22"/>
        <p:cNvGrpSpPr/>
        <p:nvPr/>
      </p:nvGrpSpPr>
      <p:grpSpPr>
        <a:xfrm>
          <a:off x="0" y="0"/>
          <a:ext cx="0" cy="0"/>
          <a:chOff x="0" y="0"/>
          <a:chExt cx="0" cy="0"/>
        </a:xfrm>
      </p:grpSpPr>
      <p:sp>
        <p:nvSpPr>
          <p:cNvPr id="23" name="Google Shape;23;p5"/>
          <p:cNvSpPr/>
          <p:nvPr/>
        </p:nvSpPr>
        <p:spPr>
          <a:xfrm flipH="1">
            <a:off x="11582400" y="6233133"/>
            <a:ext cx="624800" cy="624800"/>
          </a:xfrm>
          <a:prstGeom prst="rtTriangl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4" name="Google Shape;24;p5"/>
          <p:cNvSpPr/>
          <p:nvPr/>
        </p:nvSpPr>
        <p:spPr>
          <a:xfrm rot="5400000">
            <a:off x="-133800" y="965980"/>
            <a:ext cx="624800" cy="357200"/>
          </a:xfrm>
          <a:prstGeom prst="triangle">
            <a:avLst>
              <a:gd name="adj" fmla="val 50000"/>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5" name="Google Shape;25;p5"/>
          <p:cNvSpPr txBox="1">
            <a:spLocks noGrp="1"/>
          </p:cNvSpPr>
          <p:nvPr>
            <p:ph type="title"/>
          </p:nvPr>
        </p:nvSpPr>
        <p:spPr>
          <a:xfrm>
            <a:off x="609600" y="807467"/>
            <a:ext cx="7521200" cy="1443600"/>
          </a:xfrm>
          <a:prstGeom prst="rect">
            <a:avLst/>
          </a:prstGeom>
        </p:spPr>
        <p:txBody>
          <a:bodyPr spcFirstLastPara="1" wrap="square" lIns="0" tIns="0" rIns="0" bIns="0" anchor="t" anchorCtr="0">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a:endParaRPr/>
          </a:p>
        </p:txBody>
      </p:sp>
      <p:sp>
        <p:nvSpPr>
          <p:cNvPr id="26" name="Google Shape;26;p5"/>
          <p:cNvSpPr txBox="1">
            <a:spLocks noGrp="1"/>
          </p:cNvSpPr>
          <p:nvPr>
            <p:ph type="body" idx="1"/>
          </p:nvPr>
        </p:nvSpPr>
        <p:spPr>
          <a:xfrm>
            <a:off x="609600" y="2661000"/>
            <a:ext cx="7521200" cy="3521200"/>
          </a:xfrm>
          <a:prstGeom prst="rect">
            <a:avLst/>
          </a:prstGeom>
        </p:spPr>
        <p:txBody>
          <a:bodyPr spcFirstLastPara="1" wrap="square" lIns="0" tIns="0" rIns="0" bIns="0" anchor="t" anchorCtr="0">
            <a:noAutofit/>
          </a:bodyPr>
          <a:lstStyle>
            <a:lvl1pPr marL="609585" lvl="0" indent="-457189">
              <a:spcBef>
                <a:spcPts val="800"/>
              </a:spcBef>
              <a:spcAft>
                <a:spcPts val="0"/>
              </a:spcAft>
              <a:buSzPts val="1800"/>
              <a:buChar char="▸"/>
              <a:defRPr/>
            </a:lvl1pPr>
            <a:lvl2pPr marL="1219170" lvl="1" indent="-457189">
              <a:spcBef>
                <a:spcPts val="800"/>
              </a:spcBef>
              <a:spcAft>
                <a:spcPts val="0"/>
              </a:spcAft>
              <a:buSzPts val="1800"/>
              <a:buChar char="▹"/>
              <a:defRPr/>
            </a:lvl2pPr>
            <a:lvl3pPr marL="1828754" lvl="2" indent="-457189">
              <a:spcBef>
                <a:spcPts val="800"/>
              </a:spcBef>
              <a:spcAft>
                <a:spcPts val="0"/>
              </a:spcAft>
              <a:buSzPts val="1800"/>
              <a:buChar char="▹"/>
              <a:defRPr/>
            </a:lvl3pPr>
            <a:lvl4pPr marL="2438339" lvl="3" indent="-474121">
              <a:spcBef>
                <a:spcPts val="800"/>
              </a:spcBef>
              <a:spcAft>
                <a:spcPts val="0"/>
              </a:spcAft>
              <a:buSzPts val="2000"/>
              <a:buChar char="▹"/>
              <a:defRPr/>
            </a:lvl4pPr>
            <a:lvl5pPr marL="3047924" lvl="4" indent="-474121">
              <a:spcBef>
                <a:spcPts val="800"/>
              </a:spcBef>
              <a:spcAft>
                <a:spcPts val="0"/>
              </a:spcAft>
              <a:buSzPts val="2000"/>
              <a:buChar char="▹"/>
              <a:defRPr/>
            </a:lvl5pPr>
            <a:lvl6pPr marL="3657509" lvl="5" indent="-474121">
              <a:spcBef>
                <a:spcPts val="800"/>
              </a:spcBef>
              <a:spcAft>
                <a:spcPts val="0"/>
              </a:spcAft>
              <a:buSzPts val="2000"/>
              <a:buChar char="▹"/>
              <a:defRPr/>
            </a:lvl6pPr>
            <a:lvl7pPr marL="4267093" lvl="6" indent="-474121">
              <a:spcBef>
                <a:spcPts val="800"/>
              </a:spcBef>
              <a:spcAft>
                <a:spcPts val="0"/>
              </a:spcAft>
              <a:buSzPts val="2000"/>
              <a:buChar char="▹"/>
              <a:defRPr/>
            </a:lvl7pPr>
            <a:lvl8pPr marL="4876678" lvl="7" indent="-474121">
              <a:spcBef>
                <a:spcPts val="800"/>
              </a:spcBef>
              <a:spcAft>
                <a:spcPts val="0"/>
              </a:spcAft>
              <a:buSzPts val="2000"/>
              <a:buChar char="▹"/>
              <a:defRPr/>
            </a:lvl8pPr>
            <a:lvl9pPr marL="5486263" lvl="8" indent="-474121">
              <a:spcBef>
                <a:spcPts val="800"/>
              </a:spcBef>
              <a:spcAft>
                <a:spcPts val="0"/>
              </a:spcAft>
              <a:buSzPts val="2000"/>
              <a:buChar char="▹"/>
              <a:defRPr/>
            </a:lvl9pPr>
          </a:lstStyle>
          <a:p>
            <a:endParaRPr/>
          </a:p>
        </p:txBody>
      </p:sp>
      <p:sp>
        <p:nvSpPr>
          <p:cNvPr id="27" name="Google Shape;27;p5"/>
          <p:cNvSpPr txBox="1">
            <a:spLocks noGrp="1"/>
          </p:cNvSpPr>
          <p:nvPr>
            <p:ph type="sldNum" idx="12"/>
          </p:nvPr>
        </p:nvSpPr>
        <p:spPr>
          <a:xfrm>
            <a:off x="11532033" y="6182333"/>
            <a:ext cx="609200" cy="624800"/>
          </a:xfrm>
          <a:prstGeom prst="rect">
            <a:avLst/>
          </a:prstGeom>
        </p:spPr>
        <p:txBody>
          <a:bodyPr spcFirstLastPara="1" wrap="square" lIns="0" tIns="0" rIns="0" bIns="0" anchor="b"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7534041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 2 columns" type="twoColTx">
  <p:cSld name="Title + 2 columns">
    <p:spTree>
      <p:nvGrpSpPr>
        <p:cNvPr id="1" name="Shape 28"/>
        <p:cNvGrpSpPr/>
        <p:nvPr/>
      </p:nvGrpSpPr>
      <p:grpSpPr>
        <a:xfrm>
          <a:off x="0" y="0"/>
          <a:ext cx="0" cy="0"/>
          <a:chOff x="0" y="0"/>
          <a:chExt cx="0" cy="0"/>
        </a:xfrm>
      </p:grpSpPr>
      <p:sp>
        <p:nvSpPr>
          <p:cNvPr id="29" name="Google Shape;29;p6"/>
          <p:cNvSpPr/>
          <p:nvPr/>
        </p:nvSpPr>
        <p:spPr>
          <a:xfrm flipH="1">
            <a:off x="11582400" y="6233133"/>
            <a:ext cx="624800" cy="624800"/>
          </a:xfrm>
          <a:prstGeom prst="rtTriangl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0" name="Google Shape;30;p6"/>
          <p:cNvSpPr/>
          <p:nvPr/>
        </p:nvSpPr>
        <p:spPr>
          <a:xfrm rot="5400000">
            <a:off x="-133800" y="965980"/>
            <a:ext cx="624800" cy="357200"/>
          </a:xfrm>
          <a:prstGeom prst="triangle">
            <a:avLst>
              <a:gd name="adj" fmla="val 50000"/>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1" name="Google Shape;31;p6"/>
          <p:cNvSpPr txBox="1">
            <a:spLocks noGrp="1"/>
          </p:cNvSpPr>
          <p:nvPr>
            <p:ph type="title"/>
          </p:nvPr>
        </p:nvSpPr>
        <p:spPr>
          <a:xfrm>
            <a:off x="609600" y="807467"/>
            <a:ext cx="7521200" cy="1443600"/>
          </a:xfrm>
          <a:prstGeom prst="rect">
            <a:avLst/>
          </a:prstGeom>
        </p:spPr>
        <p:txBody>
          <a:bodyPr spcFirstLastPara="1" wrap="square" lIns="0" tIns="0" rIns="0" bIns="0" anchor="t" anchorCtr="0">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a:endParaRPr/>
          </a:p>
        </p:txBody>
      </p:sp>
      <p:sp>
        <p:nvSpPr>
          <p:cNvPr id="32" name="Google Shape;32;p6"/>
          <p:cNvSpPr txBox="1">
            <a:spLocks noGrp="1"/>
          </p:cNvSpPr>
          <p:nvPr>
            <p:ph type="body" idx="1"/>
          </p:nvPr>
        </p:nvSpPr>
        <p:spPr>
          <a:xfrm>
            <a:off x="609600" y="2661000"/>
            <a:ext cx="3576800" cy="3572000"/>
          </a:xfrm>
          <a:prstGeom prst="rect">
            <a:avLst/>
          </a:prstGeom>
        </p:spPr>
        <p:txBody>
          <a:bodyPr spcFirstLastPara="1" wrap="square" lIns="0" tIns="0" rIns="0" bIns="0" anchor="t" anchorCtr="0">
            <a:noAutofit/>
          </a:bodyPr>
          <a:lstStyle>
            <a:lvl1pPr marL="609585" lvl="0" indent="-457189">
              <a:spcBef>
                <a:spcPts val="800"/>
              </a:spcBef>
              <a:spcAft>
                <a:spcPts val="0"/>
              </a:spcAft>
              <a:buSzPts val="1800"/>
              <a:buChar char="▸"/>
              <a:defRPr sz="2400"/>
            </a:lvl1pPr>
            <a:lvl2pPr marL="1219170" lvl="1" indent="-457189">
              <a:spcBef>
                <a:spcPts val="800"/>
              </a:spcBef>
              <a:spcAft>
                <a:spcPts val="0"/>
              </a:spcAft>
              <a:buSzPts val="1800"/>
              <a:buChar char="▹"/>
              <a:defRPr sz="2400"/>
            </a:lvl2pPr>
            <a:lvl3pPr marL="1828754" lvl="2" indent="-457189">
              <a:spcBef>
                <a:spcPts val="800"/>
              </a:spcBef>
              <a:spcAft>
                <a:spcPts val="0"/>
              </a:spcAft>
              <a:buSzPts val="1800"/>
              <a:buChar char="▹"/>
              <a:defRPr sz="2400"/>
            </a:lvl3pPr>
            <a:lvl4pPr marL="2438339" lvl="3" indent="-457189">
              <a:spcBef>
                <a:spcPts val="800"/>
              </a:spcBef>
              <a:spcAft>
                <a:spcPts val="0"/>
              </a:spcAft>
              <a:buSzPts val="1800"/>
              <a:buChar char="▹"/>
              <a:defRPr sz="2400"/>
            </a:lvl4pPr>
            <a:lvl5pPr marL="3047924" lvl="4" indent="-457189">
              <a:spcBef>
                <a:spcPts val="800"/>
              </a:spcBef>
              <a:spcAft>
                <a:spcPts val="0"/>
              </a:spcAft>
              <a:buSzPts val="1800"/>
              <a:buChar char="▹"/>
              <a:defRPr sz="2400"/>
            </a:lvl5pPr>
            <a:lvl6pPr marL="3657509" lvl="5" indent="-457189">
              <a:spcBef>
                <a:spcPts val="800"/>
              </a:spcBef>
              <a:spcAft>
                <a:spcPts val="0"/>
              </a:spcAft>
              <a:buSzPts val="1800"/>
              <a:buChar char="▹"/>
              <a:defRPr sz="2400"/>
            </a:lvl6pPr>
            <a:lvl7pPr marL="4267093" lvl="6" indent="-457189">
              <a:spcBef>
                <a:spcPts val="800"/>
              </a:spcBef>
              <a:spcAft>
                <a:spcPts val="0"/>
              </a:spcAft>
              <a:buSzPts val="1800"/>
              <a:buChar char="▹"/>
              <a:defRPr sz="2400"/>
            </a:lvl7pPr>
            <a:lvl8pPr marL="4876678" lvl="7" indent="-457189">
              <a:spcBef>
                <a:spcPts val="800"/>
              </a:spcBef>
              <a:spcAft>
                <a:spcPts val="0"/>
              </a:spcAft>
              <a:buSzPts val="1800"/>
              <a:buChar char="▹"/>
              <a:defRPr sz="2400"/>
            </a:lvl8pPr>
            <a:lvl9pPr marL="5486263" lvl="8" indent="-457189">
              <a:spcBef>
                <a:spcPts val="800"/>
              </a:spcBef>
              <a:spcAft>
                <a:spcPts val="0"/>
              </a:spcAft>
              <a:buSzPts val="1800"/>
              <a:buChar char="▹"/>
              <a:defRPr sz="2400"/>
            </a:lvl9pPr>
          </a:lstStyle>
          <a:p>
            <a:endParaRPr/>
          </a:p>
        </p:txBody>
      </p:sp>
      <p:sp>
        <p:nvSpPr>
          <p:cNvPr id="33" name="Google Shape;33;p6"/>
          <p:cNvSpPr txBox="1">
            <a:spLocks noGrp="1"/>
          </p:cNvSpPr>
          <p:nvPr>
            <p:ph type="body" idx="2"/>
          </p:nvPr>
        </p:nvSpPr>
        <p:spPr>
          <a:xfrm>
            <a:off x="4554104" y="2661000"/>
            <a:ext cx="3576800" cy="3572000"/>
          </a:xfrm>
          <a:prstGeom prst="rect">
            <a:avLst/>
          </a:prstGeom>
        </p:spPr>
        <p:txBody>
          <a:bodyPr spcFirstLastPara="1" wrap="square" lIns="0" tIns="0" rIns="0" bIns="0" anchor="t" anchorCtr="0">
            <a:noAutofit/>
          </a:bodyPr>
          <a:lstStyle>
            <a:lvl1pPr marL="609585" lvl="0" indent="-457189">
              <a:spcBef>
                <a:spcPts val="800"/>
              </a:spcBef>
              <a:spcAft>
                <a:spcPts val="0"/>
              </a:spcAft>
              <a:buSzPts val="1800"/>
              <a:buChar char="▸"/>
              <a:defRPr sz="2400"/>
            </a:lvl1pPr>
            <a:lvl2pPr marL="1219170" lvl="1" indent="-457189">
              <a:spcBef>
                <a:spcPts val="800"/>
              </a:spcBef>
              <a:spcAft>
                <a:spcPts val="0"/>
              </a:spcAft>
              <a:buSzPts val="1800"/>
              <a:buChar char="▹"/>
              <a:defRPr sz="2400"/>
            </a:lvl2pPr>
            <a:lvl3pPr marL="1828754" lvl="2" indent="-457189">
              <a:spcBef>
                <a:spcPts val="800"/>
              </a:spcBef>
              <a:spcAft>
                <a:spcPts val="0"/>
              </a:spcAft>
              <a:buSzPts val="1800"/>
              <a:buChar char="▹"/>
              <a:defRPr sz="2400"/>
            </a:lvl3pPr>
            <a:lvl4pPr marL="2438339" lvl="3" indent="-457189">
              <a:spcBef>
                <a:spcPts val="800"/>
              </a:spcBef>
              <a:spcAft>
                <a:spcPts val="0"/>
              </a:spcAft>
              <a:buSzPts val="1800"/>
              <a:buChar char="▹"/>
              <a:defRPr sz="2400"/>
            </a:lvl4pPr>
            <a:lvl5pPr marL="3047924" lvl="4" indent="-457189">
              <a:spcBef>
                <a:spcPts val="800"/>
              </a:spcBef>
              <a:spcAft>
                <a:spcPts val="0"/>
              </a:spcAft>
              <a:buSzPts val="1800"/>
              <a:buChar char="▹"/>
              <a:defRPr sz="2400"/>
            </a:lvl5pPr>
            <a:lvl6pPr marL="3657509" lvl="5" indent="-457189">
              <a:spcBef>
                <a:spcPts val="800"/>
              </a:spcBef>
              <a:spcAft>
                <a:spcPts val="0"/>
              </a:spcAft>
              <a:buSzPts val="1800"/>
              <a:buChar char="▹"/>
              <a:defRPr sz="2400"/>
            </a:lvl6pPr>
            <a:lvl7pPr marL="4267093" lvl="6" indent="-457189">
              <a:spcBef>
                <a:spcPts val="800"/>
              </a:spcBef>
              <a:spcAft>
                <a:spcPts val="0"/>
              </a:spcAft>
              <a:buSzPts val="1800"/>
              <a:buChar char="▹"/>
              <a:defRPr sz="2400"/>
            </a:lvl7pPr>
            <a:lvl8pPr marL="4876678" lvl="7" indent="-457189">
              <a:spcBef>
                <a:spcPts val="800"/>
              </a:spcBef>
              <a:spcAft>
                <a:spcPts val="0"/>
              </a:spcAft>
              <a:buSzPts val="1800"/>
              <a:buChar char="▹"/>
              <a:defRPr sz="2400"/>
            </a:lvl8pPr>
            <a:lvl9pPr marL="5486263" lvl="8" indent="-457189">
              <a:spcBef>
                <a:spcPts val="800"/>
              </a:spcBef>
              <a:spcAft>
                <a:spcPts val="0"/>
              </a:spcAft>
              <a:buSzPts val="1800"/>
              <a:buChar char="▹"/>
              <a:defRPr sz="2400"/>
            </a:lvl9pPr>
          </a:lstStyle>
          <a:p>
            <a:endParaRPr/>
          </a:p>
        </p:txBody>
      </p:sp>
      <p:sp>
        <p:nvSpPr>
          <p:cNvPr id="34" name="Google Shape;34;p6"/>
          <p:cNvSpPr txBox="1">
            <a:spLocks noGrp="1"/>
          </p:cNvSpPr>
          <p:nvPr>
            <p:ph type="sldNum" idx="12"/>
          </p:nvPr>
        </p:nvSpPr>
        <p:spPr>
          <a:xfrm>
            <a:off x="11532033" y="6182333"/>
            <a:ext cx="609200" cy="624800"/>
          </a:xfrm>
          <a:prstGeom prst="rect">
            <a:avLst/>
          </a:prstGeom>
        </p:spPr>
        <p:txBody>
          <a:bodyPr spcFirstLastPara="1" wrap="square" lIns="0" tIns="0" rIns="0" bIns="0" anchor="b"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690058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 3 columns">
  <p:cSld name="Title + 3 columns">
    <p:spTree>
      <p:nvGrpSpPr>
        <p:cNvPr id="1" name="Shape 35"/>
        <p:cNvGrpSpPr/>
        <p:nvPr/>
      </p:nvGrpSpPr>
      <p:grpSpPr>
        <a:xfrm>
          <a:off x="0" y="0"/>
          <a:ext cx="0" cy="0"/>
          <a:chOff x="0" y="0"/>
          <a:chExt cx="0" cy="0"/>
        </a:xfrm>
      </p:grpSpPr>
      <p:sp>
        <p:nvSpPr>
          <p:cNvPr id="36" name="Google Shape;36;p7"/>
          <p:cNvSpPr/>
          <p:nvPr/>
        </p:nvSpPr>
        <p:spPr>
          <a:xfrm flipH="1">
            <a:off x="11582400" y="6233133"/>
            <a:ext cx="624800" cy="624800"/>
          </a:xfrm>
          <a:prstGeom prst="rtTriangl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7" name="Google Shape;37;p7"/>
          <p:cNvSpPr/>
          <p:nvPr/>
        </p:nvSpPr>
        <p:spPr>
          <a:xfrm rot="5400000">
            <a:off x="-133800" y="965980"/>
            <a:ext cx="624800" cy="357200"/>
          </a:xfrm>
          <a:prstGeom prst="triangle">
            <a:avLst>
              <a:gd name="adj" fmla="val 50000"/>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8" name="Google Shape;38;p7"/>
          <p:cNvSpPr txBox="1">
            <a:spLocks noGrp="1"/>
          </p:cNvSpPr>
          <p:nvPr>
            <p:ph type="title"/>
          </p:nvPr>
        </p:nvSpPr>
        <p:spPr>
          <a:xfrm>
            <a:off x="609600" y="807467"/>
            <a:ext cx="7521200" cy="1443600"/>
          </a:xfrm>
          <a:prstGeom prst="rect">
            <a:avLst/>
          </a:prstGeom>
        </p:spPr>
        <p:txBody>
          <a:bodyPr spcFirstLastPara="1" wrap="square" lIns="0" tIns="0" rIns="0" bIns="0" anchor="t" anchorCtr="0">
            <a:noAutofit/>
          </a:bodyPr>
          <a:lstStyle>
            <a:lvl1pPr lvl="0" rtl="0">
              <a:spcBef>
                <a:spcPts val="0"/>
              </a:spcBef>
              <a:spcAft>
                <a:spcPts val="0"/>
              </a:spcAft>
              <a:buSzPts val="4800"/>
              <a:buNone/>
              <a:defRPr/>
            </a:lvl1pPr>
            <a:lvl2pPr lvl="1" rtl="0">
              <a:spcBef>
                <a:spcPts val="0"/>
              </a:spcBef>
              <a:spcAft>
                <a:spcPts val="0"/>
              </a:spcAft>
              <a:buSzPts val="4800"/>
              <a:buNone/>
              <a:defRPr/>
            </a:lvl2pPr>
            <a:lvl3pPr lvl="2" rtl="0">
              <a:spcBef>
                <a:spcPts val="0"/>
              </a:spcBef>
              <a:spcAft>
                <a:spcPts val="0"/>
              </a:spcAft>
              <a:buSzPts val="4800"/>
              <a:buNone/>
              <a:defRPr/>
            </a:lvl3pPr>
            <a:lvl4pPr lvl="3" rtl="0">
              <a:spcBef>
                <a:spcPts val="0"/>
              </a:spcBef>
              <a:spcAft>
                <a:spcPts val="0"/>
              </a:spcAft>
              <a:buSzPts val="4800"/>
              <a:buNone/>
              <a:defRPr/>
            </a:lvl4pPr>
            <a:lvl5pPr lvl="4" rtl="0">
              <a:spcBef>
                <a:spcPts val="0"/>
              </a:spcBef>
              <a:spcAft>
                <a:spcPts val="0"/>
              </a:spcAft>
              <a:buSzPts val="4800"/>
              <a:buNone/>
              <a:defRPr/>
            </a:lvl5pPr>
            <a:lvl6pPr lvl="5" rtl="0">
              <a:spcBef>
                <a:spcPts val="0"/>
              </a:spcBef>
              <a:spcAft>
                <a:spcPts val="0"/>
              </a:spcAft>
              <a:buSzPts val="4800"/>
              <a:buNone/>
              <a:defRPr/>
            </a:lvl6pPr>
            <a:lvl7pPr lvl="6" rtl="0">
              <a:spcBef>
                <a:spcPts val="0"/>
              </a:spcBef>
              <a:spcAft>
                <a:spcPts val="0"/>
              </a:spcAft>
              <a:buSzPts val="4800"/>
              <a:buNone/>
              <a:defRPr/>
            </a:lvl7pPr>
            <a:lvl8pPr lvl="7" rtl="0">
              <a:spcBef>
                <a:spcPts val="0"/>
              </a:spcBef>
              <a:spcAft>
                <a:spcPts val="0"/>
              </a:spcAft>
              <a:buSzPts val="4800"/>
              <a:buNone/>
              <a:defRPr/>
            </a:lvl8pPr>
            <a:lvl9pPr lvl="8" rtl="0">
              <a:spcBef>
                <a:spcPts val="0"/>
              </a:spcBef>
              <a:spcAft>
                <a:spcPts val="0"/>
              </a:spcAft>
              <a:buSzPts val="4800"/>
              <a:buNone/>
              <a:defRPr/>
            </a:lvl9pPr>
          </a:lstStyle>
          <a:p>
            <a:endParaRPr/>
          </a:p>
        </p:txBody>
      </p:sp>
      <p:sp>
        <p:nvSpPr>
          <p:cNvPr id="39" name="Google Shape;39;p7"/>
          <p:cNvSpPr txBox="1">
            <a:spLocks noGrp="1"/>
          </p:cNvSpPr>
          <p:nvPr>
            <p:ph type="body" idx="1"/>
          </p:nvPr>
        </p:nvSpPr>
        <p:spPr>
          <a:xfrm>
            <a:off x="609600" y="2661000"/>
            <a:ext cx="3418000" cy="3572000"/>
          </a:xfrm>
          <a:prstGeom prst="rect">
            <a:avLst/>
          </a:prstGeom>
        </p:spPr>
        <p:txBody>
          <a:bodyPr spcFirstLastPara="1" wrap="square" lIns="0" tIns="0" rIns="0" bIns="0" anchor="t" anchorCtr="0">
            <a:noAutofit/>
          </a:bodyPr>
          <a:lstStyle>
            <a:lvl1pPr marL="609585" lvl="0" indent="-440256" rtl="0">
              <a:spcBef>
                <a:spcPts val="800"/>
              </a:spcBef>
              <a:spcAft>
                <a:spcPts val="0"/>
              </a:spcAft>
              <a:buSzPts val="1600"/>
              <a:buChar char="▸"/>
              <a:defRPr sz="2133"/>
            </a:lvl1pPr>
            <a:lvl2pPr marL="1219170" lvl="1" indent="-440256" rtl="0">
              <a:spcBef>
                <a:spcPts val="800"/>
              </a:spcBef>
              <a:spcAft>
                <a:spcPts val="0"/>
              </a:spcAft>
              <a:buSzPts val="1600"/>
              <a:buChar char="▹"/>
              <a:defRPr sz="2133"/>
            </a:lvl2pPr>
            <a:lvl3pPr marL="1828754" lvl="2" indent="-440256" rtl="0">
              <a:spcBef>
                <a:spcPts val="800"/>
              </a:spcBef>
              <a:spcAft>
                <a:spcPts val="0"/>
              </a:spcAft>
              <a:buSzPts val="1600"/>
              <a:buChar char="▹"/>
              <a:defRPr sz="2133"/>
            </a:lvl3pPr>
            <a:lvl4pPr marL="2438339" lvl="3" indent="-440256" rtl="0">
              <a:spcBef>
                <a:spcPts val="800"/>
              </a:spcBef>
              <a:spcAft>
                <a:spcPts val="0"/>
              </a:spcAft>
              <a:buSzPts val="1600"/>
              <a:buChar char="▹"/>
              <a:defRPr sz="2133"/>
            </a:lvl4pPr>
            <a:lvl5pPr marL="3047924" lvl="4" indent="-440256" rtl="0">
              <a:spcBef>
                <a:spcPts val="800"/>
              </a:spcBef>
              <a:spcAft>
                <a:spcPts val="0"/>
              </a:spcAft>
              <a:buSzPts val="1600"/>
              <a:buChar char="▹"/>
              <a:defRPr sz="2133"/>
            </a:lvl5pPr>
            <a:lvl6pPr marL="3657509" lvl="5" indent="-440256" rtl="0">
              <a:spcBef>
                <a:spcPts val="800"/>
              </a:spcBef>
              <a:spcAft>
                <a:spcPts val="0"/>
              </a:spcAft>
              <a:buSzPts val="1600"/>
              <a:buChar char="▹"/>
              <a:defRPr sz="2133"/>
            </a:lvl6pPr>
            <a:lvl7pPr marL="4267093" lvl="6" indent="-440256" rtl="0">
              <a:spcBef>
                <a:spcPts val="800"/>
              </a:spcBef>
              <a:spcAft>
                <a:spcPts val="0"/>
              </a:spcAft>
              <a:buSzPts val="1600"/>
              <a:buChar char="▹"/>
              <a:defRPr sz="2133"/>
            </a:lvl7pPr>
            <a:lvl8pPr marL="4876678" lvl="7" indent="-440256" rtl="0">
              <a:spcBef>
                <a:spcPts val="800"/>
              </a:spcBef>
              <a:spcAft>
                <a:spcPts val="0"/>
              </a:spcAft>
              <a:buSzPts val="1600"/>
              <a:buChar char="▹"/>
              <a:defRPr sz="2133"/>
            </a:lvl8pPr>
            <a:lvl9pPr marL="5486263" lvl="8" indent="-440256" rtl="0">
              <a:spcBef>
                <a:spcPts val="800"/>
              </a:spcBef>
              <a:spcAft>
                <a:spcPts val="0"/>
              </a:spcAft>
              <a:buSzPts val="1600"/>
              <a:buChar char="▹"/>
              <a:defRPr sz="2133"/>
            </a:lvl9pPr>
          </a:lstStyle>
          <a:p>
            <a:endParaRPr/>
          </a:p>
        </p:txBody>
      </p:sp>
      <p:sp>
        <p:nvSpPr>
          <p:cNvPr id="40" name="Google Shape;40;p7"/>
          <p:cNvSpPr txBox="1">
            <a:spLocks noGrp="1"/>
          </p:cNvSpPr>
          <p:nvPr>
            <p:ph type="body" idx="2"/>
          </p:nvPr>
        </p:nvSpPr>
        <p:spPr>
          <a:xfrm>
            <a:off x="4387000" y="2661000"/>
            <a:ext cx="3418000" cy="3572000"/>
          </a:xfrm>
          <a:prstGeom prst="rect">
            <a:avLst/>
          </a:prstGeom>
        </p:spPr>
        <p:txBody>
          <a:bodyPr spcFirstLastPara="1" wrap="square" lIns="0" tIns="0" rIns="0" bIns="0" anchor="t" anchorCtr="0">
            <a:noAutofit/>
          </a:bodyPr>
          <a:lstStyle>
            <a:lvl1pPr marL="609585" lvl="0" indent="-440256" rtl="0">
              <a:spcBef>
                <a:spcPts val="800"/>
              </a:spcBef>
              <a:spcAft>
                <a:spcPts val="0"/>
              </a:spcAft>
              <a:buSzPts val="1600"/>
              <a:buChar char="▸"/>
              <a:defRPr sz="2133"/>
            </a:lvl1pPr>
            <a:lvl2pPr marL="1219170" lvl="1" indent="-440256" rtl="0">
              <a:spcBef>
                <a:spcPts val="800"/>
              </a:spcBef>
              <a:spcAft>
                <a:spcPts val="0"/>
              </a:spcAft>
              <a:buSzPts val="1600"/>
              <a:buChar char="▹"/>
              <a:defRPr sz="2133"/>
            </a:lvl2pPr>
            <a:lvl3pPr marL="1828754" lvl="2" indent="-440256" rtl="0">
              <a:spcBef>
                <a:spcPts val="800"/>
              </a:spcBef>
              <a:spcAft>
                <a:spcPts val="0"/>
              </a:spcAft>
              <a:buSzPts val="1600"/>
              <a:buChar char="▹"/>
              <a:defRPr sz="2133"/>
            </a:lvl3pPr>
            <a:lvl4pPr marL="2438339" lvl="3" indent="-440256" rtl="0">
              <a:spcBef>
                <a:spcPts val="800"/>
              </a:spcBef>
              <a:spcAft>
                <a:spcPts val="0"/>
              </a:spcAft>
              <a:buSzPts val="1600"/>
              <a:buChar char="▹"/>
              <a:defRPr sz="2133"/>
            </a:lvl4pPr>
            <a:lvl5pPr marL="3047924" lvl="4" indent="-440256" rtl="0">
              <a:spcBef>
                <a:spcPts val="800"/>
              </a:spcBef>
              <a:spcAft>
                <a:spcPts val="0"/>
              </a:spcAft>
              <a:buSzPts val="1600"/>
              <a:buChar char="▹"/>
              <a:defRPr sz="2133"/>
            </a:lvl5pPr>
            <a:lvl6pPr marL="3657509" lvl="5" indent="-440256" rtl="0">
              <a:spcBef>
                <a:spcPts val="800"/>
              </a:spcBef>
              <a:spcAft>
                <a:spcPts val="0"/>
              </a:spcAft>
              <a:buSzPts val="1600"/>
              <a:buChar char="▹"/>
              <a:defRPr sz="2133"/>
            </a:lvl6pPr>
            <a:lvl7pPr marL="4267093" lvl="6" indent="-440256" rtl="0">
              <a:spcBef>
                <a:spcPts val="800"/>
              </a:spcBef>
              <a:spcAft>
                <a:spcPts val="0"/>
              </a:spcAft>
              <a:buSzPts val="1600"/>
              <a:buChar char="▹"/>
              <a:defRPr sz="2133"/>
            </a:lvl7pPr>
            <a:lvl8pPr marL="4876678" lvl="7" indent="-440256" rtl="0">
              <a:spcBef>
                <a:spcPts val="800"/>
              </a:spcBef>
              <a:spcAft>
                <a:spcPts val="0"/>
              </a:spcAft>
              <a:buSzPts val="1600"/>
              <a:buChar char="▹"/>
              <a:defRPr sz="2133"/>
            </a:lvl8pPr>
            <a:lvl9pPr marL="5486263" lvl="8" indent="-440256" rtl="0">
              <a:spcBef>
                <a:spcPts val="800"/>
              </a:spcBef>
              <a:spcAft>
                <a:spcPts val="0"/>
              </a:spcAft>
              <a:buSzPts val="1600"/>
              <a:buChar char="▹"/>
              <a:defRPr sz="2133"/>
            </a:lvl9pPr>
          </a:lstStyle>
          <a:p>
            <a:endParaRPr/>
          </a:p>
        </p:txBody>
      </p:sp>
      <p:sp>
        <p:nvSpPr>
          <p:cNvPr id="41" name="Google Shape;41;p7"/>
          <p:cNvSpPr txBox="1">
            <a:spLocks noGrp="1"/>
          </p:cNvSpPr>
          <p:nvPr>
            <p:ph type="body" idx="3"/>
          </p:nvPr>
        </p:nvSpPr>
        <p:spPr>
          <a:xfrm>
            <a:off x="8164400" y="2661000"/>
            <a:ext cx="3418000" cy="3572000"/>
          </a:xfrm>
          <a:prstGeom prst="rect">
            <a:avLst/>
          </a:prstGeom>
        </p:spPr>
        <p:txBody>
          <a:bodyPr spcFirstLastPara="1" wrap="square" lIns="0" tIns="0" rIns="0" bIns="0" anchor="t" anchorCtr="0">
            <a:noAutofit/>
          </a:bodyPr>
          <a:lstStyle>
            <a:lvl1pPr marL="609585" lvl="0" indent="-440256" rtl="0">
              <a:spcBef>
                <a:spcPts val="800"/>
              </a:spcBef>
              <a:spcAft>
                <a:spcPts val="0"/>
              </a:spcAft>
              <a:buSzPts val="1600"/>
              <a:buChar char="▸"/>
              <a:defRPr sz="2133"/>
            </a:lvl1pPr>
            <a:lvl2pPr marL="1219170" lvl="1" indent="-440256" rtl="0">
              <a:spcBef>
                <a:spcPts val="800"/>
              </a:spcBef>
              <a:spcAft>
                <a:spcPts val="0"/>
              </a:spcAft>
              <a:buSzPts val="1600"/>
              <a:buChar char="▹"/>
              <a:defRPr sz="2133"/>
            </a:lvl2pPr>
            <a:lvl3pPr marL="1828754" lvl="2" indent="-440256" rtl="0">
              <a:spcBef>
                <a:spcPts val="800"/>
              </a:spcBef>
              <a:spcAft>
                <a:spcPts val="0"/>
              </a:spcAft>
              <a:buSzPts val="1600"/>
              <a:buChar char="▹"/>
              <a:defRPr sz="2133"/>
            </a:lvl3pPr>
            <a:lvl4pPr marL="2438339" lvl="3" indent="-440256" rtl="0">
              <a:spcBef>
                <a:spcPts val="800"/>
              </a:spcBef>
              <a:spcAft>
                <a:spcPts val="0"/>
              </a:spcAft>
              <a:buSzPts val="1600"/>
              <a:buChar char="▹"/>
              <a:defRPr sz="2133"/>
            </a:lvl4pPr>
            <a:lvl5pPr marL="3047924" lvl="4" indent="-440256" rtl="0">
              <a:spcBef>
                <a:spcPts val="800"/>
              </a:spcBef>
              <a:spcAft>
                <a:spcPts val="0"/>
              </a:spcAft>
              <a:buSzPts val="1600"/>
              <a:buChar char="▹"/>
              <a:defRPr sz="2133"/>
            </a:lvl5pPr>
            <a:lvl6pPr marL="3657509" lvl="5" indent="-440256" rtl="0">
              <a:spcBef>
                <a:spcPts val="800"/>
              </a:spcBef>
              <a:spcAft>
                <a:spcPts val="0"/>
              </a:spcAft>
              <a:buSzPts val="1600"/>
              <a:buChar char="▹"/>
              <a:defRPr sz="2133"/>
            </a:lvl6pPr>
            <a:lvl7pPr marL="4267093" lvl="6" indent="-440256" rtl="0">
              <a:spcBef>
                <a:spcPts val="800"/>
              </a:spcBef>
              <a:spcAft>
                <a:spcPts val="0"/>
              </a:spcAft>
              <a:buSzPts val="1600"/>
              <a:buChar char="▹"/>
              <a:defRPr sz="2133"/>
            </a:lvl7pPr>
            <a:lvl8pPr marL="4876678" lvl="7" indent="-440256" rtl="0">
              <a:spcBef>
                <a:spcPts val="800"/>
              </a:spcBef>
              <a:spcAft>
                <a:spcPts val="0"/>
              </a:spcAft>
              <a:buSzPts val="1600"/>
              <a:buChar char="▹"/>
              <a:defRPr sz="2133"/>
            </a:lvl8pPr>
            <a:lvl9pPr marL="5486263" lvl="8" indent="-440256" rtl="0">
              <a:spcBef>
                <a:spcPts val="800"/>
              </a:spcBef>
              <a:spcAft>
                <a:spcPts val="0"/>
              </a:spcAft>
              <a:buSzPts val="1600"/>
              <a:buChar char="▹"/>
              <a:defRPr sz="2133"/>
            </a:lvl9pPr>
          </a:lstStyle>
          <a:p>
            <a:endParaRPr/>
          </a:p>
        </p:txBody>
      </p:sp>
      <p:sp>
        <p:nvSpPr>
          <p:cNvPr id="42" name="Google Shape;42;p7"/>
          <p:cNvSpPr txBox="1">
            <a:spLocks noGrp="1"/>
          </p:cNvSpPr>
          <p:nvPr>
            <p:ph type="sldNum" idx="12"/>
          </p:nvPr>
        </p:nvSpPr>
        <p:spPr>
          <a:xfrm>
            <a:off x="11532033" y="6182333"/>
            <a:ext cx="609200" cy="624800"/>
          </a:xfrm>
          <a:prstGeom prst="rect">
            <a:avLst/>
          </a:prstGeom>
        </p:spPr>
        <p:txBody>
          <a:bodyPr spcFirstLastPara="1" wrap="square" lIns="0" tIns="0" rIns="0" bIns="0" anchor="b"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4818703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43"/>
        <p:cNvGrpSpPr/>
        <p:nvPr/>
      </p:nvGrpSpPr>
      <p:grpSpPr>
        <a:xfrm>
          <a:off x="0" y="0"/>
          <a:ext cx="0" cy="0"/>
          <a:chOff x="0" y="0"/>
          <a:chExt cx="0" cy="0"/>
        </a:xfrm>
      </p:grpSpPr>
      <p:sp>
        <p:nvSpPr>
          <p:cNvPr id="44" name="Google Shape;44;p8"/>
          <p:cNvSpPr/>
          <p:nvPr/>
        </p:nvSpPr>
        <p:spPr>
          <a:xfrm flipH="1">
            <a:off x="11582400" y="6233133"/>
            <a:ext cx="624800" cy="624800"/>
          </a:xfrm>
          <a:prstGeom prst="rtTriangl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5" name="Google Shape;45;p8"/>
          <p:cNvSpPr/>
          <p:nvPr/>
        </p:nvSpPr>
        <p:spPr>
          <a:xfrm rot="5400000">
            <a:off x="-133800" y="965980"/>
            <a:ext cx="624800" cy="357200"/>
          </a:xfrm>
          <a:prstGeom prst="triangle">
            <a:avLst>
              <a:gd name="adj" fmla="val 50000"/>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6" name="Google Shape;46;p8"/>
          <p:cNvSpPr txBox="1">
            <a:spLocks noGrp="1"/>
          </p:cNvSpPr>
          <p:nvPr>
            <p:ph type="title"/>
          </p:nvPr>
        </p:nvSpPr>
        <p:spPr>
          <a:xfrm>
            <a:off x="609600" y="807467"/>
            <a:ext cx="7521200" cy="1443600"/>
          </a:xfrm>
          <a:prstGeom prst="rect">
            <a:avLst/>
          </a:prstGeom>
        </p:spPr>
        <p:txBody>
          <a:bodyPr spcFirstLastPara="1" wrap="square" lIns="0" tIns="0" rIns="0" bIns="0" anchor="t" anchorCtr="0">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a:endParaRPr/>
          </a:p>
        </p:txBody>
      </p:sp>
      <p:sp>
        <p:nvSpPr>
          <p:cNvPr id="47" name="Google Shape;47;p8"/>
          <p:cNvSpPr txBox="1">
            <a:spLocks noGrp="1"/>
          </p:cNvSpPr>
          <p:nvPr>
            <p:ph type="sldNum" idx="12"/>
          </p:nvPr>
        </p:nvSpPr>
        <p:spPr>
          <a:xfrm>
            <a:off x="11532033" y="6182333"/>
            <a:ext cx="609200" cy="624800"/>
          </a:xfrm>
          <a:prstGeom prst="rect">
            <a:avLst/>
          </a:prstGeom>
        </p:spPr>
        <p:txBody>
          <a:bodyPr spcFirstLastPara="1" wrap="square" lIns="0" tIns="0" rIns="0" bIns="0" anchor="b"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6223400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48"/>
        <p:cNvGrpSpPr/>
        <p:nvPr/>
      </p:nvGrpSpPr>
      <p:grpSpPr>
        <a:xfrm>
          <a:off x="0" y="0"/>
          <a:ext cx="0" cy="0"/>
          <a:chOff x="0" y="0"/>
          <a:chExt cx="0" cy="0"/>
        </a:xfrm>
      </p:grpSpPr>
      <p:sp>
        <p:nvSpPr>
          <p:cNvPr id="49" name="Google Shape;49;p9"/>
          <p:cNvSpPr/>
          <p:nvPr/>
        </p:nvSpPr>
        <p:spPr>
          <a:xfrm flipH="1">
            <a:off x="11582400" y="6233133"/>
            <a:ext cx="624800" cy="624800"/>
          </a:xfrm>
          <a:prstGeom prst="rtTriangl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0" name="Google Shape;50;p9"/>
          <p:cNvSpPr/>
          <p:nvPr/>
        </p:nvSpPr>
        <p:spPr>
          <a:xfrm rot="5400000">
            <a:off x="-133800" y="5931680"/>
            <a:ext cx="624800" cy="357200"/>
          </a:xfrm>
          <a:prstGeom prst="triangle">
            <a:avLst>
              <a:gd name="adj" fmla="val 50000"/>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1" name="Google Shape;51;p9"/>
          <p:cNvSpPr txBox="1">
            <a:spLocks noGrp="1"/>
          </p:cNvSpPr>
          <p:nvPr>
            <p:ph type="body" idx="1"/>
          </p:nvPr>
        </p:nvSpPr>
        <p:spPr>
          <a:xfrm>
            <a:off x="609600" y="5875079"/>
            <a:ext cx="10972800" cy="692800"/>
          </a:xfrm>
          <a:prstGeom prst="rect">
            <a:avLst/>
          </a:prstGeom>
        </p:spPr>
        <p:txBody>
          <a:bodyPr spcFirstLastPara="1" wrap="square" lIns="0" tIns="0" rIns="0" bIns="0" anchor="t" anchorCtr="0">
            <a:noAutofit/>
          </a:bodyPr>
          <a:lstStyle>
            <a:lvl1pPr marL="609585" lvl="0" indent="-304792">
              <a:spcBef>
                <a:spcPts val="480"/>
              </a:spcBef>
              <a:spcAft>
                <a:spcPts val="0"/>
              </a:spcAft>
              <a:buSzPts val="1800"/>
              <a:buNone/>
              <a:defRPr sz="2400"/>
            </a:lvl1pPr>
          </a:lstStyle>
          <a:p>
            <a:endParaRPr/>
          </a:p>
        </p:txBody>
      </p:sp>
      <p:sp>
        <p:nvSpPr>
          <p:cNvPr id="52" name="Google Shape;52;p9"/>
          <p:cNvSpPr txBox="1">
            <a:spLocks noGrp="1"/>
          </p:cNvSpPr>
          <p:nvPr>
            <p:ph type="sldNum" idx="12"/>
          </p:nvPr>
        </p:nvSpPr>
        <p:spPr>
          <a:xfrm>
            <a:off x="11532033" y="6182333"/>
            <a:ext cx="609200" cy="624800"/>
          </a:xfrm>
          <a:prstGeom prst="rect">
            <a:avLst/>
          </a:prstGeom>
        </p:spPr>
        <p:txBody>
          <a:bodyPr spcFirstLastPara="1" wrap="square" lIns="0" tIns="0" rIns="0" bIns="0" anchor="b"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8119831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10"/>
          <p:cNvSpPr/>
          <p:nvPr/>
        </p:nvSpPr>
        <p:spPr>
          <a:xfrm flipH="1">
            <a:off x="11582400" y="6233133"/>
            <a:ext cx="624800" cy="624800"/>
          </a:xfrm>
          <a:prstGeom prst="rtTriangl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5" name="Google Shape;55;p10"/>
          <p:cNvSpPr txBox="1">
            <a:spLocks noGrp="1"/>
          </p:cNvSpPr>
          <p:nvPr>
            <p:ph type="sldNum" idx="12"/>
          </p:nvPr>
        </p:nvSpPr>
        <p:spPr>
          <a:xfrm>
            <a:off x="11532033" y="6182333"/>
            <a:ext cx="609200" cy="624800"/>
          </a:xfrm>
          <a:prstGeom prst="rect">
            <a:avLst/>
          </a:prstGeom>
        </p:spPr>
        <p:txBody>
          <a:bodyPr spcFirstLastPara="1" wrap="square" lIns="0" tIns="0" rIns="0" bIns="0" anchor="b"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9383477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dark">
  <p:cSld name="Blank dark">
    <p:bg>
      <p:bgPr>
        <a:gradFill>
          <a:gsLst>
            <a:gs pos="0">
              <a:schemeClr val="accent1"/>
            </a:gs>
            <a:gs pos="50000">
              <a:schemeClr val="accent1"/>
            </a:gs>
            <a:gs pos="100000">
              <a:schemeClr val="accent2"/>
            </a:gs>
          </a:gsLst>
          <a:lin ang="16200038" scaled="0"/>
        </a:gradFill>
        <a:effectLst/>
      </p:bgPr>
    </p:bg>
    <p:spTree>
      <p:nvGrpSpPr>
        <p:cNvPr id="1" name="Shape 56"/>
        <p:cNvGrpSpPr/>
        <p:nvPr/>
      </p:nvGrpSpPr>
      <p:grpSpPr>
        <a:xfrm>
          <a:off x="0" y="0"/>
          <a:ext cx="0" cy="0"/>
          <a:chOff x="0" y="0"/>
          <a:chExt cx="0" cy="0"/>
        </a:xfrm>
      </p:grpSpPr>
      <p:sp>
        <p:nvSpPr>
          <p:cNvPr id="57" name="Google Shape;57;p11"/>
          <p:cNvSpPr/>
          <p:nvPr/>
        </p:nvSpPr>
        <p:spPr>
          <a:xfrm flipH="1">
            <a:off x="11582400" y="6233133"/>
            <a:ext cx="624800" cy="624800"/>
          </a:xfrm>
          <a:prstGeom prst="rtTriangle">
            <a:avLst/>
          </a:pr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8" name="Google Shape;58;p11"/>
          <p:cNvSpPr txBox="1">
            <a:spLocks noGrp="1"/>
          </p:cNvSpPr>
          <p:nvPr>
            <p:ph type="sldNum" idx="12"/>
          </p:nvPr>
        </p:nvSpPr>
        <p:spPr>
          <a:xfrm>
            <a:off x="11532033" y="6182333"/>
            <a:ext cx="609200" cy="624800"/>
          </a:xfrm>
          <a:prstGeom prst="rect">
            <a:avLst/>
          </a:prstGeom>
        </p:spPr>
        <p:txBody>
          <a:bodyPr spcFirstLastPara="1" wrap="square" lIns="0" tIns="0" rIns="0" bIns="0" anchor="b" anchorCtr="0">
            <a:noAutofit/>
          </a:bodyPr>
          <a:lstStyle>
            <a:lvl1pPr lvl="0" rtl="0">
              <a:buNone/>
              <a:defRPr>
                <a:solidFill>
                  <a:schemeClr val="accent2"/>
                </a:solidFill>
              </a:defRPr>
            </a:lvl1pPr>
            <a:lvl2pPr lvl="1" rtl="0">
              <a:buNone/>
              <a:defRPr>
                <a:solidFill>
                  <a:schemeClr val="accent2"/>
                </a:solidFill>
              </a:defRPr>
            </a:lvl2pPr>
            <a:lvl3pPr lvl="2" rtl="0">
              <a:buNone/>
              <a:defRPr>
                <a:solidFill>
                  <a:schemeClr val="accent2"/>
                </a:solidFill>
              </a:defRPr>
            </a:lvl3pPr>
            <a:lvl4pPr lvl="3" rtl="0">
              <a:buNone/>
              <a:defRPr>
                <a:solidFill>
                  <a:schemeClr val="accent2"/>
                </a:solidFill>
              </a:defRPr>
            </a:lvl4pPr>
            <a:lvl5pPr lvl="4" rtl="0">
              <a:buNone/>
              <a:defRPr>
                <a:solidFill>
                  <a:schemeClr val="accent2"/>
                </a:solidFill>
              </a:defRPr>
            </a:lvl5pPr>
            <a:lvl6pPr lvl="5" rtl="0">
              <a:buNone/>
              <a:defRPr>
                <a:solidFill>
                  <a:schemeClr val="accent2"/>
                </a:solidFill>
              </a:defRPr>
            </a:lvl6pPr>
            <a:lvl7pPr lvl="6" rtl="0">
              <a:buNone/>
              <a:defRPr>
                <a:solidFill>
                  <a:schemeClr val="accent2"/>
                </a:solidFill>
              </a:defRPr>
            </a:lvl7pPr>
            <a:lvl8pPr lvl="7" rtl="0">
              <a:buNone/>
              <a:defRPr>
                <a:solidFill>
                  <a:schemeClr val="accent2"/>
                </a:solidFill>
              </a:defRPr>
            </a:lvl8pPr>
            <a:lvl9pPr lvl="8" rtl="0">
              <a:buNone/>
              <a:defRPr>
                <a:solidFill>
                  <a:schemeClr val="accent2"/>
                </a:solidFil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496477642"/>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theme" Target="../theme/theme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a:gsLst>
            <a:gs pos="0">
              <a:schemeClr val="lt1"/>
            </a:gs>
            <a:gs pos="50000">
              <a:schemeClr val="lt1"/>
            </a:gs>
            <a:gs pos="100000">
              <a:schemeClr val="lt2"/>
            </a:gs>
          </a:gsLst>
          <a:lin ang="16200038" scaled="0"/>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609600" y="807467"/>
            <a:ext cx="7521200" cy="1443600"/>
          </a:xfrm>
          <a:prstGeom prst="rect">
            <a:avLst/>
          </a:prstGeom>
          <a:noFill/>
          <a:ln>
            <a:noFill/>
          </a:ln>
        </p:spPr>
        <p:txBody>
          <a:bodyPr spcFirstLastPara="1" wrap="square" lIns="0" tIns="0" rIns="0" bIns="0" anchor="t" anchorCtr="0">
            <a:noAutofit/>
          </a:bodyPr>
          <a:lstStyle>
            <a:lvl1pPr lvl="0">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1pPr>
            <a:lvl2pPr lvl="1">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2pPr>
            <a:lvl3pPr lvl="2">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3pPr>
            <a:lvl4pPr lvl="3">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4pPr>
            <a:lvl5pPr lvl="4">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5pPr>
            <a:lvl6pPr lvl="5">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6pPr>
            <a:lvl7pPr lvl="6">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7pPr>
            <a:lvl8pPr lvl="7">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8pPr>
            <a:lvl9pPr lvl="8">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9pPr>
          </a:lstStyle>
          <a:p>
            <a:endParaRPr/>
          </a:p>
        </p:txBody>
      </p:sp>
      <p:sp>
        <p:nvSpPr>
          <p:cNvPr id="7" name="Google Shape;7;p1"/>
          <p:cNvSpPr txBox="1">
            <a:spLocks noGrp="1"/>
          </p:cNvSpPr>
          <p:nvPr>
            <p:ph type="body" idx="1"/>
          </p:nvPr>
        </p:nvSpPr>
        <p:spPr>
          <a:xfrm>
            <a:off x="609600" y="2661000"/>
            <a:ext cx="7521200" cy="3572000"/>
          </a:xfrm>
          <a:prstGeom prst="rect">
            <a:avLst/>
          </a:prstGeom>
          <a:noFill/>
          <a:ln>
            <a:noFill/>
          </a:ln>
        </p:spPr>
        <p:txBody>
          <a:bodyPr spcFirstLastPara="1" wrap="square" lIns="0" tIns="0" rIns="0" bIns="0" anchor="t" anchorCtr="0">
            <a:noAutofit/>
          </a:bodyPr>
          <a:lstStyle>
            <a:lvl1pPr marL="457200" lvl="0" indent="-342900">
              <a:lnSpc>
                <a:spcPct val="110000"/>
              </a:lnSpc>
              <a:spcBef>
                <a:spcPts val="600"/>
              </a:spcBef>
              <a:spcAft>
                <a:spcPts val="0"/>
              </a:spcAft>
              <a:buClr>
                <a:schemeClr val="accent1"/>
              </a:buClr>
              <a:buSzPts val="1800"/>
              <a:buFont typeface="Barlow Light"/>
              <a:buChar char="▸"/>
              <a:defRPr sz="2000">
                <a:solidFill>
                  <a:schemeClr val="dk1"/>
                </a:solidFill>
                <a:latin typeface="Barlow Light"/>
                <a:ea typeface="Barlow Light"/>
                <a:cs typeface="Barlow Light"/>
                <a:sym typeface="Barlow Light"/>
              </a:defRPr>
            </a:lvl1pPr>
            <a:lvl2pPr marL="914400" lvl="1" indent="-342900">
              <a:lnSpc>
                <a:spcPct val="110000"/>
              </a:lnSpc>
              <a:spcBef>
                <a:spcPts val="600"/>
              </a:spcBef>
              <a:spcAft>
                <a:spcPts val="0"/>
              </a:spcAft>
              <a:buClr>
                <a:schemeClr val="accent1"/>
              </a:buClr>
              <a:buSzPts val="1800"/>
              <a:buFont typeface="Barlow Light"/>
              <a:buChar char="▹"/>
              <a:defRPr sz="2000">
                <a:solidFill>
                  <a:schemeClr val="dk1"/>
                </a:solidFill>
                <a:latin typeface="Barlow Light"/>
                <a:ea typeface="Barlow Light"/>
                <a:cs typeface="Barlow Light"/>
                <a:sym typeface="Barlow Light"/>
              </a:defRPr>
            </a:lvl2pPr>
            <a:lvl3pPr marL="1371600" lvl="2" indent="-342900">
              <a:lnSpc>
                <a:spcPct val="110000"/>
              </a:lnSpc>
              <a:spcBef>
                <a:spcPts val="600"/>
              </a:spcBef>
              <a:spcAft>
                <a:spcPts val="0"/>
              </a:spcAft>
              <a:buClr>
                <a:schemeClr val="accent1"/>
              </a:buClr>
              <a:buSzPts val="1800"/>
              <a:buFont typeface="Barlow Light"/>
              <a:buChar char="▹"/>
              <a:defRPr sz="2000">
                <a:solidFill>
                  <a:schemeClr val="dk1"/>
                </a:solidFill>
                <a:latin typeface="Barlow Light"/>
                <a:ea typeface="Barlow Light"/>
                <a:cs typeface="Barlow Light"/>
                <a:sym typeface="Barlow Light"/>
              </a:defRPr>
            </a:lvl3pPr>
            <a:lvl4pPr marL="1828800" lvl="3" indent="-355600">
              <a:lnSpc>
                <a:spcPct val="110000"/>
              </a:lnSpc>
              <a:spcBef>
                <a:spcPts val="600"/>
              </a:spcBef>
              <a:spcAft>
                <a:spcPts val="0"/>
              </a:spcAft>
              <a:buClr>
                <a:schemeClr val="dk1"/>
              </a:buClr>
              <a:buSzPts val="2000"/>
              <a:buFont typeface="Barlow Light"/>
              <a:buChar char="▹"/>
              <a:defRPr sz="2000">
                <a:solidFill>
                  <a:schemeClr val="dk1"/>
                </a:solidFill>
                <a:latin typeface="Barlow Light"/>
                <a:ea typeface="Barlow Light"/>
                <a:cs typeface="Barlow Light"/>
                <a:sym typeface="Barlow Light"/>
              </a:defRPr>
            </a:lvl4pPr>
            <a:lvl5pPr marL="2286000" lvl="4" indent="-355600">
              <a:lnSpc>
                <a:spcPct val="110000"/>
              </a:lnSpc>
              <a:spcBef>
                <a:spcPts val="600"/>
              </a:spcBef>
              <a:spcAft>
                <a:spcPts val="0"/>
              </a:spcAft>
              <a:buClr>
                <a:schemeClr val="dk1"/>
              </a:buClr>
              <a:buSzPts val="2000"/>
              <a:buFont typeface="Barlow Light"/>
              <a:buChar char="▹"/>
              <a:defRPr sz="2000">
                <a:solidFill>
                  <a:schemeClr val="dk1"/>
                </a:solidFill>
                <a:latin typeface="Barlow Light"/>
                <a:ea typeface="Barlow Light"/>
                <a:cs typeface="Barlow Light"/>
                <a:sym typeface="Barlow Light"/>
              </a:defRPr>
            </a:lvl5pPr>
            <a:lvl6pPr marL="2743200" lvl="5" indent="-355600">
              <a:lnSpc>
                <a:spcPct val="110000"/>
              </a:lnSpc>
              <a:spcBef>
                <a:spcPts val="600"/>
              </a:spcBef>
              <a:spcAft>
                <a:spcPts val="0"/>
              </a:spcAft>
              <a:buClr>
                <a:schemeClr val="dk1"/>
              </a:buClr>
              <a:buSzPts val="2000"/>
              <a:buFont typeface="Barlow Light"/>
              <a:buChar char="▹"/>
              <a:defRPr sz="2000">
                <a:solidFill>
                  <a:schemeClr val="dk1"/>
                </a:solidFill>
                <a:latin typeface="Barlow Light"/>
                <a:ea typeface="Barlow Light"/>
                <a:cs typeface="Barlow Light"/>
                <a:sym typeface="Barlow Light"/>
              </a:defRPr>
            </a:lvl6pPr>
            <a:lvl7pPr marL="3200400" lvl="6" indent="-355600">
              <a:lnSpc>
                <a:spcPct val="110000"/>
              </a:lnSpc>
              <a:spcBef>
                <a:spcPts val="600"/>
              </a:spcBef>
              <a:spcAft>
                <a:spcPts val="0"/>
              </a:spcAft>
              <a:buClr>
                <a:schemeClr val="dk1"/>
              </a:buClr>
              <a:buSzPts val="2000"/>
              <a:buFont typeface="Barlow Light"/>
              <a:buChar char="▹"/>
              <a:defRPr sz="2000">
                <a:solidFill>
                  <a:schemeClr val="dk1"/>
                </a:solidFill>
                <a:latin typeface="Barlow Light"/>
                <a:ea typeface="Barlow Light"/>
                <a:cs typeface="Barlow Light"/>
                <a:sym typeface="Barlow Light"/>
              </a:defRPr>
            </a:lvl7pPr>
            <a:lvl8pPr marL="3657600" lvl="7" indent="-355600">
              <a:lnSpc>
                <a:spcPct val="110000"/>
              </a:lnSpc>
              <a:spcBef>
                <a:spcPts val="600"/>
              </a:spcBef>
              <a:spcAft>
                <a:spcPts val="0"/>
              </a:spcAft>
              <a:buClr>
                <a:schemeClr val="dk1"/>
              </a:buClr>
              <a:buSzPts val="2000"/>
              <a:buFont typeface="Barlow Light"/>
              <a:buChar char="▹"/>
              <a:defRPr sz="2000">
                <a:solidFill>
                  <a:schemeClr val="dk1"/>
                </a:solidFill>
                <a:latin typeface="Barlow Light"/>
                <a:ea typeface="Barlow Light"/>
                <a:cs typeface="Barlow Light"/>
                <a:sym typeface="Barlow Light"/>
              </a:defRPr>
            </a:lvl8pPr>
            <a:lvl9pPr marL="4114800" lvl="8" indent="-355600">
              <a:lnSpc>
                <a:spcPct val="110000"/>
              </a:lnSpc>
              <a:spcBef>
                <a:spcPts val="600"/>
              </a:spcBef>
              <a:spcAft>
                <a:spcPts val="0"/>
              </a:spcAft>
              <a:buClr>
                <a:schemeClr val="dk1"/>
              </a:buClr>
              <a:buSzPts val="2000"/>
              <a:buFont typeface="Barlow Light"/>
              <a:buChar char="▹"/>
              <a:defRPr sz="2000">
                <a:solidFill>
                  <a:schemeClr val="dk1"/>
                </a:solidFill>
                <a:latin typeface="Barlow Light"/>
                <a:ea typeface="Barlow Light"/>
                <a:cs typeface="Barlow Light"/>
                <a:sym typeface="Barlow Light"/>
              </a:defRPr>
            </a:lvl9pPr>
          </a:lstStyle>
          <a:p>
            <a:endParaRPr/>
          </a:p>
        </p:txBody>
      </p:sp>
      <p:sp>
        <p:nvSpPr>
          <p:cNvPr id="8" name="Google Shape;8;p1"/>
          <p:cNvSpPr txBox="1">
            <a:spLocks noGrp="1"/>
          </p:cNvSpPr>
          <p:nvPr>
            <p:ph type="sldNum" idx="12"/>
          </p:nvPr>
        </p:nvSpPr>
        <p:spPr>
          <a:xfrm>
            <a:off x="11532033" y="6182333"/>
            <a:ext cx="609200" cy="624800"/>
          </a:xfrm>
          <a:prstGeom prst="rect">
            <a:avLst/>
          </a:prstGeom>
          <a:noFill/>
          <a:ln>
            <a:noFill/>
          </a:ln>
        </p:spPr>
        <p:txBody>
          <a:bodyPr spcFirstLastPara="1" wrap="square" lIns="0" tIns="0" rIns="0" bIns="0" anchor="b" anchorCtr="0">
            <a:noAutofit/>
          </a:bodyPr>
          <a:lstStyle>
            <a:lvl1pPr lvl="0" algn="r">
              <a:buNone/>
              <a:defRPr sz="1600">
                <a:solidFill>
                  <a:schemeClr val="lt1"/>
                </a:solidFill>
                <a:latin typeface="Barlow Light"/>
                <a:ea typeface="Barlow Light"/>
                <a:cs typeface="Barlow Light"/>
                <a:sym typeface="Barlow Light"/>
              </a:defRPr>
            </a:lvl1pPr>
            <a:lvl2pPr lvl="1" algn="r">
              <a:buNone/>
              <a:defRPr sz="1600">
                <a:solidFill>
                  <a:schemeClr val="lt1"/>
                </a:solidFill>
                <a:latin typeface="Barlow Light"/>
                <a:ea typeface="Barlow Light"/>
                <a:cs typeface="Barlow Light"/>
                <a:sym typeface="Barlow Light"/>
              </a:defRPr>
            </a:lvl2pPr>
            <a:lvl3pPr lvl="2" algn="r">
              <a:buNone/>
              <a:defRPr sz="1600">
                <a:solidFill>
                  <a:schemeClr val="lt1"/>
                </a:solidFill>
                <a:latin typeface="Barlow Light"/>
                <a:ea typeface="Barlow Light"/>
                <a:cs typeface="Barlow Light"/>
                <a:sym typeface="Barlow Light"/>
              </a:defRPr>
            </a:lvl3pPr>
            <a:lvl4pPr lvl="3" algn="r">
              <a:buNone/>
              <a:defRPr sz="1600">
                <a:solidFill>
                  <a:schemeClr val="lt1"/>
                </a:solidFill>
                <a:latin typeface="Barlow Light"/>
                <a:ea typeface="Barlow Light"/>
                <a:cs typeface="Barlow Light"/>
                <a:sym typeface="Barlow Light"/>
              </a:defRPr>
            </a:lvl4pPr>
            <a:lvl5pPr lvl="4" algn="r">
              <a:buNone/>
              <a:defRPr sz="1600">
                <a:solidFill>
                  <a:schemeClr val="lt1"/>
                </a:solidFill>
                <a:latin typeface="Barlow Light"/>
                <a:ea typeface="Barlow Light"/>
                <a:cs typeface="Barlow Light"/>
                <a:sym typeface="Barlow Light"/>
              </a:defRPr>
            </a:lvl5pPr>
            <a:lvl6pPr lvl="5" algn="r">
              <a:buNone/>
              <a:defRPr sz="1600">
                <a:solidFill>
                  <a:schemeClr val="lt1"/>
                </a:solidFill>
                <a:latin typeface="Barlow Light"/>
                <a:ea typeface="Barlow Light"/>
                <a:cs typeface="Barlow Light"/>
                <a:sym typeface="Barlow Light"/>
              </a:defRPr>
            </a:lvl6pPr>
            <a:lvl7pPr lvl="6" algn="r">
              <a:buNone/>
              <a:defRPr sz="1600">
                <a:solidFill>
                  <a:schemeClr val="lt1"/>
                </a:solidFill>
                <a:latin typeface="Barlow Light"/>
                <a:ea typeface="Barlow Light"/>
                <a:cs typeface="Barlow Light"/>
                <a:sym typeface="Barlow Light"/>
              </a:defRPr>
            </a:lvl7pPr>
            <a:lvl8pPr lvl="7" algn="r">
              <a:buNone/>
              <a:defRPr sz="1600">
                <a:solidFill>
                  <a:schemeClr val="lt1"/>
                </a:solidFill>
                <a:latin typeface="Barlow Light"/>
                <a:ea typeface="Barlow Light"/>
                <a:cs typeface="Barlow Light"/>
                <a:sym typeface="Barlow Light"/>
              </a:defRPr>
            </a:lvl8pPr>
            <a:lvl9pPr lvl="8" algn="r">
              <a:buNone/>
              <a:defRPr sz="1600">
                <a:solidFill>
                  <a:schemeClr val="lt1"/>
                </a:solidFill>
                <a:latin typeface="Barlow Light"/>
                <a:ea typeface="Barlow Light"/>
                <a:cs typeface="Barlow Light"/>
                <a:sym typeface="Barlow Light"/>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66014534"/>
      </p:ext>
    </p:extLst>
  </p:cSld>
  <p:clrMap bg1="lt1" tx1="dk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3F6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137160"/>
          </a:xfrm>
          <a:prstGeom prst="rect">
            <a:avLst/>
          </a:prstGeom>
          <a:solidFill>
            <a:srgbClr val="08A9C9"/>
          </a:solidFill>
          <a:ln w="12700">
            <a:solidFill>
              <a:srgbClr val="08A9C9"/>
            </a:solidFill>
            <a:prstDash val="solid"/>
          </a:ln>
        </p:spPr>
        <p:txBody>
          <a:bodyPr/>
          <a:lstStyle/>
          <a:p>
            <a:endParaRPr lang="en-US"/>
          </a:p>
        </p:txBody>
      </p:sp>
      <p:sp>
        <p:nvSpPr>
          <p:cNvPr id="3" name="Shape 1"/>
          <p:cNvSpPr/>
          <p:nvPr/>
        </p:nvSpPr>
        <p:spPr>
          <a:xfrm>
            <a:off x="11640312" y="6382512"/>
            <a:ext cx="548640" cy="475488"/>
          </a:xfrm>
          <a:prstGeom prst="rtTriangle">
            <a:avLst/>
          </a:prstGeom>
          <a:solidFill>
            <a:srgbClr val="08A9C9"/>
          </a:solidFill>
          <a:ln w="12700">
            <a:solidFill>
              <a:srgbClr val="08A9C9"/>
            </a:solidFill>
            <a:prstDash val="solid"/>
          </a:ln>
        </p:spPr>
        <p:txBody>
          <a:bodyPr/>
          <a:lstStyle/>
          <a:p>
            <a:endParaRPr lang="en-US"/>
          </a:p>
        </p:txBody>
      </p:sp>
      <p:sp>
        <p:nvSpPr>
          <p:cNvPr id="4" name="Text 2"/>
          <p:cNvSpPr/>
          <p:nvPr/>
        </p:nvSpPr>
        <p:spPr>
          <a:xfrm>
            <a:off x="502920" y="6464808"/>
            <a:ext cx="5943600" cy="201168"/>
          </a:xfrm>
          <a:prstGeom prst="rect">
            <a:avLst/>
          </a:prstGeom>
          <a:noFill/>
          <a:ln/>
        </p:spPr>
        <p:txBody>
          <a:bodyPr wrap="square" lIns="0" tIns="0" rIns="0" bIns="0" rtlCol="0" anchor="ctr"/>
          <a:lstStyle/>
          <a:p>
            <a:r>
              <a:rPr sz="1300" b="0">
                <a:solidFill>
                  <a:srgbClr val="374151"/>
                </a:solidFill>
                <a:latin typeface="Aptos"/>
              </a:rPr>
              <a:t>Program Introduction</a:t>
            </a:r>
          </a:p>
        </p:txBody>
      </p:sp>
      <p:sp>
        <p:nvSpPr>
          <p:cNvPr id="5" name="Text 3"/>
          <p:cNvSpPr/>
          <p:nvPr/>
        </p:nvSpPr>
        <p:spPr>
          <a:xfrm>
            <a:off x="594359" y="960120"/>
            <a:ext cx="6501687" cy="1600200"/>
          </a:xfrm>
          <a:prstGeom prst="rect">
            <a:avLst/>
          </a:prstGeom>
          <a:noFill/>
          <a:ln/>
        </p:spPr>
        <p:txBody>
          <a:bodyPr wrap="square" lIns="0" tIns="0" rIns="0" bIns="0" rtlCol="0" anchor="ctr">
            <a:normAutofit/>
          </a:bodyPr>
          <a:lstStyle/>
          <a:p>
            <a:r>
              <a:rPr sz="2800" b="0" dirty="0">
                <a:solidFill>
                  <a:srgbClr val="08A9C9"/>
                </a:solidFill>
                <a:latin typeface="Aptos Display"/>
              </a:rPr>
              <a:t>Microsoft Foundry for</a:t>
            </a:r>
          </a:p>
          <a:p>
            <a:r>
              <a:rPr sz="2800" b="0" dirty="0">
                <a:solidFill>
                  <a:srgbClr val="08A9C9"/>
                </a:solidFill>
                <a:latin typeface="Aptos Display"/>
              </a:rPr>
              <a:t>Enterprise AI Agents</a:t>
            </a:r>
          </a:p>
        </p:txBody>
      </p:sp>
      <p:sp>
        <p:nvSpPr>
          <p:cNvPr id="6" name="Text 4"/>
          <p:cNvSpPr/>
          <p:nvPr/>
        </p:nvSpPr>
        <p:spPr>
          <a:xfrm>
            <a:off x="640080" y="2743200"/>
            <a:ext cx="7680960" cy="777240"/>
          </a:xfrm>
          <a:prstGeom prst="rect">
            <a:avLst/>
          </a:prstGeom>
          <a:noFill/>
          <a:ln/>
        </p:spPr>
        <p:txBody>
          <a:bodyPr wrap="square" lIns="0" tIns="0" rIns="0" bIns="0" rtlCol="0" anchor="ctr">
            <a:normAutofit/>
          </a:bodyPr>
          <a:lstStyle/>
          <a:p>
            <a:r>
              <a:rPr sz="1400" b="0">
                <a:solidFill>
                  <a:srgbClr val="374151"/>
                </a:solidFill>
                <a:latin typeface="Aptos"/>
              </a:rPr>
              <a:t>Build, ground, connect, monitor, and govern enterprise AI agents with Microsoft Foundry.</a:t>
            </a:r>
          </a:p>
        </p:txBody>
      </p:sp>
      <p:sp>
        <p:nvSpPr>
          <p:cNvPr id="7" name="Text 5"/>
          <p:cNvSpPr/>
          <p:nvPr/>
        </p:nvSpPr>
        <p:spPr>
          <a:xfrm>
            <a:off x="640080" y="4919472"/>
            <a:ext cx="4114800" cy="320040"/>
          </a:xfrm>
          <a:prstGeom prst="rect">
            <a:avLst/>
          </a:prstGeom>
          <a:noFill/>
          <a:ln/>
        </p:spPr>
        <p:txBody>
          <a:bodyPr wrap="square" lIns="0" tIns="0" rIns="0" bIns="0" rtlCol="0" anchor="ctr"/>
          <a:lstStyle/>
          <a:p>
            <a:r>
              <a:rPr sz="1300" b="1">
                <a:solidFill>
                  <a:srgbClr val="1F2A37"/>
                </a:solidFill>
                <a:latin typeface="Aptos"/>
              </a:rPr>
              <a:t>Trevoir Williams</a:t>
            </a:r>
          </a:p>
        </p:txBody>
      </p:sp>
      <p:sp>
        <p:nvSpPr>
          <p:cNvPr id="8" name="Text 6"/>
          <p:cNvSpPr/>
          <p:nvPr/>
        </p:nvSpPr>
        <p:spPr>
          <a:xfrm>
            <a:off x="640080" y="5285232"/>
            <a:ext cx="5303520" cy="292608"/>
          </a:xfrm>
          <a:prstGeom prst="rect">
            <a:avLst/>
          </a:prstGeom>
          <a:noFill/>
          <a:ln/>
        </p:spPr>
        <p:txBody>
          <a:bodyPr wrap="square" lIns="0" tIns="0" rIns="0" bIns="0" rtlCol="0" anchor="ctr"/>
          <a:lstStyle/>
          <a:p>
            <a:r>
              <a:rPr sz="1100" b="0">
                <a:solidFill>
                  <a:srgbClr val="374151"/>
                </a:solidFill>
                <a:latin typeface="Aptos"/>
              </a:rPr>
              <a:t>Software Engineer | Microsoft Certified Trainer | Author</a:t>
            </a:r>
          </a:p>
        </p:txBody>
      </p:sp>
      <p:pic>
        <p:nvPicPr>
          <p:cNvPr id="9" name="Image 0" descr="/mnt/data/template_unzip/ppt/media/image6.png"/>
          <p:cNvPicPr>
            <a:picLocks noChangeAspect="1"/>
          </p:cNvPicPr>
          <p:nvPr/>
        </p:nvPicPr>
        <p:blipFill>
          <a:blip r:embed="rId3">
            <a:alphaModFix amt="88000"/>
          </a:blip>
          <a:stretch>
            <a:fillRect/>
          </a:stretch>
        </p:blipFill>
        <p:spPr>
          <a:xfrm>
            <a:off x="8503920" y="1691640"/>
            <a:ext cx="2560320" cy="25603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6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137160"/>
          </a:xfrm>
          <a:prstGeom prst="rect">
            <a:avLst/>
          </a:prstGeom>
          <a:solidFill>
            <a:srgbClr val="08A9C9"/>
          </a:solidFill>
          <a:ln w="12700">
            <a:solidFill>
              <a:srgbClr val="08A9C9"/>
            </a:solidFill>
            <a:prstDash val="solid"/>
          </a:ln>
        </p:spPr>
        <p:txBody>
          <a:bodyPr/>
          <a:lstStyle/>
          <a:p>
            <a:endParaRPr lang="en-US"/>
          </a:p>
        </p:txBody>
      </p:sp>
      <p:sp>
        <p:nvSpPr>
          <p:cNvPr id="3" name="Shape 1"/>
          <p:cNvSpPr/>
          <p:nvPr/>
        </p:nvSpPr>
        <p:spPr>
          <a:xfrm>
            <a:off x="11640312" y="6382512"/>
            <a:ext cx="548640" cy="475488"/>
          </a:xfrm>
          <a:prstGeom prst="rtTriangle">
            <a:avLst/>
          </a:prstGeom>
          <a:solidFill>
            <a:srgbClr val="08A9C9"/>
          </a:solidFill>
          <a:ln w="12700">
            <a:solidFill>
              <a:srgbClr val="08A9C9"/>
            </a:solidFill>
            <a:prstDash val="solid"/>
          </a:ln>
        </p:spPr>
        <p:txBody>
          <a:bodyPr/>
          <a:lstStyle/>
          <a:p>
            <a:endParaRPr lang="en-US"/>
          </a:p>
        </p:txBody>
      </p:sp>
      <p:sp>
        <p:nvSpPr>
          <p:cNvPr id="4" name="Text 2"/>
          <p:cNvSpPr/>
          <p:nvPr/>
        </p:nvSpPr>
        <p:spPr>
          <a:xfrm>
            <a:off x="502920" y="6464808"/>
            <a:ext cx="5943600" cy="201168"/>
          </a:xfrm>
          <a:prstGeom prst="rect">
            <a:avLst/>
          </a:prstGeom>
          <a:noFill/>
          <a:ln/>
        </p:spPr>
        <p:txBody>
          <a:bodyPr wrap="square" lIns="0" tIns="0" rIns="0" bIns="0" rtlCol="0" anchor="ctr"/>
          <a:lstStyle/>
          <a:p>
            <a:r>
              <a:rPr sz="1300" b="0">
                <a:solidFill>
                  <a:srgbClr val="374151"/>
                </a:solidFill>
                <a:latin typeface="Aptos"/>
              </a:rPr>
              <a:t>Program Introduction</a:t>
            </a:r>
          </a:p>
        </p:txBody>
      </p:sp>
      <p:sp>
        <p:nvSpPr>
          <p:cNvPr id="5" name="Text 3"/>
          <p:cNvSpPr/>
          <p:nvPr/>
        </p:nvSpPr>
        <p:spPr>
          <a:xfrm>
            <a:off x="777240" y="1965960"/>
            <a:ext cx="6217920" cy="1143000"/>
          </a:xfrm>
          <a:prstGeom prst="rect">
            <a:avLst/>
          </a:prstGeom>
          <a:noFill/>
          <a:ln/>
        </p:spPr>
        <p:txBody>
          <a:bodyPr wrap="square" lIns="0" tIns="0" rIns="0" bIns="0" rtlCol="0" anchor="ctr">
            <a:normAutofit/>
          </a:bodyPr>
          <a:lstStyle/>
          <a:p>
            <a:r>
              <a:rPr sz="3000" b="0" dirty="0">
                <a:solidFill>
                  <a:srgbClr val="08A9C9"/>
                </a:solidFill>
                <a:latin typeface="Aptos Display"/>
              </a:rPr>
              <a:t>HELLO! I am Trevoir</a:t>
            </a:r>
          </a:p>
          <a:p>
            <a:r>
              <a:rPr sz="3000" b="0" dirty="0">
                <a:solidFill>
                  <a:srgbClr val="08A9C9"/>
                </a:solidFill>
                <a:latin typeface="Aptos Display"/>
              </a:rPr>
              <a:t>Williams</a:t>
            </a:r>
          </a:p>
        </p:txBody>
      </p:sp>
      <p:sp>
        <p:nvSpPr>
          <p:cNvPr id="6" name="Text 4"/>
          <p:cNvSpPr/>
          <p:nvPr/>
        </p:nvSpPr>
        <p:spPr>
          <a:xfrm>
            <a:off x="822960" y="3246120"/>
            <a:ext cx="6309360" cy="457200"/>
          </a:xfrm>
          <a:prstGeom prst="rect">
            <a:avLst/>
          </a:prstGeom>
          <a:noFill/>
          <a:ln/>
        </p:spPr>
        <p:txBody>
          <a:bodyPr wrap="square" lIns="0" tIns="0" rIns="0" bIns="0" rtlCol="0" anchor="ctr">
            <a:normAutofit/>
          </a:bodyPr>
          <a:lstStyle/>
          <a:p>
            <a:r>
              <a:rPr sz="1400" b="0">
                <a:solidFill>
                  <a:srgbClr val="374151"/>
                </a:solidFill>
                <a:latin typeface="Aptos"/>
              </a:rPr>
              <a:t>Software Engineer | Author | Microsoft Certified Trainer</a:t>
            </a:r>
          </a:p>
        </p:txBody>
      </p:sp>
      <p:sp>
        <p:nvSpPr>
          <p:cNvPr id="8" name="Shape 6"/>
          <p:cNvSpPr/>
          <p:nvPr/>
        </p:nvSpPr>
        <p:spPr>
          <a:xfrm>
            <a:off x="7132319" y="1600199"/>
            <a:ext cx="4452599" cy="3024699"/>
          </a:xfrm>
          <a:prstGeom prst="roundRect">
            <a:avLst>
              <a:gd name="adj" fmla="val 1846"/>
            </a:avLst>
          </a:prstGeom>
          <a:solidFill>
            <a:srgbClr val="FFFFFF"/>
          </a:solidFill>
          <a:ln w="12700">
            <a:solidFill>
              <a:srgbClr val="B8C7D6"/>
            </a:solidFill>
            <a:prstDash val="solid"/>
          </a:ln>
        </p:spPr>
        <p:txBody>
          <a:bodyPr/>
          <a:lstStyle/>
          <a:p>
            <a:endParaRPr lang="en-US"/>
          </a:p>
        </p:txBody>
      </p:sp>
      <p:pic>
        <p:nvPicPr>
          <p:cNvPr id="10" name="Picture 9">
            <a:extLst>
              <a:ext uri="{FF2B5EF4-FFF2-40B4-BE49-F238E27FC236}">
                <a16:creationId xmlns:a16="http://schemas.microsoft.com/office/drawing/2014/main" id="{87B97978-9AC8-2892-CE1C-0FBAFB8E823F}"/>
              </a:ext>
            </a:extLst>
          </p:cNvPr>
          <p:cNvPicPr>
            <a:picLocks noChangeAspect="1"/>
          </p:cNvPicPr>
          <p:nvPr/>
        </p:nvPicPr>
        <p:blipFill>
          <a:blip r:embed="rId3"/>
          <a:stretch>
            <a:fillRect/>
          </a:stretch>
        </p:blipFill>
        <p:spPr>
          <a:xfrm>
            <a:off x="7220738" y="1679734"/>
            <a:ext cx="4290359" cy="285845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6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137160"/>
          </a:xfrm>
          <a:prstGeom prst="rect">
            <a:avLst/>
          </a:prstGeom>
          <a:solidFill>
            <a:srgbClr val="08A9C9"/>
          </a:solidFill>
          <a:ln w="12700">
            <a:solidFill>
              <a:srgbClr val="08A9C9"/>
            </a:solidFill>
            <a:prstDash val="solid"/>
          </a:ln>
        </p:spPr>
        <p:txBody>
          <a:bodyPr/>
          <a:lstStyle/>
          <a:p>
            <a:endParaRPr lang="en-US"/>
          </a:p>
        </p:txBody>
      </p:sp>
      <p:sp>
        <p:nvSpPr>
          <p:cNvPr id="3" name="Shape 1"/>
          <p:cNvSpPr/>
          <p:nvPr/>
        </p:nvSpPr>
        <p:spPr>
          <a:xfrm>
            <a:off x="11640312" y="6382512"/>
            <a:ext cx="548640" cy="475488"/>
          </a:xfrm>
          <a:prstGeom prst="rtTriangle">
            <a:avLst/>
          </a:prstGeom>
          <a:solidFill>
            <a:srgbClr val="08A9C9"/>
          </a:solidFill>
          <a:ln w="12700">
            <a:solidFill>
              <a:srgbClr val="08A9C9"/>
            </a:solidFill>
            <a:prstDash val="solid"/>
          </a:ln>
        </p:spPr>
        <p:txBody>
          <a:bodyPr/>
          <a:lstStyle/>
          <a:p>
            <a:endParaRPr lang="en-US"/>
          </a:p>
        </p:txBody>
      </p:sp>
      <p:sp>
        <p:nvSpPr>
          <p:cNvPr id="4" name="Text 2"/>
          <p:cNvSpPr/>
          <p:nvPr/>
        </p:nvSpPr>
        <p:spPr>
          <a:xfrm>
            <a:off x="502920" y="6464808"/>
            <a:ext cx="5943600" cy="201168"/>
          </a:xfrm>
          <a:prstGeom prst="rect">
            <a:avLst/>
          </a:prstGeom>
          <a:noFill/>
          <a:ln/>
        </p:spPr>
        <p:txBody>
          <a:bodyPr wrap="square" lIns="0" tIns="0" rIns="0" bIns="0" rtlCol="0" anchor="ctr"/>
          <a:lstStyle/>
          <a:p>
            <a:r>
              <a:rPr sz="1300" b="0">
                <a:solidFill>
                  <a:srgbClr val="374151"/>
                </a:solidFill>
                <a:latin typeface="Aptos"/>
              </a:rPr>
              <a:t>Program Introduction</a:t>
            </a:r>
          </a:p>
        </p:txBody>
      </p:sp>
      <p:sp>
        <p:nvSpPr>
          <p:cNvPr id="5" name="Text 3"/>
          <p:cNvSpPr/>
          <p:nvPr/>
        </p:nvSpPr>
        <p:spPr>
          <a:xfrm>
            <a:off x="502920" y="621792"/>
            <a:ext cx="8686800" cy="502920"/>
          </a:xfrm>
          <a:prstGeom prst="rect">
            <a:avLst/>
          </a:prstGeom>
          <a:noFill/>
          <a:ln/>
        </p:spPr>
        <p:txBody>
          <a:bodyPr wrap="square" lIns="0" tIns="0" rIns="0" bIns="0" rtlCol="0" anchor="ctr">
            <a:normAutofit/>
          </a:bodyPr>
          <a:lstStyle/>
          <a:p>
            <a:r>
              <a:rPr sz="3000" b="0">
                <a:solidFill>
                  <a:srgbClr val="08A9C9"/>
                </a:solidFill>
                <a:latin typeface="Aptos Display"/>
              </a:rPr>
              <a:t>Course Objectives</a:t>
            </a:r>
          </a:p>
        </p:txBody>
      </p:sp>
      <p:sp>
        <p:nvSpPr>
          <p:cNvPr id="6" name="Text 4"/>
          <p:cNvSpPr/>
          <p:nvPr/>
        </p:nvSpPr>
        <p:spPr>
          <a:xfrm>
            <a:off x="502920" y="1298448"/>
            <a:ext cx="7772400" cy="347472"/>
          </a:xfrm>
          <a:prstGeom prst="rect">
            <a:avLst/>
          </a:prstGeom>
          <a:noFill/>
          <a:ln/>
        </p:spPr>
        <p:txBody>
          <a:bodyPr wrap="square" lIns="0" tIns="0" rIns="0" bIns="0" rtlCol="0" anchor="ctr">
            <a:normAutofit/>
          </a:bodyPr>
          <a:lstStyle/>
          <a:p>
            <a:r>
              <a:rPr sz="1400" b="0">
                <a:solidFill>
                  <a:srgbClr val="374151"/>
                </a:solidFill>
                <a:latin typeface="Aptos"/>
              </a:rPr>
              <a:t>What you will be able to explain, configure, and evaluate by the end of the course.</a:t>
            </a:r>
            <a:endParaRPr sz="1550" dirty="0">
              <a:solidFill>
                <a:srgbClr val="536071"/>
              </a:solidFill>
              <a:latin typeface="Aptos"/>
            </a:endParaRPr>
          </a:p>
        </p:txBody>
      </p:sp>
      <p:sp>
        <p:nvSpPr>
          <p:cNvPr id="7" name="Text 5"/>
          <p:cNvSpPr/>
          <p:nvPr/>
        </p:nvSpPr>
        <p:spPr>
          <a:xfrm>
            <a:off x="640080" y="1783080"/>
            <a:ext cx="6995160" cy="4160520"/>
          </a:xfrm>
          <a:prstGeom prst="rect">
            <a:avLst/>
          </a:prstGeom>
          <a:noFill/>
          <a:ln/>
        </p:spPr>
        <p:txBody>
          <a:bodyPr wrap="square" lIns="508" tIns="508" rIns="508" bIns="508" rtlCol="0" anchor="ctr">
            <a:normAutofit/>
          </a:bodyPr>
          <a:lstStyle/>
          <a:p>
            <a:pPr>
              <a:spcAft>
                <a:spcPts val="200"/>
              </a:spcAft>
            </a:pPr>
            <a:r>
              <a:rPr sz="2000">
                <a:solidFill>
                  <a:srgbClr val="374151"/>
                </a:solidFill>
                <a:latin typeface="Aptos"/>
              </a:rPr>
              <a:t>▸ </a:t>
            </a:r>
            <a:r>
              <a:rPr sz="2000" dirty="0">
                <a:solidFill>
                  <a:srgbClr val="374151"/>
                </a:solidFill>
                <a:latin typeface="Aptos"/>
              </a:rPr>
              <a:t>Provision Foundry projects, model deployments, and secure access boundaries.</a:t>
            </a:r>
          </a:p>
          <a:p>
            <a:pPr>
              <a:spcAft>
                <a:spcPts val="200"/>
              </a:spcAft>
            </a:pPr>
            <a:r>
              <a:rPr sz="2000" dirty="0">
                <a:solidFill>
                  <a:srgbClr val="374151"/>
                </a:solidFill>
                <a:latin typeface="Aptos"/>
              </a:rPr>
              <a:t>▸ Create governed prompt agents and connect them to knowledge and tools.</a:t>
            </a:r>
          </a:p>
          <a:p>
            <a:pPr>
              <a:spcAft>
                <a:spcPts val="200"/>
              </a:spcAft>
            </a:pPr>
            <a:r>
              <a:rPr sz="2000" dirty="0">
                <a:solidFill>
                  <a:srgbClr val="374151"/>
                </a:solidFill>
                <a:latin typeface="Aptos"/>
              </a:rPr>
              <a:t>▸ Use Foundry IQ, MCP, A2A, evaluation, monitoring, and governance concepts responsibly.</a:t>
            </a:r>
          </a:p>
          <a:p>
            <a:pPr>
              <a:spcAft>
                <a:spcPts val="200"/>
              </a:spcAft>
            </a:pPr>
            <a:r>
              <a:rPr sz="2000" dirty="0">
                <a:solidFill>
                  <a:srgbClr val="374151"/>
                </a:solidFill>
                <a:latin typeface="Aptos"/>
              </a:rPr>
              <a:t>▸ Review an enterprise-ready agent architecture with production controls.</a:t>
            </a:r>
          </a:p>
        </p:txBody>
      </p:sp>
      <p:sp>
        <p:nvSpPr>
          <p:cNvPr id="8" name="Shape 6"/>
          <p:cNvSpPr/>
          <p:nvPr/>
        </p:nvSpPr>
        <p:spPr>
          <a:xfrm>
            <a:off x="7909560" y="1645920"/>
            <a:ext cx="2971800" cy="2331720"/>
          </a:xfrm>
          <a:prstGeom prst="roundRect">
            <a:avLst>
              <a:gd name="adj" fmla="val 3137"/>
            </a:avLst>
          </a:prstGeom>
          <a:solidFill>
            <a:srgbClr val="FFFFFF"/>
          </a:solidFill>
          <a:ln w="12700">
            <a:solidFill>
              <a:srgbClr val="B8C7D6"/>
            </a:solidFill>
            <a:prstDash val="solid"/>
          </a:ln>
        </p:spPr>
        <p:txBody>
          <a:bodyPr/>
          <a:lstStyle/>
          <a:p>
            <a:endParaRPr lang="en-US"/>
          </a:p>
        </p:txBody>
      </p:sp>
      <p:sp>
        <p:nvSpPr>
          <p:cNvPr id="9" name="Shape 7"/>
          <p:cNvSpPr/>
          <p:nvPr/>
        </p:nvSpPr>
        <p:spPr>
          <a:xfrm>
            <a:off x="8138160" y="1929384"/>
            <a:ext cx="329184" cy="329184"/>
          </a:xfrm>
          <a:prstGeom prst="ellipse">
            <a:avLst/>
          </a:prstGeom>
          <a:solidFill>
            <a:srgbClr val="08A9C9"/>
          </a:solidFill>
          <a:ln w="12700">
            <a:solidFill>
              <a:srgbClr val="08A9C9"/>
            </a:solidFill>
            <a:prstDash val="solid"/>
          </a:ln>
        </p:spPr>
        <p:txBody>
          <a:bodyPr/>
          <a:lstStyle/>
          <a:p>
            <a:endParaRPr lang="en-US"/>
          </a:p>
        </p:txBody>
      </p:sp>
      <p:sp>
        <p:nvSpPr>
          <p:cNvPr id="10" name="Text 8"/>
          <p:cNvSpPr/>
          <p:nvPr/>
        </p:nvSpPr>
        <p:spPr>
          <a:xfrm>
            <a:off x="8138160" y="2002536"/>
            <a:ext cx="329184" cy="109728"/>
          </a:xfrm>
          <a:prstGeom prst="rect">
            <a:avLst/>
          </a:prstGeom>
          <a:noFill/>
          <a:ln/>
        </p:spPr>
        <p:txBody>
          <a:bodyPr wrap="square" lIns="0" tIns="0" rIns="0" bIns="0" rtlCol="0" anchor="ctr"/>
          <a:lstStyle/>
          <a:p>
            <a:pPr marL="0" indent="0" algn="ctr">
              <a:buNone/>
            </a:pPr>
            <a:r>
              <a:rPr sz="1300" b="1">
                <a:solidFill>
                  <a:srgbClr val="FFFFFF"/>
                </a:solidFill>
                <a:latin typeface="Aptos"/>
              </a:rPr>
              <a:t>i</a:t>
            </a:r>
            <a:endParaRPr lang="en-US" sz="1000" dirty="0"/>
          </a:p>
        </p:txBody>
      </p:sp>
      <p:sp>
        <p:nvSpPr>
          <p:cNvPr id="11" name="Text 9"/>
          <p:cNvSpPr/>
          <p:nvPr/>
        </p:nvSpPr>
        <p:spPr>
          <a:xfrm>
            <a:off x="8567928" y="1947672"/>
            <a:ext cx="2148840" cy="320040"/>
          </a:xfrm>
          <a:prstGeom prst="rect">
            <a:avLst/>
          </a:prstGeom>
          <a:noFill/>
          <a:ln/>
        </p:spPr>
        <p:txBody>
          <a:bodyPr wrap="square" lIns="0" tIns="0" rIns="0" bIns="0" rtlCol="0" anchor="ctr">
            <a:normAutofit/>
          </a:bodyPr>
          <a:lstStyle/>
          <a:p>
            <a:r>
              <a:rPr sz="1300" b="1">
                <a:solidFill>
                  <a:srgbClr val="1F2A37"/>
                </a:solidFill>
                <a:latin typeface="Aptos"/>
              </a:rPr>
              <a:t>Course outcome</a:t>
            </a:r>
          </a:p>
        </p:txBody>
      </p:sp>
      <p:sp>
        <p:nvSpPr>
          <p:cNvPr id="12" name="Text 10"/>
          <p:cNvSpPr/>
          <p:nvPr/>
        </p:nvSpPr>
        <p:spPr>
          <a:xfrm>
            <a:off x="8138160" y="2743200"/>
            <a:ext cx="2514600" cy="1051560"/>
          </a:xfrm>
          <a:prstGeom prst="rect">
            <a:avLst/>
          </a:prstGeom>
          <a:noFill/>
          <a:ln/>
        </p:spPr>
        <p:txBody>
          <a:bodyPr wrap="square" lIns="0" tIns="0" rIns="0" bIns="0" rtlCol="0" anchor="ctr">
            <a:normAutofit/>
          </a:bodyPr>
          <a:lstStyle/>
          <a:p>
            <a:r>
              <a:rPr sz="1600" b="0" dirty="0">
                <a:solidFill>
                  <a:srgbClr val="374151"/>
                </a:solidFill>
                <a:latin typeface="Aptos"/>
              </a:rPr>
              <a:t>A practical platform architecture path for enterprise-grade AI agents.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00"/>
                                        <p:tgtEl>
                                          <p:spTgt spid="9"/>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500"/>
                                        <p:tgtEl>
                                          <p:spTgt spid="10"/>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500"/>
                                        <p:tgtEl>
                                          <p:spTgt spid="11"/>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6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137160"/>
          </a:xfrm>
          <a:prstGeom prst="rect">
            <a:avLst/>
          </a:prstGeom>
          <a:solidFill>
            <a:srgbClr val="08A9C9"/>
          </a:solidFill>
          <a:ln w="12700">
            <a:solidFill>
              <a:srgbClr val="08A9C9"/>
            </a:solidFill>
            <a:prstDash val="solid"/>
          </a:ln>
        </p:spPr>
        <p:txBody>
          <a:bodyPr/>
          <a:lstStyle/>
          <a:p>
            <a:endParaRPr lang="en-US"/>
          </a:p>
        </p:txBody>
      </p:sp>
      <p:sp>
        <p:nvSpPr>
          <p:cNvPr id="3" name="Shape 1"/>
          <p:cNvSpPr/>
          <p:nvPr/>
        </p:nvSpPr>
        <p:spPr>
          <a:xfrm>
            <a:off x="11640312" y="6382512"/>
            <a:ext cx="548640" cy="475488"/>
          </a:xfrm>
          <a:prstGeom prst="rtTriangle">
            <a:avLst/>
          </a:prstGeom>
          <a:solidFill>
            <a:srgbClr val="08A9C9"/>
          </a:solidFill>
          <a:ln w="12700">
            <a:solidFill>
              <a:srgbClr val="08A9C9"/>
            </a:solidFill>
            <a:prstDash val="solid"/>
          </a:ln>
        </p:spPr>
        <p:txBody>
          <a:bodyPr/>
          <a:lstStyle/>
          <a:p>
            <a:endParaRPr lang="en-US"/>
          </a:p>
        </p:txBody>
      </p:sp>
      <p:sp>
        <p:nvSpPr>
          <p:cNvPr id="4" name="Text 2"/>
          <p:cNvSpPr/>
          <p:nvPr/>
        </p:nvSpPr>
        <p:spPr>
          <a:xfrm>
            <a:off x="502920" y="6464808"/>
            <a:ext cx="5943600" cy="201168"/>
          </a:xfrm>
          <a:prstGeom prst="rect">
            <a:avLst/>
          </a:prstGeom>
          <a:noFill/>
          <a:ln/>
        </p:spPr>
        <p:txBody>
          <a:bodyPr wrap="square" lIns="0" tIns="0" rIns="0" bIns="0" rtlCol="0" anchor="ctr"/>
          <a:lstStyle/>
          <a:p>
            <a:r>
              <a:rPr sz="1300" b="0">
                <a:solidFill>
                  <a:srgbClr val="374151"/>
                </a:solidFill>
                <a:latin typeface="Aptos"/>
              </a:rPr>
              <a:t>Program Introduction</a:t>
            </a:r>
          </a:p>
        </p:txBody>
      </p:sp>
      <p:sp>
        <p:nvSpPr>
          <p:cNvPr id="5" name="Text 3"/>
          <p:cNvSpPr/>
          <p:nvPr/>
        </p:nvSpPr>
        <p:spPr>
          <a:xfrm>
            <a:off x="502920" y="621792"/>
            <a:ext cx="8686800" cy="502920"/>
          </a:xfrm>
          <a:prstGeom prst="rect">
            <a:avLst/>
          </a:prstGeom>
          <a:noFill/>
          <a:ln/>
        </p:spPr>
        <p:txBody>
          <a:bodyPr wrap="square" lIns="0" tIns="0" rIns="0" bIns="0" rtlCol="0" anchor="ctr">
            <a:normAutofit/>
          </a:bodyPr>
          <a:lstStyle/>
          <a:p>
            <a:r>
              <a:rPr sz="3000" b="0">
                <a:solidFill>
                  <a:srgbClr val="08A9C9"/>
                </a:solidFill>
                <a:latin typeface="Aptos Display"/>
              </a:rPr>
              <a:t>How to Approach This Course</a:t>
            </a:r>
          </a:p>
        </p:txBody>
      </p:sp>
      <p:sp>
        <p:nvSpPr>
          <p:cNvPr id="6" name="Text 4"/>
          <p:cNvSpPr/>
          <p:nvPr/>
        </p:nvSpPr>
        <p:spPr>
          <a:xfrm>
            <a:off x="502920" y="1298448"/>
            <a:ext cx="7772400" cy="347472"/>
          </a:xfrm>
          <a:prstGeom prst="rect">
            <a:avLst/>
          </a:prstGeom>
          <a:noFill/>
          <a:ln/>
        </p:spPr>
        <p:txBody>
          <a:bodyPr wrap="square" lIns="0" tIns="0" rIns="0" bIns="0" rtlCol="0" anchor="ctr">
            <a:normAutofit/>
          </a:bodyPr>
          <a:lstStyle/>
          <a:p>
            <a:r>
              <a:rPr sz="1400" b="0">
                <a:solidFill>
                  <a:srgbClr val="374151"/>
                </a:solidFill>
                <a:latin typeface="Aptos"/>
              </a:rPr>
              <a:t>The goal is practical platform confidence, not memorizing every portal screen.</a:t>
            </a:r>
          </a:p>
        </p:txBody>
      </p:sp>
      <p:sp>
        <p:nvSpPr>
          <p:cNvPr id="7" name="Text 5"/>
          <p:cNvSpPr/>
          <p:nvPr/>
        </p:nvSpPr>
        <p:spPr>
          <a:xfrm>
            <a:off x="640080" y="1783080"/>
            <a:ext cx="6995160" cy="4160520"/>
          </a:xfrm>
          <a:prstGeom prst="rect">
            <a:avLst/>
          </a:prstGeom>
          <a:noFill/>
          <a:ln/>
        </p:spPr>
        <p:txBody>
          <a:bodyPr wrap="square" lIns="508" tIns="508" rIns="508" bIns="508" rtlCol="0" anchor="ctr">
            <a:normAutofit/>
          </a:bodyPr>
          <a:lstStyle/>
          <a:p>
            <a:pPr>
              <a:spcAft>
                <a:spcPts val="200"/>
              </a:spcAft>
            </a:pPr>
            <a:r>
              <a:rPr sz="2400" dirty="0">
                <a:solidFill>
                  <a:srgbClr val="374151"/>
                </a:solidFill>
                <a:latin typeface="Aptos"/>
              </a:rPr>
              <a:t>▸ Treat Microsoft Learn as the source of truth for fast-moving product details.</a:t>
            </a:r>
          </a:p>
          <a:p>
            <a:pPr>
              <a:spcAft>
                <a:spcPts val="200"/>
              </a:spcAft>
            </a:pPr>
            <a:r>
              <a:rPr sz="2400" dirty="0">
                <a:solidFill>
                  <a:srgbClr val="374151"/>
                </a:solidFill>
                <a:latin typeface="Aptos"/>
              </a:rPr>
              <a:t>▸ Focus on architecture decisions, security boundaries, and operational readiness.</a:t>
            </a:r>
          </a:p>
          <a:p>
            <a:pPr>
              <a:spcAft>
                <a:spcPts val="200"/>
              </a:spcAft>
            </a:pPr>
            <a:r>
              <a:rPr sz="2400" dirty="0">
                <a:solidFill>
                  <a:srgbClr val="374151"/>
                </a:solidFill>
                <a:latin typeface="Aptos"/>
              </a:rPr>
              <a:t>▸ Use demonstrations to see how concepts appear in the current portal.</a:t>
            </a:r>
          </a:p>
          <a:p>
            <a:pPr>
              <a:spcAft>
                <a:spcPts val="200"/>
              </a:spcAft>
            </a:pPr>
            <a:r>
              <a:rPr sz="2400" dirty="0">
                <a:solidFill>
                  <a:srgbClr val="374151"/>
                </a:solidFill>
                <a:latin typeface="Aptos"/>
              </a:rPr>
              <a:t>▸ Expect preview features to be clearly marked and handled carefully.</a:t>
            </a:r>
          </a:p>
          <a:p>
            <a:pPr>
              <a:spcAft>
                <a:spcPts val="200"/>
              </a:spcAft>
            </a:pPr>
            <a:r>
              <a:rPr sz="2400" dirty="0">
                <a:solidFill>
                  <a:srgbClr val="374151"/>
                </a:solidFill>
                <a:latin typeface="Aptos"/>
              </a:rPr>
              <a:t>▸ Use labs to practice configuration, validation, and governance checks.</a:t>
            </a:r>
          </a:p>
        </p:txBody>
      </p:sp>
      <p:sp>
        <p:nvSpPr>
          <p:cNvPr id="8" name="Shape 6"/>
          <p:cNvSpPr/>
          <p:nvPr/>
        </p:nvSpPr>
        <p:spPr>
          <a:xfrm>
            <a:off x="7909560" y="1645920"/>
            <a:ext cx="2971800" cy="2331720"/>
          </a:xfrm>
          <a:prstGeom prst="roundRect">
            <a:avLst>
              <a:gd name="adj" fmla="val 3137"/>
            </a:avLst>
          </a:prstGeom>
          <a:solidFill>
            <a:srgbClr val="FFFFFF"/>
          </a:solidFill>
          <a:ln w="12700">
            <a:solidFill>
              <a:srgbClr val="B8C7D6"/>
            </a:solidFill>
            <a:prstDash val="solid"/>
          </a:ln>
        </p:spPr>
        <p:txBody>
          <a:bodyPr/>
          <a:lstStyle/>
          <a:p>
            <a:endParaRPr lang="en-US"/>
          </a:p>
        </p:txBody>
      </p:sp>
      <p:sp>
        <p:nvSpPr>
          <p:cNvPr id="9" name="Shape 7"/>
          <p:cNvSpPr/>
          <p:nvPr/>
        </p:nvSpPr>
        <p:spPr>
          <a:xfrm>
            <a:off x="8138160" y="1929384"/>
            <a:ext cx="329184" cy="329184"/>
          </a:xfrm>
          <a:prstGeom prst="ellipse">
            <a:avLst/>
          </a:prstGeom>
          <a:solidFill>
            <a:srgbClr val="08A9C9"/>
          </a:solidFill>
          <a:ln w="12700">
            <a:solidFill>
              <a:srgbClr val="08A9C9"/>
            </a:solidFill>
            <a:prstDash val="solid"/>
          </a:ln>
        </p:spPr>
        <p:txBody>
          <a:bodyPr/>
          <a:lstStyle/>
          <a:p>
            <a:endParaRPr lang="en-US"/>
          </a:p>
        </p:txBody>
      </p:sp>
      <p:sp>
        <p:nvSpPr>
          <p:cNvPr id="10" name="Text 8"/>
          <p:cNvSpPr/>
          <p:nvPr/>
        </p:nvSpPr>
        <p:spPr>
          <a:xfrm>
            <a:off x="8138160" y="2002536"/>
            <a:ext cx="329184" cy="109728"/>
          </a:xfrm>
          <a:prstGeom prst="rect">
            <a:avLst/>
          </a:prstGeom>
          <a:noFill/>
          <a:ln/>
        </p:spPr>
        <p:txBody>
          <a:bodyPr wrap="square" lIns="0" tIns="0" rIns="0" bIns="0" rtlCol="0" anchor="ctr"/>
          <a:lstStyle/>
          <a:p>
            <a:pPr marL="0" indent="0" algn="ctr">
              <a:buNone/>
            </a:pPr>
            <a:r>
              <a:rPr sz="1300" b="1">
                <a:solidFill>
                  <a:srgbClr val="FFFFFF"/>
                </a:solidFill>
                <a:latin typeface="Aptos"/>
              </a:rPr>
              <a:t>i</a:t>
            </a:r>
            <a:endParaRPr lang="en-US" sz="1000"/>
          </a:p>
        </p:txBody>
      </p:sp>
      <p:sp>
        <p:nvSpPr>
          <p:cNvPr id="11" name="Text 9"/>
          <p:cNvSpPr/>
          <p:nvPr/>
        </p:nvSpPr>
        <p:spPr>
          <a:xfrm>
            <a:off x="8567928" y="1947672"/>
            <a:ext cx="2148840" cy="320040"/>
          </a:xfrm>
          <a:prstGeom prst="rect">
            <a:avLst/>
          </a:prstGeom>
          <a:noFill/>
          <a:ln/>
        </p:spPr>
        <p:txBody>
          <a:bodyPr wrap="square" lIns="0" tIns="0" rIns="0" bIns="0" rtlCol="0" anchor="ctr">
            <a:normAutofit/>
          </a:bodyPr>
          <a:lstStyle/>
          <a:p>
            <a:r>
              <a:rPr sz="1300" b="1">
                <a:solidFill>
                  <a:srgbClr val="1F2A37"/>
                </a:solidFill>
                <a:latin typeface="Aptos"/>
              </a:rPr>
              <a:t>Learning posture</a:t>
            </a:r>
          </a:p>
        </p:txBody>
      </p:sp>
      <p:sp>
        <p:nvSpPr>
          <p:cNvPr id="12" name="Text 10"/>
          <p:cNvSpPr/>
          <p:nvPr/>
        </p:nvSpPr>
        <p:spPr>
          <a:xfrm>
            <a:off x="8138160" y="2743200"/>
            <a:ext cx="2514600" cy="1051560"/>
          </a:xfrm>
          <a:prstGeom prst="rect">
            <a:avLst/>
          </a:prstGeom>
          <a:noFill/>
          <a:ln/>
        </p:spPr>
        <p:txBody>
          <a:bodyPr wrap="square" lIns="0" tIns="0" rIns="0" bIns="0" rtlCol="0" anchor="ctr">
            <a:normAutofit/>
          </a:bodyPr>
          <a:lstStyle/>
          <a:p>
            <a:r>
              <a:rPr sz="1600" b="0" dirty="0">
                <a:solidFill>
                  <a:srgbClr val="374151"/>
                </a:solidFill>
                <a:latin typeface="Aptos"/>
              </a:rPr>
              <a:t>Think like an enterprise reviewer: what is enabled, who can use it, and how is it governed?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fade">
                                      <p:cBhvr>
                                        <p:cTn id="27" dur="500"/>
                                        <p:tgtEl>
                                          <p:spTgt spid="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500"/>
                                        <p:tgtEl>
                                          <p:spTgt spid="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500"/>
                                        <p:tgtEl>
                                          <p:spTgt spid="10"/>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fade">
                                      <p:cBhvr>
                                        <p:cTn id="41" dur="500"/>
                                        <p:tgtEl>
                                          <p:spTgt spid="11"/>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6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137160"/>
          </a:xfrm>
          <a:prstGeom prst="rect">
            <a:avLst/>
          </a:prstGeom>
          <a:solidFill>
            <a:srgbClr val="08A9C9"/>
          </a:solidFill>
          <a:ln w="12700">
            <a:solidFill>
              <a:srgbClr val="08A9C9"/>
            </a:solidFill>
            <a:prstDash val="solid"/>
          </a:ln>
        </p:spPr>
        <p:txBody>
          <a:bodyPr/>
          <a:lstStyle/>
          <a:p>
            <a:endParaRPr lang="en-US"/>
          </a:p>
        </p:txBody>
      </p:sp>
      <p:sp>
        <p:nvSpPr>
          <p:cNvPr id="3" name="Shape 1"/>
          <p:cNvSpPr/>
          <p:nvPr/>
        </p:nvSpPr>
        <p:spPr>
          <a:xfrm>
            <a:off x="11640312" y="6382512"/>
            <a:ext cx="548640" cy="475488"/>
          </a:xfrm>
          <a:prstGeom prst="rtTriangle">
            <a:avLst/>
          </a:prstGeom>
          <a:solidFill>
            <a:srgbClr val="08A9C9"/>
          </a:solidFill>
          <a:ln w="12700">
            <a:solidFill>
              <a:srgbClr val="08A9C9"/>
            </a:solidFill>
            <a:prstDash val="solid"/>
          </a:ln>
        </p:spPr>
        <p:txBody>
          <a:bodyPr/>
          <a:lstStyle/>
          <a:p>
            <a:endParaRPr lang="en-US"/>
          </a:p>
        </p:txBody>
      </p:sp>
      <p:sp>
        <p:nvSpPr>
          <p:cNvPr id="4" name="Text 2"/>
          <p:cNvSpPr/>
          <p:nvPr/>
        </p:nvSpPr>
        <p:spPr>
          <a:xfrm>
            <a:off x="502920" y="6464808"/>
            <a:ext cx="5943600" cy="201168"/>
          </a:xfrm>
          <a:prstGeom prst="rect">
            <a:avLst/>
          </a:prstGeom>
          <a:noFill/>
          <a:ln/>
        </p:spPr>
        <p:txBody>
          <a:bodyPr wrap="square" lIns="0" tIns="0" rIns="0" bIns="0" rtlCol="0" anchor="ctr"/>
          <a:lstStyle/>
          <a:p>
            <a:r>
              <a:rPr sz="1300" b="0">
                <a:solidFill>
                  <a:srgbClr val="374151"/>
                </a:solidFill>
                <a:latin typeface="Aptos"/>
              </a:rPr>
              <a:t>Program Introduction</a:t>
            </a:r>
          </a:p>
        </p:txBody>
      </p:sp>
      <p:sp>
        <p:nvSpPr>
          <p:cNvPr id="5" name="Text 3"/>
          <p:cNvSpPr/>
          <p:nvPr/>
        </p:nvSpPr>
        <p:spPr>
          <a:xfrm>
            <a:off x="502920" y="621792"/>
            <a:ext cx="8686800" cy="502920"/>
          </a:xfrm>
          <a:prstGeom prst="rect">
            <a:avLst/>
          </a:prstGeom>
          <a:noFill/>
          <a:ln/>
        </p:spPr>
        <p:txBody>
          <a:bodyPr wrap="square" lIns="0" tIns="0" rIns="0" bIns="0" rtlCol="0" anchor="ctr">
            <a:normAutofit/>
          </a:bodyPr>
          <a:lstStyle/>
          <a:p>
            <a:r>
              <a:rPr sz="2800" b="0">
                <a:solidFill>
                  <a:srgbClr val="08A9C9"/>
                </a:solidFill>
                <a:latin typeface="Aptos Display"/>
              </a:rPr>
              <a:t>Enterprise Scenario: Governed Agent Operations</a:t>
            </a:r>
          </a:p>
        </p:txBody>
      </p:sp>
      <p:sp>
        <p:nvSpPr>
          <p:cNvPr id="6" name="Text 4"/>
          <p:cNvSpPr/>
          <p:nvPr/>
        </p:nvSpPr>
        <p:spPr>
          <a:xfrm>
            <a:off x="502920" y="1298448"/>
            <a:ext cx="7772400" cy="347472"/>
          </a:xfrm>
          <a:prstGeom prst="rect">
            <a:avLst/>
          </a:prstGeom>
          <a:noFill/>
          <a:ln/>
        </p:spPr>
        <p:txBody>
          <a:bodyPr wrap="square" lIns="0" tIns="0" rIns="0" bIns="0" rtlCol="0" anchor="ctr">
            <a:normAutofit fontScale="92500"/>
          </a:bodyPr>
          <a:lstStyle/>
          <a:p>
            <a:r>
              <a:rPr sz="1400" b="0">
                <a:solidFill>
                  <a:srgbClr val="374151"/>
                </a:solidFill>
                <a:latin typeface="Aptos"/>
              </a:rPr>
              <a:t>The course follows an organization moving from scattered AI experiments to managed enterprise agents.</a:t>
            </a:r>
          </a:p>
        </p:txBody>
      </p:sp>
      <p:sp>
        <p:nvSpPr>
          <p:cNvPr id="7" name="Text 5"/>
          <p:cNvSpPr/>
          <p:nvPr/>
        </p:nvSpPr>
        <p:spPr>
          <a:xfrm>
            <a:off x="640080" y="1783080"/>
            <a:ext cx="6995160" cy="4160520"/>
          </a:xfrm>
          <a:prstGeom prst="rect">
            <a:avLst/>
          </a:prstGeom>
          <a:noFill/>
          <a:ln/>
        </p:spPr>
        <p:txBody>
          <a:bodyPr wrap="square" lIns="508" tIns="508" rIns="508" bIns="508" rtlCol="0" anchor="ctr">
            <a:normAutofit/>
          </a:bodyPr>
          <a:lstStyle/>
          <a:p>
            <a:pPr>
              <a:spcAft>
                <a:spcPts val="200"/>
              </a:spcAft>
            </a:pPr>
            <a:r>
              <a:rPr sz="2000" dirty="0">
                <a:solidFill>
                  <a:srgbClr val="374151"/>
                </a:solidFill>
                <a:latin typeface="Aptos"/>
              </a:rPr>
              <a:t>▸ Teams need a shared platform for models, agents, knowledge, and tools.</a:t>
            </a:r>
          </a:p>
          <a:p>
            <a:pPr>
              <a:spcAft>
                <a:spcPts val="200"/>
              </a:spcAft>
            </a:pPr>
            <a:r>
              <a:rPr sz="2000" dirty="0">
                <a:solidFill>
                  <a:srgbClr val="374151"/>
                </a:solidFill>
                <a:latin typeface="Aptos"/>
              </a:rPr>
              <a:t>▸ Security teams need identity, policy, auditability, and controlled tool access.</a:t>
            </a:r>
          </a:p>
          <a:p>
            <a:pPr>
              <a:spcAft>
                <a:spcPts val="200"/>
              </a:spcAft>
            </a:pPr>
            <a:r>
              <a:rPr sz="2000" dirty="0">
                <a:solidFill>
                  <a:srgbClr val="374151"/>
                </a:solidFill>
                <a:latin typeface="Aptos"/>
              </a:rPr>
              <a:t>▸ Developers and cloud teams need repeatable project and deployment patterns.</a:t>
            </a:r>
          </a:p>
          <a:p>
            <a:pPr>
              <a:spcAft>
                <a:spcPts val="200"/>
              </a:spcAft>
            </a:pPr>
            <a:r>
              <a:rPr sz="2000" dirty="0">
                <a:solidFill>
                  <a:srgbClr val="374151"/>
                </a:solidFill>
                <a:latin typeface="Aptos"/>
              </a:rPr>
              <a:t>▸ Business teams need grounded answers with citations and escalation paths.</a:t>
            </a:r>
          </a:p>
          <a:p>
            <a:pPr>
              <a:spcAft>
                <a:spcPts val="200"/>
              </a:spcAft>
            </a:pPr>
            <a:r>
              <a:rPr sz="2000" dirty="0">
                <a:solidFill>
                  <a:srgbClr val="374151"/>
                </a:solidFill>
                <a:latin typeface="Aptos"/>
              </a:rPr>
              <a:t>▸ Operations teams need monitoring, evaluation, cost visibility, and lifecycle control.</a:t>
            </a:r>
          </a:p>
        </p:txBody>
      </p:sp>
      <p:sp>
        <p:nvSpPr>
          <p:cNvPr id="8" name="Shape 6"/>
          <p:cNvSpPr/>
          <p:nvPr/>
        </p:nvSpPr>
        <p:spPr>
          <a:xfrm>
            <a:off x="7909560" y="1645920"/>
            <a:ext cx="2971800" cy="2331720"/>
          </a:xfrm>
          <a:prstGeom prst="roundRect">
            <a:avLst>
              <a:gd name="adj" fmla="val 3137"/>
            </a:avLst>
          </a:prstGeom>
          <a:solidFill>
            <a:srgbClr val="FFFFFF"/>
          </a:solidFill>
          <a:ln w="12700">
            <a:solidFill>
              <a:srgbClr val="B8C7D6"/>
            </a:solidFill>
            <a:prstDash val="solid"/>
          </a:ln>
        </p:spPr>
        <p:txBody>
          <a:bodyPr/>
          <a:lstStyle/>
          <a:p>
            <a:endParaRPr lang="en-US"/>
          </a:p>
        </p:txBody>
      </p:sp>
      <p:sp>
        <p:nvSpPr>
          <p:cNvPr id="9" name="Shape 7"/>
          <p:cNvSpPr/>
          <p:nvPr/>
        </p:nvSpPr>
        <p:spPr>
          <a:xfrm>
            <a:off x="8138160" y="1929384"/>
            <a:ext cx="329184" cy="329184"/>
          </a:xfrm>
          <a:prstGeom prst="ellipse">
            <a:avLst/>
          </a:prstGeom>
          <a:solidFill>
            <a:srgbClr val="08A9C9"/>
          </a:solidFill>
          <a:ln w="12700">
            <a:solidFill>
              <a:srgbClr val="08A9C9"/>
            </a:solidFill>
            <a:prstDash val="solid"/>
          </a:ln>
        </p:spPr>
        <p:txBody>
          <a:bodyPr/>
          <a:lstStyle/>
          <a:p>
            <a:endParaRPr lang="en-US"/>
          </a:p>
        </p:txBody>
      </p:sp>
      <p:sp>
        <p:nvSpPr>
          <p:cNvPr id="10" name="Text 8"/>
          <p:cNvSpPr/>
          <p:nvPr/>
        </p:nvSpPr>
        <p:spPr>
          <a:xfrm>
            <a:off x="8138160" y="2002536"/>
            <a:ext cx="329184" cy="109728"/>
          </a:xfrm>
          <a:prstGeom prst="rect">
            <a:avLst/>
          </a:prstGeom>
          <a:noFill/>
          <a:ln/>
        </p:spPr>
        <p:txBody>
          <a:bodyPr wrap="square" lIns="0" tIns="0" rIns="0" bIns="0" rtlCol="0" anchor="ctr"/>
          <a:lstStyle/>
          <a:p>
            <a:pPr marL="0" indent="0" algn="ctr">
              <a:buNone/>
            </a:pPr>
            <a:r>
              <a:rPr sz="1300" b="1">
                <a:solidFill>
                  <a:srgbClr val="FFFFFF"/>
                </a:solidFill>
                <a:latin typeface="Aptos"/>
              </a:rPr>
              <a:t>i</a:t>
            </a:r>
            <a:endParaRPr lang="en-US" sz="1000"/>
          </a:p>
        </p:txBody>
      </p:sp>
      <p:sp>
        <p:nvSpPr>
          <p:cNvPr id="11" name="Text 9"/>
          <p:cNvSpPr/>
          <p:nvPr/>
        </p:nvSpPr>
        <p:spPr>
          <a:xfrm>
            <a:off x="8567928" y="1947672"/>
            <a:ext cx="2148840" cy="320040"/>
          </a:xfrm>
          <a:prstGeom prst="rect">
            <a:avLst/>
          </a:prstGeom>
          <a:noFill/>
          <a:ln/>
        </p:spPr>
        <p:txBody>
          <a:bodyPr wrap="square" lIns="0" tIns="0" rIns="0" bIns="0" rtlCol="0" anchor="ctr">
            <a:normAutofit/>
          </a:bodyPr>
          <a:lstStyle/>
          <a:p>
            <a:r>
              <a:rPr sz="1300" b="1">
                <a:solidFill>
                  <a:srgbClr val="1F2A37"/>
                </a:solidFill>
                <a:latin typeface="Aptos"/>
              </a:rPr>
              <a:t>Scenario lens</a:t>
            </a:r>
          </a:p>
        </p:txBody>
      </p:sp>
      <p:sp>
        <p:nvSpPr>
          <p:cNvPr id="12" name="Text 10"/>
          <p:cNvSpPr/>
          <p:nvPr/>
        </p:nvSpPr>
        <p:spPr>
          <a:xfrm>
            <a:off x="8138160" y="2743200"/>
            <a:ext cx="2514600" cy="1051560"/>
          </a:xfrm>
          <a:prstGeom prst="rect">
            <a:avLst/>
          </a:prstGeom>
          <a:noFill/>
          <a:ln/>
        </p:spPr>
        <p:txBody>
          <a:bodyPr wrap="square" lIns="0" tIns="0" rIns="0" bIns="0" rtlCol="0" anchor="ctr">
            <a:normAutofit/>
          </a:bodyPr>
          <a:lstStyle/>
          <a:p>
            <a:r>
              <a:rPr sz="1600" b="0" dirty="0">
                <a:solidFill>
                  <a:srgbClr val="374151"/>
                </a:solidFill>
                <a:latin typeface="Aptos"/>
              </a:rPr>
              <a:t>Every lesson asks whether an agent can be trusted, operated, and governed.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00"/>
                                        <p:tgtEl>
                                          <p:spTgt spid="9"/>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500"/>
                                        <p:tgtEl>
                                          <p:spTgt spid="10"/>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500"/>
                                        <p:tgtEl>
                                          <p:spTgt spid="11"/>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75">
          <a:extLst>
            <a:ext uri="{FF2B5EF4-FFF2-40B4-BE49-F238E27FC236}">
              <a16:creationId xmlns:a16="http://schemas.microsoft.com/office/drawing/2014/main" id="{48CC5620-3F38-101F-DDC5-F547B5CDF052}"/>
            </a:ext>
          </a:extLst>
        </p:cNvPr>
        <p:cNvGrpSpPr/>
        <p:nvPr/>
      </p:nvGrpSpPr>
      <p:grpSpPr>
        <a:xfrm>
          <a:off x="0" y="0"/>
          <a:ext cx="0" cy="0"/>
          <a:chOff x="0" y="0"/>
          <a:chExt cx="0" cy="0"/>
        </a:xfrm>
      </p:grpSpPr>
      <p:sp>
        <p:nvSpPr>
          <p:cNvPr id="2076" name="Google Shape;2076;p34">
            <a:extLst>
              <a:ext uri="{FF2B5EF4-FFF2-40B4-BE49-F238E27FC236}">
                <a16:creationId xmlns:a16="http://schemas.microsoft.com/office/drawing/2014/main" id="{3CC9266D-F945-1245-A39C-25514D16933C}"/>
              </a:ext>
            </a:extLst>
          </p:cNvPr>
          <p:cNvSpPr txBox="1">
            <a:spLocks noGrp="1"/>
          </p:cNvSpPr>
          <p:nvPr>
            <p:ph type="sldNum" idx="12"/>
          </p:nvPr>
        </p:nvSpPr>
        <p:spPr>
          <a:prstGeom prst="rect">
            <a:avLst/>
          </a:prstGeom>
        </p:spPr>
        <p:txBody>
          <a:bodyPr spcFirstLastPara="1" wrap="square" lIns="0" tIns="0" rIns="0" bIns="0" anchor="b" anchorCtr="0">
            <a:no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r>
              <a:rPr sz="1000" b="0">
                <a:solidFill>
                  <a:srgbClr val="374151"/>
                </a:solidFill>
                <a:latin typeface="Aptos"/>
              </a:rPr>
              <a:t>6</a:t>
            </a:r>
            <a:endParaRPr kumimoji="0" sz="1600" b="0" i="0" u="none" strike="noStrike" kern="0" cap="none" spc="0" normalizeH="0" baseline="0" noProof="0">
              <a:ln>
                <a:noFill/>
              </a:ln>
              <a:solidFill>
                <a:srgbClr val="FFFFFF"/>
              </a:solidFill>
              <a:effectLst/>
              <a:uLnTx/>
              <a:uFillTx/>
              <a:latin typeface="Barlow Light"/>
              <a:sym typeface="Barlow Light"/>
            </a:endParaRPr>
          </a:p>
        </p:txBody>
      </p:sp>
      <p:sp>
        <p:nvSpPr>
          <p:cNvPr id="2223" name="Google Shape;2223;p34">
            <a:extLst>
              <a:ext uri="{FF2B5EF4-FFF2-40B4-BE49-F238E27FC236}">
                <a16:creationId xmlns:a16="http://schemas.microsoft.com/office/drawing/2014/main" id="{C3EC0352-5F1D-A6FF-8B3E-4CF870E9B20D}"/>
              </a:ext>
            </a:extLst>
          </p:cNvPr>
          <p:cNvSpPr txBox="1">
            <a:spLocks noGrp="1"/>
          </p:cNvSpPr>
          <p:nvPr>
            <p:ph type="ctrTitle" idx="4294967295"/>
          </p:nvPr>
        </p:nvSpPr>
        <p:spPr>
          <a:xfrm>
            <a:off x="1211223" y="1772778"/>
            <a:ext cx="5791200" cy="1111249"/>
          </a:xfrm>
          <a:prstGeom prst="rect">
            <a:avLst/>
          </a:prstGeom>
        </p:spPr>
        <p:txBody>
          <a:bodyPr spcFirstLastPara="1" wrap="square" lIns="0" tIns="0" rIns="0" bIns="0" anchor="t" anchorCtr="0">
            <a:noAutofit/>
          </a:bodyPr>
          <a:lstStyle/>
          <a:p>
            <a:r>
              <a:rPr sz="3600" b="0">
                <a:solidFill>
                  <a:srgbClr val="08A9C9"/>
                </a:solidFill>
                <a:latin typeface="Aptos Display"/>
              </a:rPr>
              <a:t>Welcome!</a:t>
            </a:r>
            <a:endParaRPr sz="9600"/>
          </a:p>
        </p:txBody>
      </p:sp>
      <p:sp>
        <p:nvSpPr>
          <p:cNvPr id="2224" name="Google Shape;2224;p34">
            <a:extLst>
              <a:ext uri="{FF2B5EF4-FFF2-40B4-BE49-F238E27FC236}">
                <a16:creationId xmlns:a16="http://schemas.microsoft.com/office/drawing/2014/main" id="{228996F1-10FF-B05B-A99A-A04429CC6A12}"/>
              </a:ext>
            </a:extLst>
          </p:cNvPr>
          <p:cNvSpPr txBox="1">
            <a:spLocks noGrp="1"/>
          </p:cNvSpPr>
          <p:nvPr>
            <p:ph type="subTitle" idx="4294967295"/>
          </p:nvPr>
        </p:nvSpPr>
        <p:spPr>
          <a:xfrm>
            <a:off x="1476525" y="3849250"/>
            <a:ext cx="5791200" cy="2561167"/>
          </a:xfrm>
          <a:prstGeom prst="rect">
            <a:avLst/>
          </a:prstGeom>
        </p:spPr>
        <p:txBody>
          <a:bodyPr spcFirstLastPara="1" wrap="square" lIns="0" tIns="0" rIns="0" bIns="0" anchor="t" anchorCtr="0">
            <a:noAutofit/>
          </a:bodyPr>
          <a:lstStyle/>
          <a:p>
            <a:pPr marL="0" indent="0">
              <a:spcBef>
                <a:spcPts val="800"/>
              </a:spcBef>
              <a:buNone/>
            </a:pPr>
            <a:r>
              <a:rPr sz="2000" b="0">
                <a:solidFill>
                  <a:srgbClr val="374151"/>
                </a:solidFill>
                <a:latin typeface="Aptos"/>
              </a:rPr>
              <a:t>Let’s get started</a:t>
            </a:r>
            <a:endParaRPr sz="4800" b="1">
              <a:solidFill>
                <a:schemeClr val="accent1"/>
              </a:solidFill>
              <a:latin typeface="Barlow"/>
              <a:ea typeface="Barlow"/>
              <a:cs typeface="Barlow"/>
              <a:sym typeface="Barlow"/>
            </a:endParaRPr>
          </a:p>
        </p:txBody>
      </p:sp>
      <p:grpSp>
        <p:nvGrpSpPr>
          <p:cNvPr id="2" name="Google Shape;408;p15">
            <a:extLst>
              <a:ext uri="{FF2B5EF4-FFF2-40B4-BE49-F238E27FC236}">
                <a16:creationId xmlns:a16="http://schemas.microsoft.com/office/drawing/2014/main" id="{4EEF2F3D-E5E8-3808-8240-B986FE9C54A8}"/>
              </a:ext>
            </a:extLst>
          </p:cNvPr>
          <p:cNvGrpSpPr/>
          <p:nvPr/>
        </p:nvGrpSpPr>
        <p:grpSpPr>
          <a:xfrm>
            <a:off x="7171935" y="693010"/>
            <a:ext cx="4319631" cy="4424887"/>
            <a:chOff x="2270525" y="117216"/>
            <a:chExt cx="4650765" cy="4762722"/>
          </a:xfrm>
        </p:grpSpPr>
        <p:sp>
          <p:nvSpPr>
            <p:cNvPr id="3" name="Google Shape;409;p15">
              <a:extLst>
                <a:ext uri="{FF2B5EF4-FFF2-40B4-BE49-F238E27FC236}">
                  <a16:creationId xmlns:a16="http://schemas.microsoft.com/office/drawing/2014/main" id="{AB23D074-14C0-FF84-AD29-F902B1B36478}"/>
                </a:ext>
              </a:extLst>
            </p:cNvPr>
            <p:cNvSpPr/>
            <p:nvPr/>
          </p:nvSpPr>
          <p:spPr>
            <a:xfrm>
              <a:off x="2270525" y="2788917"/>
              <a:ext cx="1367464" cy="791146"/>
            </a:xfrm>
            <a:custGeom>
              <a:avLst/>
              <a:gdLst/>
              <a:ahLst/>
              <a:cxnLst/>
              <a:rect l="l" t="t" r="r" b="b"/>
              <a:pathLst>
                <a:path w="1367464" h="791146" extrusionOk="0">
                  <a:moveTo>
                    <a:pt x="1367464" y="395573"/>
                  </a:moveTo>
                  <a:cubicBezTo>
                    <a:pt x="1367464" y="614042"/>
                    <a:pt x="1061347" y="791146"/>
                    <a:pt x="683732" y="791146"/>
                  </a:cubicBezTo>
                  <a:cubicBezTo>
                    <a:pt x="306117" y="791146"/>
                    <a:pt x="0" y="614042"/>
                    <a:pt x="0" y="395573"/>
                  </a:cubicBezTo>
                  <a:cubicBezTo>
                    <a:pt x="0" y="177104"/>
                    <a:pt x="306117" y="0"/>
                    <a:pt x="683732" y="0"/>
                  </a:cubicBezTo>
                  <a:cubicBezTo>
                    <a:pt x="1061347" y="0"/>
                    <a:pt x="1367464" y="177104"/>
                    <a:pt x="1367464" y="395573"/>
                  </a:cubicBezTo>
                  <a:close/>
                </a:path>
              </a:pathLst>
            </a:custGeom>
            <a:solidFill>
              <a:srgbClr val="D6D8E5">
                <a:alpha val="14900"/>
              </a:srgbClr>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4" name="Google Shape;410;p15">
              <a:extLst>
                <a:ext uri="{FF2B5EF4-FFF2-40B4-BE49-F238E27FC236}">
                  <a16:creationId xmlns:a16="http://schemas.microsoft.com/office/drawing/2014/main" id="{15018EF8-F76F-E305-E080-5F822797FD1E}"/>
                </a:ext>
              </a:extLst>
            </p:cNvPr>
            <p:cNvSpPr/>
            <p:nvPr/>
          </p:nvSpPr>
          <p:spPr>
            <a:xfrm>
              <a:off x="2565006" y="2921600"/>
              <a:ext cx="762723" cy="441198"/>
            </a:xfrm>
            <a:custGeom>
              <a:avLst/>
              <a:gdLst/>
              <a:ahLst/>
              <a:cxnLst/>
              <a:rect l="l" t="t" r="r" b="b"/>
              <a:pathLst>
                <a:path w="762723" h="441198" extrusionOk="0">
                  <a:moveTo>
                    <a:pt x="762723" y="220599"/>
                  </a:moveTo>
                  <a:cubicBezTo>
                    <a:pt x="762723" y="342432"/>
                    <a:pt x="591982" y="441198"/>
                    <a:pt x="381362" y="441198"/>
                  </a:cubicBezTo>
                  <a:cubicBezTo>
                    <a:pt x="170741" y="441198"/>
                    <a:pt x="0" y="342432"/>
                    <a:pt x="0" y="220599"/>
                  </a:cubicBezTo>
                  <a:cubicBezTo>
                    <a:pt x="0" y="98765"/>
                    <a:pt x="170741" y="0"/>
                    <a:pt x="381362" y="0"/>
                  </a:cubicBezTo>
                  <a:cubicBezTo>
                    <a:pt x="591982" y="0"/>
                    <a:pt x="762723" y="98765"/>
                    <a:pt x="762723" y="220599"/>
                  </a:cubicBezTo>
                  <a:close/>
                </a:path>
              </a:pathLst>
            </a:custGeom>
            <a:solidFill>
              <a:srgbClr val="EDEFF9">
                <a:alpha val="49800"/>
              </a:srgbClr>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5" name="Google Shape;411;p15">
              <a:extLst>
                <a:ext uri="{FF2B5EF4-FFF2-40B4-BE49-F238E27FC236}">
                  <a16:creationId xmlns:a16="http://schemas.microsoft.com/office/drawing/2014/main" id="{FA19DEAE-3FC0-8C78-E0FD-27D1E21C5D6A}"/>
                </a:ext>
              </a:extLst>
            </p:cNvPr>
            <p:cNvSpPr/>
            <p:nvPr/>
          </p:nvSpPr>
          <p:spPr>
            <a:xfrm>
              <a:off x="2834012" y="3000943"/>
              <a:ext cx="217486" cy="125920"/>
            </a:xfrm>
            <a:custGeom>
              <a:avLst/>
              <a:gdLst/>
              <a:ahLst/>
              <a:cxnLst/>
              <a:rect l="l" t="t" r="r" b="b"/>
              <a:pathLst>
                <a:path w="217486" h="125920" extrusionOk="0">
                  <a:moveTo>
                    <a:pt x="217486" y="62960"/>
                  </a:moveTo>
                  <a:cubicBezTo>
                    <a:pt x="217486" y="97732"/>
                    <a:pt x="168800" y="125920"/>
                    <a:pt x="108743" y="125920"/>
                  </a:cubicBezTo>
                  <a:cubicBezTo>
                    <a:pt x="48686" y="125920"/>
                    <a:pt x="0" y="97732"/>
                    <a:pt x="0" y="62960"/>
                  </a:cubicBezTo>
                  <a:cubicBezTo>
                    <a:pt x="0" y="28188"/>
                    <a:pt x="48686" y="0"/>
                    <a:pt x="108743" y="0"/>
                  </a:cubicBezTo>
                  <a:cubicBezTo>
                    <a:pt x="168800" y="0"/>
                    <a:pt x="217486" y="28188"/>
                    <a:pt x="217486" y="62960"/>
                  </a:cubicBezTo>
                  <a:close/>
                </a:path>
              </a:pathLst>
            </a:custGeom>
            <a:solidFill>
              <a:srgbClr val="EDEFF9"/>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6" name="Google Shape;412;p15">
              <a:extLst>
                <a:ext uri="{FF2B5EF4-FFF2-40B4-BE49-F238E27FC236}">
                  <a16:creationId xmlns:a16="http://schemas.microsoft.com/office/drawing/2014/main" id="{4005EA21-80F8-72F5-1B2D-027FA54DA94B}"/>
                </a:ext>
              </a:extLst>
            </p:cNvPr>
            <p:cNvSpPr/>
            <p:nvPr/>
          </p:nvSpPr>
          <p:spPr>
            <a:xfrm>
              <a:off x="2841806" y="2229228"/>
              <a:ext cx="209121" cy="823531"/>
            </a:xfrm>
            <a:custGeom>
              <a:avLst/>
              <a:gdLst/>
              <a:ahLst/>
              <a:cxnLst/>
              <a:rect l="l" t="t" r="r" b="b"/>
              <a:pathLst>
                <a:path w="209121" h="823531" extrusionOk="0">
                  <a:moveTo>
                    <a:pt x="0" y="0"/>
                  </a:moveTo>
                  <a:lnTo>
                    <a:pt x="209121" y="0"/>
                  </a:lnTo>
                  <a:lnTo>
                    <a:pt x="209121" y="823532"/>
                  </a:lnTo>
                  <a:lnTo>
                    <a:pt x="0" y="823532"/>
                  </a:lnTo>
                  <a:close/>
                </a:path>
              </a:pathLst>
            </a:custGeom>
            <a:solidFill>
              <a:srgbClr val="EDEFF9"/>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7" name="Google Shape;413;p15">
              <a:extLst>
                <a:ext uri="{FF2B5EF4-FFF2-40B4-BE49-F238E27FC236}">
                  <a16:creationId xmlns:a16="http://schemas.microsoft.com/office/drawing/2014/main" id="{13A42D10-42CA-4FA1-8F34-2844170EE183}"/>
                </a:ext>
              </a:extLst>
            </p:cNvPr>
            <p:cNvSpPr/>
            <p:nvPr/>
          </p:nvSpPr>
          <p:spPr>
            <a:xfrm>
              <a:off x="2831826" y="2112223"/>
              <a:ext cx="249895" cy="580777"/>
            </a:xfrm>
            <a:custGeom>
              <a:avLst/>
              <a:gdLst/>
              <a:ahLst/>
              <a:cxnLst/>
              <a:rect l="l" t="t" r="r" b="b"/>
              <a:pathLst>
                <a:path w="249895" h="580777" extrusionOk="0">
                  <a:moveTo>
                    <a:pt x="0" y="107670"/>
                  </a:moveTo>
                  <a:cubicBezTo>
                    <a:pt x="0" y="107670"/>
                    <a:pt x="5703" y="277025"/>
                    <a:pt x="125948" y="580777"/>
                  </a:cubicBezTo>
                  <a:cubicBezTo>
                    <a:pt x="125948" y="580777"/>
                    <a:pt x="237923" y="336175"/>
                    <a:pt x="249520" y="102527"/>
                  </a:cubicBezTo>
                  <a:cubicBezTo>
                    <a:pt x="261117" y="-131122"/>
                    <a:pt x="0" y="107670"/>
                    <a:pt x="0" y="107670"/>
                  </a:cubicBezTo>
                  <a:close/>
                </a:path>
              </a:pathLst>
            </a:custGeom>
            <a:solidFill>
              <a:srgbClr val="FFBC00"/>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8" name="Google Shape;414;p15">
              <a:extLst>
                <a:ext uri="{FF2B5EF4-FFF2-40B4-BE49-F238E27FC236}">
                  <a16:creationId xmlns:a16="http://schemas.microsoft.com/office/drawing/2014/main" id="{02CBCE0D-5268-4FA7-DFAC-A2045DD46DCD}"/>
                </a:ext>
              </a:extLst>
            </p:cNvPr>
            <p:cNvSpPr/>
            <p:nvPr/>
          </p:nvSpPr>
          <p:spPr>
            <a:xfrm>
              <a:off x="2373659" y="1582290"/>
              <a:ext cx="397711" cy="625506"/>
            </a:xfrm>
            <a:custGeom>
              <a:avLst/>
              <a:gdLst/>
              <a:ahLst/>
              <a:cxnLst/>
              <a:rect l="l" t="t" r="r" b="b"/>
              <a:pathLst>
                <a:path w="397711" h="625506" extrusionOk="0">
                  <a:moveTo>
                    <a:pt x="311306" y="0"/>
                  </a:moveTo>
                  <a:lnTo>
                    <a:pt x="33079" y="271272"/>
                  </a:lnTo>
                  <a:lnTo>
                    <a:pt x="0" y="625507"/>
                  </a:lnTo>
                  <a:lnTo>
                    <a:pt x="336495" y="456438"/>
                  </a:lnTo>
                  <a:lnTo>
                    <a:pt x="397711" y="24384"/>
                  </a:lnTo>
                  <a:lnTo>
                    <a:pt x="311306" y="0"/>
                  </a:lnTo>
                  <a:close/>
                </a:path>
              </a:pathLst>
            </a:custGeom>
            <a:solidFill>
              <a:schemeClr val="accent1"/>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9" name="Google Shape;415;p15">
              <a:extLst>
                <a:ext uri="{FF2B5EF4-FFF2-40B4-BE49-F238E27FC236}">
                  <a16:creationId xmlns:a16="http://schemas.microsoft.com/office/drawing/2014/main" id="{8ADCB456-DE59-8E83-F9FC-73460E8171C1}"/>
                </a:ext>
              </a:extLst>
            </p:cNvPr>
            <p:cNvSpPr/>
            <p:nvPr/>
          </p:nvSpPr>
          <p:spPr>
            <a:xfrm>
              <a:off x="3144177" y="1582290"/>
              <a:ext cx="397710" cy="625506"/>
            </a:xfrm>
            <a:custGeom>
              <a:avLst/>
              <a:gdLst/>
              <a:ahLst/>
              <a:cxnLst/>
              <a:rect l="l" t="t" r="r" b="b"/>
              <a:pathLst>
                <a:path w="397710" h="625506" extrusionOk="0">
                  <a:moveTo>
                    <a:pt x="86405" y="0"/>
                  </a:moveTo>
                  <a:lnTo>
                    <a:pt x="364537" y="271272"/>
                  </a:lnTo>
                  <a:lnTo>
                    <a:pt x="397711" y="625507"/>
                  </a:lnTo>
                  <a:lnTo>
                    <a:pt x="59980" y="444722"/>
                  </a:lnTo>
                  <a:lnTo>
                    <a:pt x="0" y="24384"/>
                  </a:lnTo>
                  <a:lnTo>
                    <a:pt x="86405" y="0"/>
                  </a:lnTo>
                  <a:close/>
                </a:path>
              </a:pathLst>
            </a:custGeom>
            <a:solidFill>
              <a:schemeClr val="accent1"/>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 name="Google Shape;416;p15">
              <a:extLst>
                <a:ext uri="{FF2B5EF4-FFF2-40B4-BE49-F238E27FC236}">
                  <a16:creationId xmlns:a16="http://schemas.microsoft.com/office/drawing/2014/main" id="{436D9C77-97EC-A1A7-CC24-8443C08D4342}"/>
                </a:ext>
              </a:extLst>
            </p:cNvPr>
            <p:cNvSpPr/>
            <p:nvPr/>
          </p:nvSpPr>
          <p:spPr>
            <a:xfrm>
              <a:off x="2815951" y="2102641"/>
              <a:ext cx="276610" cy="160020"/>
            </a:xfrm>
            <a:custGeom>
              <a:avLst/>
              <a:gdLst/>
              <a:ahLst/>
              <a:cxnLst/>
              <a:rect l="l" t="t" r="r" b="b"/>
              <a:pathLst>
                <a:path w="276610" h="160020" extrusionOk="0">
                  <a:moveTo>
                    <a:pt x="276611" y="80010"/>
                  </a:moveTo>
                  <a:cubicBezTo>
                    <a:pt x="276611" y="124198"/>
                    <a:pt x="214689" y="160020"/>
                    <a:pt x="138305" y="160020"/>
                  </a:cubicBezTo>
                  <a:cubicBezTo>
                    <a:pt x="61921" y="160020"/>
                    <a:pt x="0" y="124198"/>
                    <a:pt x="0" y="80010"/>
                  </a:cubicBezTo>
                  <a:cubicBezTo>
                    <a:pt x="0" y="35822"/>
                    <a:pt x="61921" y="0"/>
                    <a:pt x="138305" y="0"/>
                  </a:cubicBezTo>
                  <a:cubicBezTo>
                    <a:pt x="214689" y="0"/>
                    <a:pt x="276611" y="35822"/>
                    <a:pt x="276611" y="80010"/>
                  </a:cubicBezTo>
                  <a:close/>
                </a:path>
              </a:pathLst>
            </a:custGeom>
            <a:solidFill>
              <a:srgbClr val="424956"/>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1" name="Google Shape;417;p15">
              <a:extLst>
                <a:ext uri="{FF2B5EF4-FFF2-40B4-BE49-F238E27FC236}">
                  <a16:creationId xmlns:a16="http://schemas.microsoft.com/office/drawing/2014/main" id="{8F01531C-0F99-D388-D3E9-F6948C4096BD}"/>
                </a:ext>
              </a:extLst>
            </p:cNvPr>
            <p:cNvSpPr/>
            <p:nvPr/>
          </p:nvSpPr>
          <p:spPr>
            <a:xfrm>
              <a:off x="2744565" y="2030632"/>
              <a:ext cx="418908" cy="74675"/>
            </a:xfrm>
            <a:custGeom>
              <a:avLst/>
              <a:gdLst/>
              <a:ahLst/>
              <a:cxnLst/>
              <a:rect l="l" t="t" r="r" b="b"/>
              <a:pathLst>
                <a:path w="418908" h="74675" extrusionOk="0">
                  <a:moveTo>
                    <a:pt x="0" y="72009"/>
                  </a:moveTo>
                  <a:lnTo>
                    <a:pt x="0" y="0"/>
                  </a:lnTo>
                  <a:lnTo>
                    <a:pt x="418908" y="0"/>
                  </a:lnTo>
                  <a:lnTo>
                    <a:pt x="418908" y="74676"/>
                  </a:lnTo>
                  <a:lnTo>
                    <a:pt x="0" y="72009"/>
                  </a:lnTo>
                  <a:close/>
                </a:path>
              </a:pathLst>
            </a:custGeom>
            <a:solidFill>
              <a:srgbClr val="494949"/>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2" name="Google Shape;418;p15">
              <a:extLst>
                <a:ext uri="{FF2B5EF4-FFF2-40B4-BE49-F238E27FC236}">
                  <a16:creationId xmlns:a16="http://schemas.microsoft.com/office/drawing/2014/main" id="{419D976C-DA9D-C11E-318E-2C1B665267FB}"/>
                </a:ext>
              </a:extLst>
            </p:cNvPr>
            <p:cNvSpPr/>
            <p:nvPr/>
          </p:nvSpPr>
          <p:spPr>
            <a:xfrm>
              <a:off x="2744565" y="1981197"/>
              <a:ext cx="419383" cy="242697"/>
            </a:xfrm>
            <a:custGeom>
              <a:avLst/>
              <a:gdLst/>
              <a:ahLst/>
              <a:cxnLst/>
              <a:rect l="l" t="t" r="r" b="b"/>
              <a:pathLst>
                <a:path w="419383" h="242697" extrusionOk="0">
                  <a:moveTo>
                    <a:pt x="419384" y="121348"/>
                  </a:moveTo>
                  <a:cubicBezTo>
                    <a:pt x="419384" y="188367"/>
                    <a:pt x="325501" y="242697"/>
                    <a:pt x="209692" y="242697"/>
                  </a:cubicBezTo>
                  <a:cubicBezTo>
                    <a:pt x="93882" y="242697"/>
                    <a:pt x="0" y="188367"/>
                    <a:pt x="0" y="121348"/>
                  </a:cubicBezTo>
                  <a:cubicBezTo>
                    <a:pt x="0" y="54330"/>
                    <a:pt x="93882" y="0"/>
                    <a:pt x="209692" y="0"/>
                  </a:cubicBezTo>
                  <a:cubicBezTo>
                    <a:pt x="325501" y="0"/>
                    <a:pt x="419384" y="54329"/>
                    <a:pt x="419384" y="121348"/>
                  </a:cubicBezTo>
                  <a:close/>
                </a:path>
              </a:pathLst>
            </a:custGeom>
            <a:solidFill>
              <a:srgbClr val="2B303F"/>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3" name="Google Shape;419;p15">
              <a:extLst>
                <a:ext uri="{FF2B5EF4-FFF2-40B4-BE49-F238E27FC236}">
                  <a16:creationId xmlns:a16="http://schemas.microsoft.com/office/drawing/2014/main" id="{BC768BFB-A4EC-BED2-06C7-A70FCBB347E8}"/>
                </a:ext>
              </a:extLst>
            </p:cNvPr>
            <p:cNvSpPr/>
            <p:nvPr/>
          </p:nvSpPr>
          <p:spPr>
            <a:xfrm>
              <a:off x="2697703" y="1845275"/>
              <a:ext cx="511777" cy="296036"/>
            </a:xfrm>
            <a:custGeom>
              <a:avLst/>
              <a:gdLst/>
              <a:ahLst/>
              <a:cxnLst/>
              <a:rect l="l" t="t" r="r" b="b"/>
              <a:pathLst>
                <a:path w="511777" h="296036" extrusionOk="0">
                  <a:moveTo>
                    <a:pt x="511777" y="148019"/>
                  </a:moveTo>
                  <a:cubicBezTo>
                    <a:pt x="511777" y="229767"/>
                    <a:pt x="397212" y="296037"/>
                    <a:pt x="255889" y="296037"/>
                  </a:cubicBezTo>
                  <a:cubicBezTo>
                    <a:pt x="114565" y="296037"/>
                    <a:pt x="0" y="229767"/>
                    <a:pt x="0" y="148019"/>
                  </a:cubicBezTo>
                  <a:cubicBezTo>
                    <a:pt x="0" y="66270"/>
                    <a:pt x="114565" y="0"/>
                    <a:pt x="255889" y="0"/>
                  </a:cubicBezTo>
                  <a:cubicBezTo>
                    <a:pt x="397212" y="0"/>
                    <a:pt x="511777" y="66270"/>
                    <a:pt x="511777" y="148019"/>
                  </a:cubicBezTo>
                  <a:close/>
                </a:path>
              </a:pathLst>
            </a:custGeom>
            <a:solidFill>
              <a:srgbClr val="EDEFF9"/>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4" name="Google Shape;420;p15">
              <a:extLst>
                <a:ext uri="{FF2B5EF4-FFF2-40B4-BE49-F238E27FC236}">
                  <a16:creationId xmlns:a16="http://schemas.microsoft.com/office/drawing/2014/main" id="{1C97EC35-0898-190B-ACCF-A91F1AA34504}"/>
                </a:ext>
              </a:extLst>
            </p:cNvPr>
            <p:cNvSpPr/>
            <p:nvPr/>
          </p:nvSpPr>
          <p:spPr>
            <a:xfrm>
              <a:off x="2681484" y="530635"/>
              <a:ext cx="548516" cy="1538895"/>
            </a:xfrm>
            <a:custGeom>
              <a:avLst/>
              <a:gdLst/>
              <a:ahLst/>
              <a:cxnLst/>
              <a:rect l="l" t="t" r="r" b="b"/>
              <a:pathLst>
                <a:path w="548516" h="1538895" extrusionOk="0">
                  <a:moveTo>
                    <a:pt x="548433" y="1199007"/>
                  </a:moveTo>
                  <a:lnTo>
                    <a:pt x="548433" y="1199007"/>
                  </a:lnTo>
                  <a:cubicBezTo>
                    <a:pt x="548433" y="1210913"/>
                    <a:pt x="548433" y="1222629"/>
                    <a:pt x="548433" y="1233964"/>
                  </a:cubicBezTo>
                  <a:cubicBezTo>
                    <a:pt x="548433" y="1243489"/>
                    <a:pt x="548433" y="1253014"/>
                    <a:pt x="548433" y="1262539"/>
                  </a:cubicBezTo>
                  <a:cubicBezTo>
                    <a:pt x="548433" y="1275398"/>
                    <a:pt x="547767" y="1287685"/>
                    <a:pt x="547292" y="1299686"/>
                  </a:cubicBezTo>
                  <a:cubicBezTo>
                    <a:pt x="547292" y="1314641"/>
                    <a:pt x="546246" y="1328833"/>
                    <a:pt x="545486" y="1342454"/>
                  </a:cubicBezTo>
                  <a:cubicBezTo>
                    <a:pt x="544725" y="1356074"/>
                    <a:pt x="544060" y="1369409"/>
                    <a:pt x="543109" y="1381697"/>
                  </a:cubicBezTo>
                  <a:cubicBezTo>
                    <a:pt x="539212" y="1435513"/>
                    <a:pt x="539307" y="1475137"/>
                    <a:pt x="532653" y="1490662"/>
                  </a:cubicBezTo>
                  <a:cubicBezTo>
                    <a:pt x="496437" y="1575530"/>
                    <a:pt x="373911" y="1528762"/>
                    <a:pt x="313456" y="1498283"/>
                  </a:cubicBezTo>
                  <a:cubicBezTo>
                    <a:pt x="291118" y="1487043"/>
                    <a:pt x="276384" y="1477804"/>
                    <a:pt x="276384" y="1477804"/>
                  </a:cubicBezTo>
                  <a:lnTo>
                    <a:pt x="270871" y="1477804"/>
                  </a:lnTo>
                  <a:cubicBezTo>
                    <a:pt x="270871" y="1477804"/>
                    <a:pt x="253381" y="1487329"/>
                    <a:pt x="227526" y="1497616"/>
                  </a:cubicBezTo>
                  <a:cubicBezTo>
                    <a:pt x="164124" y="1523333"/>
                    <a:pt x="51104" y="1568958"/>
                    <a:pt x="19735" y="1490377"/>
                  </a:cubicBezTo>
                  <a:cubicBezTo>
                    <a:pt x="14127" y="1476280"/>
                    <a:pt x="8519" y="1429703"/>
                    <a:pt x="5097" y="1380935"/>
                  </a:cubicBezTo>
                  <a:cubicBezTo>
                    <a:pt x="4241" y="1368743"/>
                    <a:pt x="3481" y="1355693"/>
                    <a:pt x="2721" y="1341787"/>
                  </a:cubicBezTo>
                  <a:cubicBezTo>
                    <a:pt x="1960" y="1327880"/>
                    <a:pt x="1580" y="1314069"/>
                    <a:pt x="1010" y="1299115"/>
                  </a:cubicBezTo>
                  <a:cubicBezTo>
                    <a:pt x="1010" y="1287208"/>
                    <a:pt x="344" y="1274921"/>
                    <a:pt x="59" y="1262158"/>
                  </a:cubicBezTo>
                  <a:cubicBezTo>
                    <a:pt x="59" y="1252633"/>
                    <a:pt x="59" y="1243108"/>
                    <a:pt x="59" y="1233583"/>
                  </a:cubicBezTo>
                  <a:lnTo>
                    <a:pt x="59" y="1233583"/>
                  </a:lnTo>
                  <a:lnTo>
                    <a:pt x="59" y="1198626"/>
                  </a:lnTo>
                  <a:lnTo>
                    <a:pt x="59" y="1198626"/>
                  </a:lnTo>
                  <a:cubicBezTo>
                    <a:pt x="-1652" y="866299"/>
                    <a:pt x="33518" y="334899"/>
                    <a:pt x="149676" y="108109"/>
                  </a:cubicBezTo>
                  <a:cubicBezTo>
                    <a:pt x="183230" y="42481"/>
                    <a:pt x="223534" y="2381"/>
                    <a:pt x="271727" y="0"/>
                  </a:cubicBezTo>
                  <a:lnTo>
                    <a:pt x="271727" y="0"/>
                  </a:lnTo>
                  <a:lnTo>
                    <a:pt x="277240" y="0"/>
                  </a:lnTo>
                  <a:lnTo>
                    <a:pt x="277240" y="0"/>
                  </a:lnTo>
                  <a:cubicBezTo>
                    <a:pt x="324768" y="2476"/>
                    <a:pt x="365546" y="42386"/>
                    <a:pt x="399196" y="107728"/>
                  </a:cubicBezTo>
                  <a:cubicBezTo>
                    <a:pt x="513737" y="333661"/>
                    <a:pt x="550524" y="862965"/>
                    <a:pt x="548433" y="1199007"/>
                  </a:cubicBezTo>
                  <a:close/>
                </a:path>
              </a:pathLst>
            </a:custGeom>
            <a:solidFill>
              <a:srgbClr val="EDEFF9"/>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5" name="Google Shape;421;p15">
              <a:extLst>
                <a:ext uri="{FF2B5EF4-FFF2-40B4-BE49-F238E27FC236}">
                  <a16:creationId xmlns:a16="http://schemas.microsoft.com/office/drawing/2014/main" id="{2CE86F7A-D13B-9517-9BED-218AD398A5AB}"/>
                </a:ext>
              </a:extLst>
            </p:cNvPr>
            <p:cNvSpPr/>
            <p:nvPr/>
          </p:nvSpPr>
          <p:spPr>
            <a:xfrm>
              <a:off x="2858251" y="1222531"/>
              <a:ext cx="193342" cy="193738"/>
            </a:xfrm>
            <a:custGeom>
              <a:avLst/>
              <a:gdLst/>
              <a:ahLst/>
              <a:cxnLst/>
              <a:rect l="l" t="t" r="r" b="b"/>
              <a:pathLst>
                <a:path w="193342" h="193738" extrusionOk="0">
                  <a:moveTo>
                    <a:pt x="193342" y="96869"/>
                  </a:moveTo>
                  <a:cubicBezTo>
                    <a:pt x="193342" y="150369"/>
                    <a:pt x="150061" y="193739"/>
                    <a:pt x="96671" y="193739"/>
                  </a:cubicBezTo>
                  <a:cubicBezTo>
                    <a:pt x="43281" y="193739"/>
                    <a:pt x="0" y="150369"/>
                    <a:pt x="0" y="96869"/>
                  </a:cubicBezTo>
                  <a:cubicBezTo>
                    <a:pt x="0" y="43370"/>
                    <a:pt x="43281" y="0"/>
                    <a:pt x="96671" y="0"/>
                  </a:cubicBezTo>
                  <a:cubicBezTo>
                    <a:pt x="150061" y="0"/>
                    <a:pt x="193342" y="43370"/>
                    <a:pt x="193342" y="96869"/>
                  </a:cubicBezTo>
                  <a:close/>
                </a:path>
              </a:pathLst>
            </a:custGeom>
            <a:solidFill>
              <a:srgbClr val="2B303F"/>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6" name="Google Shape;422;p15">
              <a:extLst>
                <a:ext uri="{FF2B5EF4-FFF2-40B4-BE49-F238E27FC236}">
                  <a16:creationId xmlns:a16="http://schemas.microsoft.com/office/drawing/2014/main" id="{0987ACF2-000C-0E2D-DFA0-5F5FAD7D05A8}"/>
                </a:ext>
              </a:extLst>
            </p:cNvPr>
            <p:cNvSpPr/>
            <p:nvPr/>
          </p:nvSpPr>
          <p:spPr>
            <a:xfrm>
              <a:off x="2844088" y="1208338"/>
              <a:ext cx="221668" cy="222122"/>
            </a:xfrm>
            <a:custGeom>
              <a:avLst/>
              <a:gdLst/>
              <a:ahLst/>
              <a:cxnLst/>
              <a:rect l="l" t="t" r="r" b="b"/>
              <a:pathLst>
                <a:path w="221668" h="222122" extrusionOk="0">
                  <a:moveTo>
                    <a:pt x="110834" y="222123"/>
                  </a:moveTo>
                  <a:cubicBezTo>
                    <a:pt x="49623" y="222123"/>
                    <a:pt x="0" y="172402"/>
                    <a:pt x="0" y="111061"/>
                  </a:cubicBezTo>
                  <a:cubicBezTo>
                    <a:pt x="0" y="49720"/>
                    <a:pt x="49623" y="0"/>
                    <a:pt x="110834" y="0"/>
                  </a:cubicBezTo>
                  <a:cubicBezTo>
                    <a:pt x="172046" y="0"/>
                    <a:pt x="221669" y="49720"/>
                    <a:pt x="221669" y="111061"/>
                  </a:cubicBezTo>
                  <a:cubicBezTo>
                    <a:pt x="221617" y="172374"/>
                    <a:pt x="172025" y="222066"/>
                    <a:pt x="110834" y="222123"/>
                  </a:cubicBezTo>
                  <a:close/>
                  <a:moveTo>
                    <a:pt x="110834" y="28384"/>
                  </a:moveTo>
                  <a:cubicBezTo>
                    <a:pt x="65267" y="28327"/>
                    <a:pt x="28284" y="65303"/>
                    <a:pt x="28231" y="110966"/>
                  </a:cubicBezTo>
                  <a:cubicBezTo>
                    <a:pt x="28179" y="156629"/>
                    <a:pt x="65077" y="193681"/>
                    <a:pt x="110644" y="193738"/>
                  </a:cubicBezTo>
                  <a:cubicBezTo>
                    <a:pt x="156212" y="193796"/>
                    <a:pt x="193195" y="156820"/>
                    <a:pt x="193247" y="111157"/>
                  </a:cubicBezTo>
                  <a:cubicBezTo>
                    <a:pt x="193247" y="111128"/>
                    <a:pt x="193247" y="111090"/>
                    <a:pt x="193247" y="111061"/>
                  </a:cubicBezTo>
                  <a:cubicBezTo>
                    <a:pt x="193195" y="65456"/>
                    <a:pt x="156343" y="28489"/>
                    <a:pt x="110834" y="28384"/>
                  </a:cubicBezTo>
                  <a:close/>
                </a:path>
              </a:pathLst>
            </a:custGeom>
            <a:solidFill>
              <a:srgbClr val="616E84"/>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7" name="Google Shape;423;p15">
              <a:extLst>
                <a:ext uri="{FF2B5EF4-FFF2-40B4-BE49-F238E27FC236}">
                  <a16:creationId xmlns:a16="http://schemas.microsoft.com/office/drawing/2014/main" id="{ABD23965-CCC4-AD66-FF9F-2286A5B11AD9}"/>
                </a:ext>
              </a:extLst>
            </p:cNvPr>
            <p:cNvSpPr/>
            <p:nvPr/>
          </p:nvSpPr>
          <p:spPr>
            <a:xfrm>
              <a:off x="2858251" y="937733"/>
              <a:ext cx="193342" cy="193738"/>
            </a:xfrm>
            <a:custGeom>
              <a:avLst/>
              <a:gdLst/>
              <a:ahLst/>
              <a:cxnLst/>
              <a:rect l="l" t="t" r="r" b="b"/>
              <a:pathLst>
                <a:path w="193342" h="193738" extrusionOk="0">
                  <a:moveTo>
                    <a:pt x="193342" y="96869"/>
                  </a:moveTo>
                  <a:cubicBezTo>
                    <a:pt x="193342" y="150369"/>
                    <a:pt x="150061" y="193738"/>
                    <a:pt x="96671" y="193738"/>
                  </a:cubicBezTo>
                  <a:cubicBezTo>
                    <a:pt x="43281" y="193738"/>
                    <a:pt x="0" y="150369"/>
                    <a:pt x="0" y="96869"/>
                  </a:cubicBezTo>
                  <a:cubicBezTo>
                    <a:pt x="0" y="43370"/>
                    <a:pt x="43281" y="0"/>
                    <a:pt x="96671" y="0"/>
                  </a:cubicBezTo>
                  <a:cubicBezTo>
                    <a:pt x="150061" y="0"/>
                    <a:pt x="193342" y="43370"/>
                    <a:pt x="193342" y="96869"/>
                  </a:cubicBezTo>
                  <a:close/>
                </a:path>
              </a:pathLst>
            </a:custGeom>
            <a:solidFill>
              <a:srgbClr val="2B303F"/>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8" name="Google Shape;424;p15">
              <a:extLst>
                <a:ext uri="{FF2B5EF4-FFF2-40B4-BE49-F238E27FC236}">
                  <a16:creationId xmlns:a16="http://schemas.microsoft.com/office/drawing/2014/main" id="{C542BB0B-6865-4C0A-8338-ABBD531B0934}"/>
                </a:ext>
              </a:extLst>
            </p:cNvPr>
            <p:cNvSpPr/>
            <p:nvPr/>
          </p:nvSpPr>
          <p:spPr>
            <a:xfrm>
              <a:off x="2843898" y="923636"/>
              <a:ext cx="221858" cy="222313"/>
            </a:xfrm>
            <a:custGeom>
              <a:avLst/>
              <a:gdLst/>
              <a:ahLst/>
              <a:cxnLst/>
              <a:rect l="l" t="t" r="r" b="b"/>
              <a:pathLst>
                <a:path w="221858" h="222313" extrusionOk="0">
                  <a:moveTo>
                    <a:pt x="111025" y="222314"/>
                  </a:moveTo>
                  <a:cubicBezTo>
                    <a:pt x="49760" y="222371"/>
                    <a:pt x="52" y="172641"/>
                    <a:pt x="0" y="111252"/>
                  </a:cubicBezTo>
                  <a:cubicBezTo>
                    <a:pt x="-52" y="49861"/>
                    <a:pt x="49570" y="52"/>
                    <a:pt x="110834" y="0"/>
                  </a:cubicBezTo>
                  <a:cubicBezTo>
                    <a:pt x="172062" y="-52"/>
                    <a:pt x="221754" y="49614"/>
                    <a:pt x="221859" y="110966"/>
                  </a:cubicBezTo>
                  <a:cubicBezTo>
                    <a:pt x="221911" y="172374"/>
                    <a:pt x="172305" y="222209"/>
                    <a:pt x="111025" y="222314"/>
                  </a:cubicBezTo>
                  <a:close/>
                  <a:moveTo>
                    <a:pt x="111025" y="28575"/>
                  </a:moveTo>
                  <a:cubicBezTo>
                    <a:pt x="65457" y="28523"/>
                    <a:pt x="28474" y="65496"/>
                    <a:pt x="28422" y="111157"/>
                  </a:cubicBezTo>
                  <a:cubicBezTo>
                    <a:pt x="28369" y="156820"/>
                    <a:pt x="65267" y="193872"/>
                    <a:pt x="110834" y="193929"/>
                  </a:cubicBezTo>
                  <a:cubicBezTo>
                    <a:pt x="156402" y="193986"/>
                    <a:pt x="193385" y="157010"/>
                    <a:pt x="193437" y="111347"/>
                  </a:cubicBezTo>
                  <a:cubicBezTo>
                    <a:pt x="193437" y="111283"/>
                    <a:pt x="193437" y="111221"/>
                    <a:pt x="193437" y="111157"/>
                  </a:cubicBezTo>
                  <a:cubicBezTo>
                    <a:pt x="193490" y="65496"/>
                    <a:pt x="156592" y="28437"/>
                    <a:pt x="111025" y="28385"/>
                  </a:cubicBezTo>
                  <a:close/>
                </a:path>
              </a:pathLst>
            </a:custGeom>
            <a:solidFill>
              <a:srgbClr val="616E84"/>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9" name="Google Shape;425;p15">
              <a:extLst>
                <a:ext uri="{FF2B5EF4-FFF2-40B4-BE49-F238E27FC236}">
                  <a16:creationId xmlns:a16="http://schemas.microsoft.com/office/drawing/2014/main" id="{0AD72003-16BF-79B7-A1F5-616326BDC1A3}"/>
                </a:ext>
              </a:extLst>
            </p:cNvPr>
            <p:cNvSpPr/>
            <p:nvPr/>
          </p:nvSpPr>
          <p:spPr>
            <a:xfrm>
              <a:off x="2680593" y="1921189"/>
              <a:ext cx="549324" cy="167997"/>
            </a:xfrm>
            <a:custGeom>
              <a:avLst/>
              <a:gdLst/>
              <a:ahLst/>
              <a:cxnLst/>
              <a:rect l="l" t="t" r="r" b="b"/>
              <a:pathLst>
                <a:path w="549324" h="167997" extrusionOk="0">
                  <a:moveTo>
                    <a:pt x="549324" y="0"/>
                  </a:moveTo>
                  <a:cubicBezTo>
                    <a:pt x="549324" y="11906"/>
                    <a:pt x="549324" y="23622"/>
                    <a:pt x="549324" y="35052"/>
                  </a:cubicBezTo>
                  <a:cubicBezTo>
                    <a:pt x="539819" y="66484"/>
                    <a:pt x="513964" y="96583"/>
                    <a:pt x="471949" y="120777"/>
                  </a:cubicBezTo>
                  <a:cubicBezTo>
                    <a:pt x="363016" y="183737"/>
                    <a:pt x="186784" y="183737"/>
                    <a:pt x="77375" y="120777"/>
                  </a:cubicBezTo>
                  <a:cubicBezTo>
                    <a:pt x="35361" y="96393"/>
                    <a:pt x="9601" y="66199"/>
                    <a:pt x="0" y="35052"/>
                  </a:cubicBezTo>
                  <a:lnTo>
                    <a:pt x="0" y="35052"/>
                  </a:lnTo>
                  <a:lnTo>
                    <a:pt x="0" y="95"/>
                  </a:lnTo>
                  <a:cubicBezTo>
                    <a:pt x="9506" y="32099"/>
                    <a:pt x="35170" y="62579"/>
                    <a:pt x="77755" y="87249"/>
                  </a:cubicBezTo>
                  <a:cubicBezTo>
                    <a:pt x="186784" y="150209"/>
                    <a:pt x="363396" y="150209"/>
                    <a:pt x="472329" y="87249"/>
                  </a:cubicBezTo>
                  <a:cubicBezTo>
                    <a:pt x="514059" y="62293"/>
                    <a:pt x="540484" y="31909"/>
                    <a:pt x="549324" y="0"/>
                  </a:cubicBezTo>
                  <a:close/>
                </a:path>
              </a:pathLst>
            </a:custGeom>
            <a:solidFill>
              <a:schemeClr val="accent1"/>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0" name="Google Shape;426;p15">
              <a:extLst>
                <a:ext uri="{FF2B5EF4-FFF2-40B4-BE49-F238E27FC236}">
                  <a16:creationId xmlns:a16="http://schemas.microsoft.com/office/drawing/2014/main" id="{DEB4C5F4-E13F-CD40-A167-41A73BFAB596}"/>
                </a:ext>
              </a:extLst>
            </p:cNvPr>
            <p:cNvSpPr/>
            <p:nvPr/>
          </p:nvSpPr>
          <p:spPr>
            <a:xfrm>
              <a:off x="2680308" y="1976244"/>
              <a:ext cx="548753" cy="165782"/>
            </a:xfrm>
            <a:custGeom>
              <a:avLst/>
              <a:gdLst/>
              <a:ahLst/>
              <a:cxnLst/>
              <a:rect l="l" t="t" r="r" b="b"/>
              <a:pathLst>
                <a:path w="548753" h="165782" extrusionOk="0">
                  <a:moveTo>
                    <a:pt x="548754" y="381"/>
                  </a:moveTo>
                  <a:cubicBezTo>
                    <a:pt x="548754" y="13145"/>
                    <a:pt x="548088" y="25527"/>
                    <a:pt x="547613" y="37433"/>
                  </a:cubicBezTo>
                  <a:cubicBezTo>
                    <a:pt x="536967" y="67151"/>
                    <a:pt x="511682" y="95441"/>
                    <a:pt x="471569" y="118491"/>
                  </a:cubicBezTo>
                  <a:cubicBezTo>
                    <a:pt x="362636" y="181546"/>
                    <a:pt x="186403" y="181546"/>
                    <a:pt x="76995" y="118491"/>
                  </a:cubicBezTo>
                  <a:cubicBezTo>
                    <a:pt x="36976" y="95250"/>
                    <a:pt x="11692" y="66770"/>
                    <a:pt x="951" y="36862"/>
                  </a:cubicBezTo>
                  <a:cubicBezTo>
                    <a:pt x="951" y="24955"/>
                    <a:pt x="285" y="12668"/>
                    <a:pt x="0" y="0"/>
                  </a:cubicBezTo>
                  <a:cubicBezTo>
                    <a:pt x="9506" y="31051"/>
                    <a:pt x="35456" y="60579"/>
                    <a:pt x="76900" y="84582"/>
                  </a:cubicBezTo>
                  <a:cubicBezTo>
                    <a:pt x="185928" y="147638"/>
                    <a:pt x="362541" y="147638"/>
                    <a:pt x="471474" y="84582"/>
                  </a:cubicBezTo>
                  <a:cubicBezTo>
                    <a:pt x="513108" y="60674"/>
                    <a:pt x="538773" y="31242"/>
                    <a:pt x="548754" y="381"/>
                  </a:cubicBezTo>
                  <a:close/>
                </a:path>
              </a:pathLst>
            </a:custGeom>
            <a:solidFill>
              <a:schemeClr val="accent1"/>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1" name="Google Shape;427;p15">
              <a:extLst>
                <a:ext uri="{FF2B5EF4-FFF2-40B4-BE49-F238E27FC236}">
                  <a16:creationId xmlns:a16="http://schemas.microsoft.com/office/drawing/2014/main" id="{1BF52E67-9BD6-7B8A-89F8-D0152A1642DF}"/>
                </a:ext>
              </a:extLst>
            </p:cNvPr>
            <p:cNvSpPr/>
            <p:nvPr/>
          </p:nvSpPr>
          <p:spPr>
            <a:xfrm>
              <a:off x="2683349" y="1877470"/>
              <a:ext cx="542765" cy="158087"/>
            </a:xfrm>
            <a:custGeom>
              <a:avLst/>
              <a:gdLst/>
              <a:ahLst/>
              <a:cxnLst/>
              <a:rect l="l" t="t" r="r" b="b"/>
              <a:pathLst>
                <a:path w="542765" h="158087" extrusionOk="0">
                  <a:moveTo>
                    <a:pt x="542765" y="762"/>
                  </a:moveTo>
                  <a:cubicBezTo>
                    <a:pt x="531264" y="28670"/>
                    <a:pt x="506549" y="55245"/>
                    <a:pt x="468812" y="76962"/>
                  </a:cubicBezTo>
                  <a:cubicBezTo>
                    <a:pt x="359879" y="139922"/>
                    <a:pt x="183647" y="139922"/>
                    <a:pt x="74238" y="76962"/>
                  </a:cubicBezTo>
                  <a:cubicBezTo>
                    <a:pt x="36216" y="54864"/>
                    <a:pt x="11502" y="28194"/>
                    <a:pt x="0" y="0"/>
                  </a:cubicBezTo>
                  <a:cubicBezTo>
                    <a:pt x="760" y="13906"/>
                    <a:pt x="1521" y="26956"/>
                    <a:pt x="2376" y="39148"/>
                  </a:cubicBezTo>
                  <a:cubicBezTo>
                    <a:pt x="14639" y="65437"/>
                    <a:pt x="38592" y="90202"/>
                    <a:pt x="74238" y="110871"/>
                  </a:cubicBezTo>
                  <a:cubicBezTo>
                    <a:pt x="120732" y="136255"/>
                    <a:pt x="172028" y="151571"/>
                    <a:pt x="224806" y="155829"/>
                  </a:cubicBezTo>
                  <a:cubicBezTo>
                    <a:pt x="253246" y="158601"/>
                    <a:pt x="281876" y="158820"/>
                    <a:pt x="310355" y="156496"/>
                  </a:cubicBezTo>
                  <a:cubicBezTo>
                    <a:pt x="365732" y="152991"/>
                    <a:pt x="419677" y="137417"/>
                    <a:pt x="468432" y="110871"/>
                  </a:cubicBezTo>
                  <a:cubicBezTo>
                    <a:pt x="503793" y="90392"/>
                    <a:pt x="527652" y="65913"/>
                    <a:pt x="540009" y="39910"/>
                  </a:cubicBezTo>
                  <a:close/>
                </a:path>
              </a:pathLst>
            </a:custGeom>
            <a:solidFill>
              <a:schemeClr val="accent1"/>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 name="Google Shape;428;p15">
              <a:extLst>
                <a:ext uri="{FF2B5EF4-FFF2-40B4-BE49-F238E27FC236}">
                  <a16:creationId xmlns:a16="http://schemas.microsoft.com/office/drawing/2014/main" id="{19246A02-0AA9-95D5-DEF7-980DD2D794C3}"/>
                </a:ext>
              </a:extLst>
            </p:cNvPr>
            <p:cNvSpPr/>
            <p:nvPr/>
          </p:nvSpPr>
          <p:spPr>
            <a:xfrm>
              <a:off x="2829449" y="530444"/>
              <a:ext cx="249519" cy="126863"/>
            </a:xfrm>
            <a:custGeom>
              <a:avLst/>
              <a:gdLst/>
              <a:ahLst/>
              <a:cxnLst/>
              <a:rect l="l" t="t" r="r" b="b"/>
              <a:pathLst>
                <a:path w="249519" h="126863" extrusionOk="0">
                  <a:moveTo>
                    <a:pt x="249520" y="108109"/>
                  </a:moveTo>
                  <a:cubicBezTo>
                    <a:pt x="168218" y="133115"/>
                    <a:pt x="81302" y="133115"/>
                    <a:pt x="0" y="108109"/>
                  </a:cubicBezTo>
                  <a:cubicBezTo>
                    <a:pt x="33555" y="42481"/>
                    <a:pt x="73858" y="2381"/>
                    <a:pt x="122051" y="0"/>
                  </a:cubicBezTo>
                  <a:lnTo>
                    <a:pt x="122051" y="0"/>
                  </a:lnTo>
                  <a:lnTo>
                    <a:pt x="127564" y="0"/>
                  </a:lnTo>
                  <a:lnTo>
                    <a:pt x="127564" y="0"/>
                  </a:lnTo>
                  <a:cubicBezTo>
                    <a:pt x="175567" y="2857"/>
                    <a:pt x="215870" y="42767"/>
                    <a:pt x="249520" y="108109"/>
                  </a:cubicBezTo>
                  <a:close/>
                </a:path>
              </a:pathLst>
            </a:custGeom>
            <a:solidFill>
              <a:schemeClr val="accent1"/>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 name="Google Shape;429;p15">
              <a:extLst>
                <a:ext uri="{FF2B5EF4-FFF2-40B4-BE49-F238E27FC236}">
                  <a16:creationId xmlns:a16="http://schemas.microsoft.com/office/drawing/2014/main" id="{4C6BA08C-28BD-A87E-5E40-7A73D8E825D4}"/>
                </a:ext>
              </a:extLst>
            </p:cNvPr>
            <p:cNvSpPr/>
            <p:nvPr/>
          </p:nvSpPr>
          <p:spPr>
            <a:xfrm>
              <a:off x="2934010" y="1583052"/>
              <a:ext cx="47432" cy="623982"/>
            </a:xfrm>
            <a:custGeom>
              <a:avLst/>
              <a:gdLst/>
              <a:ahLst/>
              <a:cxnLst/>
              <a:rect l="l" t="t" r="r" b="b"/>
              <a:pathLst>
                <a:path w="47432" h="623982" extrusionOk="0">
                  <a:moveTo>
                    <a:pt x="0" y="0"/>
                  </a:moveTo>
                  <a:lnTo>
                    <a:pt x="47433" y="0"/>
                  </a:lnTo>
                  <a:lnTo>
                    <a:pt x="47433" y="623983"/>
                  </a:lnTo>
                  <a:lnTo>
                    <a:pt x="0" y="623983"/>
                  </a:lnTo>
                  <a:close/>
                </a:path>
              </a:pathLst>
            </a:custGeom>
            <a:solidFill>
              <a:schemeClr val="accent1"/>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nvGrpSpPr>
            <p:cNvPr id="24" name="Google Shape;430;p15">
              <a:extLst>
                <a:ext uri="{FF2B5EF4-FFF2-40B4-BE49-F238E27FC236}">
                  <a16:creationId xmlns:a16="http://schemas.microsoft.com/office/drawing/2014/main" id="{554E681D-FF3B-63D7-8293-3B503BA220B5}"/>
                </a:ext>
              </a:extLst>
            </p:cNvPr>
            <p:cNvGrpSpPr/>
            <p:nvPr/>
          </p:nvGrpSpPr>
          <p:grpSpPr>
            <a:xfrm>
              <a:off x="4031993" y="117216"/>
              <a:ext cx="2889297" cy="3901793"/>
              <a:chOff x="5533368" y="1047716"/>
              <a:chExt cx="2889297" cy="3901793"/>
            </a:xfrm>
          </p:grpSpPr>
          <p:sp>
            <p:nvSpPr>
              <p:cNvPr id="1030" name="Google Shape;431;p15">
                <a:extLst>
                  <a:ext uri="{FF2B5EF4-FFF2-40B4-BE49-F238E27FC236}">
                    <a16:creationId xmlns:a16="http://schemas.microsoft.com/office/drawing/2014/main" id="{21E4DB27-FCF1-0A69-353D-0CA81DE26944}"/>
                  </a:ext>
                </a:extLst>
              </p:cNvPr>
              <p:cNvSpPr/>
              <p:nvPr/>
            </p:nvSpPr>
            <p:spPr>
              <a:xfrm>
                <a:off x="6153722" y="4072604"/>
                <a:ext cx="1090544" cy="630910"/>
              </a:xfrm>
              <a:custGeom>
                <a:avLst/>
                <a:gdLst/>
                <a:ahLst/>
                <a:cxnLst/>
                <a:rect l="l" t="t" r="r" b="b"/>
                <a:pathLst>
                  <a:path w="1090544" h="630910" extrusionOk="0">
                    <a:moveTo>
                      <a:pt x="578197" y="615410"/>
                    </a:moveTo>
                    <a:lnTo>
                      <a:pt x="26877" y="296418"/>
                    </a:lnTo>
                    <a:cubicBezTo>
                      <a:pt x="-12951" y="273367"/>
                      <a:pt x="-7913" y="233172"/>
                      <a:pt x="37998" y="206597"/>
                    </a:cubicBezTo>
                    <a:lnTo>
                      <a:pt x="395216" y="0"/>
                    </a:lnTo>
                    <a:lnTo>
                      <a:pt x="1090545" y="402241"/>
                    </a:lnTo>
                    <a:lnTo>
                      <a:pt x="733327" y="608933"/>
                    </a:lnTo>
                    <a:cubicBezTo>
                      <a:pt x="687320" y="635508"/>
                      <a:pt x="617930" y="638365"/>
                      <a:pt x="578197" y="615410"/>
                    </a:cubicBezTo>
                    <a:close/>
                  </a:path>
                </a:pathLst>
              </a:custGeom>
              <a:solidFill>
                <a:srgbClr val="D6D8E5">
                  <a:alpha val="40000"/>
                </a:srgbClr>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31" name="Google Shape;432;p15">
                <a:extLst>
                  <a:ext uri="{FF2B5EF4-FFF2-40B4-BE49-F238E27FC236}">
                    <a16:creationId xmlns:a16="http://schemas.microsoft.com/office/drawing/2014/main" id="{BEF24276-A044-4A45-729A-2FA169D1787D}"/>
                  </a:ext>
                </a:extLst>
              </p:cNvPr>
              <p:cNvSpPr/>
              <p:nvPr/>
            </p:nvSpPr>
            <p:spPr>
              <a:xfrm>
                <a:off x="6193969" y="4048886"/>
                <a:ext cx="1090601" cy="630901"/>
              </a:xfrm>
              <a:custGeom>
                <a:avLst/>
                <a:gdLst/>
                <a:ahLst/>
                <a:cxnLst/>
                <a:rect l="l" t="t" r="r" b="b"/>
                <a:pathLst>
                  <a:path w="1090601" h="630901" extrusionOk="0">
                    <a:moveTo>
                      <a:pt x="578158" y="615410"/>
                    </a:moveTo>
                    <a:lnTo>
                      <a:pt x="26838" y="296323"/>
                    </a:lnTo>
                    <a:cubicBezTo>
                      <a:pt x="-12895" y="273368"/>
                      <a:pt x="-7952" y="233172"/>
                      <a:pt x="37960" y="206597"/>
                    </a:cubicBezTo>
                    <a:lnTo>
                      <a:pt x="395272" y="0"/>
                    </a:lnTo>
                    <a:lnTo>
                      <a:pt x="1090601" y="402241"/>
                    </a:lnTo>
                    <a:lnTo>
                      <a:pt x="733764" y="608838"/>
                    </a:lnTo>
                    <a:cubicBezTo>
                      <a:pt x="687377" y="635508"/>
                      <a:pt x="617891" y="638366"/>
                      <a:pt x="578158" y="615410"/>
                    </a:cubicBezTo>
                    <a:close/>
                  </a:path>
                </a:pathLst>
              </a:custGeom>
              <a:solidFill>
                <a:srgbClr val="B1B4C4"/>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32" name="Google Shape;433;p15">
                <a:extLst>
                  <a:ext uri="{FF2B5EF4-FFF2-40B4-BE49-F238E27FC236}">
                    <a16:creationId xmlns:a16="http://schemas.microsoft.com/office/drawing/2014/main" id="{5ABF6120-E18F-1EDB-3530-E4EBFE71432C}"/>
                  </a:ext>
                </a:extLst>
              </p:cNvPr>
              <p:cNvSpPr/>
              <p:nvPr/>
            </p:nvSpPr>
            <p:spPr>
              <a:xfrm>
                <a:off x="7252346" y="4430077"/>
                <a:ext cx="32128" cy="21050"/>
              </a:xfrm>
              <a:custGeom>
                <a:avLst/>
                <a:gdLst/>
                <a:ahLst/>
                <a:cxnLst/>
                <a:rect l="l" t="t" r="r" b="b"/>
                <a:pathLst>
                  <a:path w="32128" h="21050" extrusionOk="0">
                    <a:moveTo>
                      <a:pt x="32129" y="21050"/>
                    </a:moveTo>
                    <a:lnTo>
                      <a:pt x="32129" y="0"/>
                    </a:lnTo>
                    <a:lnTo>
                      <a:pt x="0" y="18574"/>
                    </a:lnTo>
                    <a:lnTo>
                      <a:pt x="32129" y="21050"/>
                    </a:lnTo>
                    <a:close/>
                  </a:path>
                </a:pathLst>
              </a:custGeom>
              <a:solidFill>
                <a:srgbClr val="B1B4C4"/>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33" name="Google Shape;434;p15">
                <a:extLst>
                  <a:ext uri="{FF2B5EF4-FFF2-40B4-BE49-F238E27FC236}">
                    <a16:creationId xmlns:a16="http://schemas.microsoft.com/office/drawing/2014/main" id="{E664AFC7-A926-6495-C428-1045B95F17AD}"/>
                  </a:ext>
                </a:extLst>
              </p:cNvPr>
              <p:cNvSpPr/>
              <p:nvPr/>
            </p:nvSpPr>
            <p:spPr>
              <a:xfrm>
                <a:off x="6193906" y="4285773"/>
                <a:ext cx="32984" cy="21431"/>
              </a:xfrm>
              <a:custGeom>
                <a:avLst/>
                <a:gdLst/>
                <a:ahLst/>
                <a:cxnLst/>
                <a:rect l="l" t="t" r="r" b="b"/>
                <a:pathLst>
                  <a:path w="32984" h="21431" extrusionOk="0">
                    <a:moveTo>
                      <a:pt x="0" y="21431"/>
                    </a:moveTo>
                    <a:lnTo>
                      <a:pt x="0" y="0"/>
                    </a:lnTo>
                    <a:lnTo>
                      <a:pt x="32984" y="13716"/>
                    </a:lnTo>
                    <a:lnTo>
                      <a:pt x="0" y="21431"/>
                    </a:lnTo>
                    <a:close/>
                  </a:path>
                </a:pathLst>
              </a:custGeom>
              <a:solidFill>
                <a:srgbClr val="B1B4C4"/>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34" name="Google Shape;435;p15">
                <a:extLst>
                  <a:ext uri="{FF2B5EF4-FFF2-40B4-BE49-F238E27FC236}">
                    <a16:creationId xmlns:a16="http://schemas.microsoft.com/office/drawing/2014/main" id="{176C9FC8-284D-FF77-73DC-3BCE06C50B9B}"/>
                  </a:ext>
                </a:extLst>
              </p:cNvPr>
              <p:cNvSpPr/>
              <p:nvPr/>
            </p:nvSpPr>
            <p:spPr>
              <a:xfrm>
                <a:off x="6193969" y="4027741"/>
                <a:ext cx="1090601" cy="630949"/>
              </a:xfrm>
              <a:custGeom>
                <a:avLst/>
                <a:gdLst/>
                <a:ahLst/>
                <a:cxnLst/>
                <a:rect l="l" t="t" r="r" b="b"/>
                <a:pathLst>
                  <a:path w="1090601" h="630949" extrusionOk="0">
                    <a:moveTo>
                      <a:pt x="578158" y="615410"/>
                    </a:moveTo>
                    <a:lnTo>
                      <a:pt x="26838" y="296418"/>
                    </a:lnTo>
                    <a:cubicBezTo>
                      <a:pt x="-12895" y="273368"/>
                      <a:pt x="-7952" y="233267"/>
                      <a:pt x="37960" y="206693"/>
                    </a:cubicBezTo>
                    <a:lnTo>
                      <a:pt x="395272" y="0"/>
                    </a:lnTo>
                    <a:lnTo>
                      <a:pt x="1090601" y="402336"/>
                    </a:lnTo>
                    <a:lnTo>
                      <a:pt x="733764" y="608934"/>
                    </a:lnTo>
                    <a:cubicBezTo>
                      <a:pt x="687377" y="635508"/>
                      <a:pt x="617891" y="638461"/>
                      <a:pt x="578158" y="615410"/>
                    </a:cubicBezTo>
                    <a:close/>
                  </a:path>
                </a:pathLst>
              </a:custGeom>
              <a:solidFill>
                <a:srgbClr val="D6D8E5"/>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35" name="Google Shape;436;p15">
                <a:extLst>
                  <a:ext uri="{FF2B5EF4-FFF2-40B4-BE49-F238E27FC236}">
                    <a16:creationId xmlns:a16="http://schemas.microsoft.com/office/drawing/2014/main" id="{ECF57F06-DA59-0869-A2B3-05C129EE2EB9}"/>
                  </a:ext>
                </a:extLst>
              </p:cNvPr>
              <p:cNvSpPr/>
              <p:nvPr/>
            </p:nvSpPr>
            <p:spPr>
              <a:xfrm>
                <a:off x="6504927" y="3742563"/>
                <a:ext cx="779547" cy="687514"/>
              </a:xfrm>
              <a:custGeom>
                <a:avLst/>
                <a:gdLst/>
                <a:ahLst/>
                <a:cxnLst/>
                <a:rect l="l" t="t" r="r" b="b"/>
                <a:pathLst>
                  <a:path w="779547" h="687514" extrusionOk="0">
                    <a:moveTo>
                      <a:pt x="86025" y="286131"/>
                    </a:moveTo>
                    <a:lnTo>
                      <a:pt x="0" y="0"/>
                    </a:lnTo>
                    <a:lnTo>
                      <a:pt x="702933" y="404050"/>
                    </a:lnTo>
                    <a:lnTo>
                      <a:pt x="779548" y="687514"/>
                    </a:lnTo>
                    <a:lnTo>
                      <a:pt x="86025" y="286131"/>
                    </a:lnTo>
                    <a:close/>
                  </a:path>
                </a:pathLst>
              </a:custGeom>
              <a:solidFill>
                <a:srgbClr val="9EA1AF"/>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36" name="Google Shape;437;p15">
                <a:extLst>
                  <a:ext uri="{FF2B5EF4-FFF2-40B4-BE49-F238E27FC236}">
                    <a16:creationId xmlns:a16="http://schemas.microsoft.com/office/drawing/2014/main" id="{B40E3B60-37C1-421F-243B-F9E5F01ACC4E}"/>
                  </a:ext>
                </a:extLst>
              </p:cNvPr>
              <p:cNvSpPr/>
              <p:nvPr/>
            </p:nvSpPr>
            <p:spPr>
              <a:xfrm>
                <a:off x="7254152" y="4405788"/>
                <a:ext cx="30322" cy="36004"/>
              </a:xfrm>
              <a:custGeom>
                <a:avLst/>
                <a:gdLst/>
                <a:ahLst/>
                <a:cxnLst/>
                <a:rect l="l" t="t" r="r" b="b"/>
                <a:pathLst>
                  <a:path w="30322" h="36004" extrusionOk="0">
                    <a:moveTo>
                      <a:pt x="9981" y="36004"/>
                    </a:moveTo>
                    <a:lnTo>
                      <a:pt x="30323" y="24289"/>
                    </a:lnTo>
                    <a:lnTo>
                      <a:pt x="0" y="0"/>
                    </a:lnTo>
                    <a:close/>
                  </a:path>
                </a:pathLst>
              </a:custGeom>
              <a:solidFill>
                <a:srgbClr val="9EA1AF"/>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37" name="Google Shape;438;p15">
                <a:extLst>
                  <a:ext uri="{FF2B5EF4-FFF2-40B4-BE49-F238E27FC236}">
                    <a16:creationId xmlns:a16="http://schemas.microsoft.com/office/drawing/2014/main" id="{AA486488-C796-07CD-CDEF-9FD1C1DA0920}"/>
                  </a:ext>
                </a:extLst>
              </p:cNvPr>
              <p:cNvSpPr/>
              <p:nvPr/>
            </p:nvSpPr>
            <p:spPr>
              <a:xfrm>
                <a:off x="6482779" y="3753326"/>
                <a:ext cx="781258" cy="688466"/>
              </a:xfrm>
              <a:custGeom>
                <a:avLst/>
                <a:gdLst/>
                <a:ahLst/>
                <a:cxnLst/>
                <a:rect l="l" t="t" r="r" b="b"/>
                <a:pathLst>
                  <a:path w="781258" h="688466" extrusionOk="0">
                    <a:moveTo>
                      <a:pt x="86025" y="286131"/>
                    </a:moveTo>
                    <a:lnTo>
                      <a:pt x="0" y="0"/>
                    </a:lnTo>
                    <a:lnTo>
                      <a:pt x="702933" y="404051"/>
                    </a:lnTo>
                    <a:lnTo>
                      <a:pt x="781259" y="688467"/>
                    </a:lnTo>
                    <a:lnTo>
                      <a:pt x="86025" y="286131"/>
                    </a:lnTo>
                    <a:close/>
                  </a:path>
                </a:pathLst>
              </a:custGeom>
              <a:solidFill>
                <a:srgbClr val="B1B4C4"/>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38" name="Google Shape;439;p15">
                <a:extLst>
                  <a:ext uri="{FF2B5EF4-FFF2-40B4-BE49-F238E27FC236}">
                    <a16:creationId xmlns:a16="http://schemas.microsoft.com/office/drawing/2014/main" id="{F89E97EA-B0D6-EA0A-21AC-26C83B1CED7B}"/>
                  </a:ext>
                </a:extLst>
              </p:cNvPr>
              <p:cNvSpPr/>
              <p:nvPr/>
            </p:nvSpPr>
            <p:spPr>
              <a:xfrm>
                <a:off x="5563120" y="1047716"/>
                <a:ext cx="2859545" cy="3884751"/>
              </a:xfrm>
              <a:custGeom>
                <a:avLst/>
                <a:gdLst/>
                <a:ahLst/>
                <a:cxnLst/>
                <a:rect l="l" t="t" r="r" b="b"/>
                <a:pathLst>
                  <a:path w="2859545" h="3884751" extrusionOk="0">
                    <a:moveTo>
                      <a:pt x="2790441" y="3876709"/>
                    </a:moveTo>
                    <a:lnTo>
                      <a:pt x="69105" y="2302131"/>
                    </a:lnTo>
                    <a:cubicBezTo>
                      <a:pt x="31083" y="2280033"/>
                      <a:pt x="0" y="2220787"/>
                      <a:pt x="0" y="2169829"/>
                    </a:cubicBezTo>
                    <a:lnTo>
                      <a:pt x="0" y="60708"/>
                    </a:lnTo>
                    <a:cubicBezTo>
                      <a:pt x="0" y="9654"/>
                      <a:pt x="30988" y="-13778"/>
                      <a:pt x="69105" y="8320"/>
                    </a:cubicBezTo>
                    <a:lnTo>
                      <a:pt x="2790441" y="1582517"/>
                    </a:lnTo>
                    <a:cubicBezTo>
                      <a:pt x="2828463" y="1604615"/>
                      <a:pt x="2859546" y="1663861"/>
                      <a:pt x="2859546" y="1714819"/>
                    </a:cubicBezTo>
                    <a:lnTo>
                      <a:pt x="2859546" y="3823940"/>
                    </a:lnTo>
                    <a:cubicBezTo>
                      <a:pt x="2859261" y="3874899"/>
                      <a:pt x="2828463" y="3898330"/>
                      <a:pt x="2790441" y="3876709"/>
                    </a:cubicBezTo>
                    <a:close/>
                  </a:path>
                </a:pathLst>
              </a:custGeom>
              <a:solidFill>
                <a:srgbClr val="C4C7D6"/>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39" name="Google Shape;440;p15">
                <a:extLst>
                  <a:ext uri="{FF2B5EF4-FFF2-40B4-BE49-F238E27FC236}">
                    <a16:creationId xmlns:a16="http://schemas.microsoft.com/office/drawing/2014/main" id="{533FDD5B-4BBF-1B6B-6667-D3E6B8C2BF95}"/>
                  </a:ext>
                </a:extLst>
              </p:cNvPr>
              <p:cNvSpPr/>
              <p:nvPr/>
            </p:nvSpPr>
            <p:spPr>
              <a:xfrm>
                <a:off x="8367249" y="4838795"/>
                <a:ext cx="30132" cy="106965"/>
              </a:xfrm>
              <a:custGeom>
                <a:avLst/>
                <a:gdLst/>
                <a:ahLst/>
                <a:cxnLst/>
                <a:rect l="l" t="t" r="r" b="b"/>
                <a:pathLst>
                  <a:path w="30132" h="106965" extrusionOk="0">
                    <a:moveTo>
                      <a:pt x="0" y="106966"/>
                    </a:moveTo>
                    <a:lnTo>
                      <a:pt x="30132" y="89535"/>
                    </a:lnTo>
                    <a:lnTo>
                      <a:pt x="17110" y="0"/>
                    </a:lnTo>
                    <a:lnTo>
                      <a:pt x="0" y="106966"/>
                    </a:lnTo>
                    <a:close/>
                  </a:path>
                </a:pathLst>
              </a:custGeom>
              <a:solidFill>
                <a:srgbClr val="C4C7D6"/>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40" name="Google Shape;441;p15">
                <a:extLst>
                  <a:ext uri="{FF2B5EF4-FFF2-40B4-BE49-F238E27FC236}">
                    <a16:creationId xmlns:a16="http://schemas.microsoft.com/office/drawing/2014/main" id="{BEB9ECA1-C708-40C2-7688-4F456774646C}"/>
                  </a:ext>
                </a:extLst>
              </p:cNvPr>
              <p:cNvSpPr/>
              <p:nvPr/>
            </p:nvSpPr>
            <p:spPr>
              <a:xfrm>
                <a:off x="5558272" y="1051845"/>
                <a:ext cx="72337" cy="31155"/>
              </a:xfrm>
              <a:custGeom>
                <a:avLst/>
                <a:gdLst/>
                <a:ahLst/>
                <a:cxnLst/>
                <a:rect l="l" t="t" r="r" b="b"/>
                <a:pathLst>
                  <a:path w="72337" h="31155" extrusionOk="0">
                    <a:moveTo>
                      <a:pt x="0" y="17240"/>
                    </a:moveTo>
                    <a:lnTo>
                      <a:pt x="29657" y="0"/>
                    </a:lnTo>
                    <a:lnTo>
                      <a:pt x="72337" y="24479"/>
                    </a:lnTo>
                    <a:cubicBezTo>
                      <a:pt x="72337" y="24479"/>
                      <a:pt x="26901" y="31433"/>
                      <a:pt x="25760" y="31147"/>
                    </a:cubicBezTo>
                    <a:cubicBezTo>
                      <a:pt x="24619" y="30861"/>
                      <a:pt x="0" y="17240"/>
                      <a:pt x="0" y="17240"/>
                    </a:cubicBezTo>
                    <a:close/>
                  </a:path>
                </a:pathLst>
              </a:custGeom>
              <a:solidFill>
                <a:srgbClr val="B1B4C4"/>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41" name="Google Shape;442;p15">
                <a:extLst>
                  <a:ext uri="{FF2B5EF4-FFF2-40B4-BE49-F238E27FC236}">
                    <a16:creationId xmlns:a16="http://schemas.microsoft.com/office/drawing/2014/main" id="{A8F6D5DA-BCD7-62A7-F1C3-A6F9F7BB862B}"/>
                  </a:ext>
                </a:extLst>
              </p:cNvPr>
              <p:cNvSpPr/>
              <p:nvPr/>
            </p:nvSpPr>
            <p:spPr>
              <a:xfrm>
                <a:off x="5538216" y="1062192"/>
                <a:ext cx="2859165" cy="3884558"/>
              </a:xfrm>
              <a:custGeom>
                <a:avLst/>
                <a:gdLst/>
                <a:ahLst/>
                <a:cxnLst/>
                <a:rect l="l" t="t" r="r" b="b"/>
                <a:pathLst>
                  <a:path w="2859165" h="3884558" extrusionOk="0">
                    <a:moveTo>
                      <a:pt x="2790061" y="3876234"/>
                    </a:moveTo>
                    <a:lnTo>
                      <a:pt x="69105" y="2302037"/>
                    </a:lnTo>
                    <a:cubicBezTo>
                      <a:pt x="31083" y="2279939"/>
                      <a:pt x="0" y="2220789"/>
                      <a:pt x="0" y="2169735"/>
                    </a:cubicBezTo>
                    <a:lnTo>
                      <a:pt x="0" y="60614"/>
                    </a:lnTo>
                    <a:cubicBezTo>
                      <a:pt x="0" y="9655"/>
                      <a:pt x="30893" y="-13776"/>
                      <a:pt x="69105" y="8322"/>
                    </a:cubicBezTo>
                    <a:lnTo>
                      <a:pt x="2790061" y="1582519"/>
                    </a:lnTo>
                    <a:cubicBezTo>
                      <a:pt x="2828083" y="1604617"/>
                      <a:pt x="2859166" y="1663862"/>
                      <a:pt x="2859166" y="1714821"/>
                    </a:cubicBezTo>
                    <a:lnTo>
                      <a:pt x="2859166" y="3824132"/>
                    </a:lnTo>
                    <a:cubicBezTo>
                      <a:pt x="2859166" y="3874900"/>
                      <a:pt x="2828273" y="3898332"/>
                      <a:pt x="2790061" y="3876234"/>
                    </a:cubicBezTo>
                    <a:close/>
                  </a:path>
                </a:pathLst>
              </a:custGeom>
              <a:solidFill>
                <a:srgbClr val="E4E7F2"/>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42" name="Google Shape;443;p15">
                <a:extLst>
                  <a:ext uri="{FF2B5EF4-FFF2-40B4-BE49-F238E27FC236}">
                    <a16:creationId xmlns:a16="http://schemas.microsoft.com/office/drawing/2014/main" id="{89FD4739-C927-0391-D238-2D3C8ADEE99B}"/>
                  </a:ext>
                </a:extLst>
              </p:cNvPr>
              <p:cNvSpPr/>
              <p:nvPr/>
            </p:nvSpPr>
            <p:spPr>
              <a:xfrm>
                <a:off x="5533368" y="1064955"/>
                <a:ext cx="2859260" cy="3884554"/>
              </a:xfrm>
              <a:custGeom>
                <a:avLst/>
                <a:gdLst/>
                <a:ahLst/>
                <a:cxnLst/>
                <a:rect l="l" t="t" r="r" b="b"/>
                <a:pathLst>
                  <a:path w="2859260" h="3884554" extrusionOk="0">
                    <a:moveTo>
                      <a:pt x="2790156" y="3876234"/>
                    </a:moveTo>
                    <a:lnTo>
                      <a:pt x="69105" y="2302037"/>
                    </a:lnTo>
                    <a:cubicBezTo>
                      <a:pt x="31083" y="2279939"/>
                      <a:pt x="0" y="2220694"/>
                      <a:pt x="0" y="2169735"/>
                    </a:cubicBezTo>
                    <a:lnTo>
                      <a:pt x="0" y="60614"/>
                    </a:lnTo>
                    <a:cubicBezTo>
                      <a:pt x="0" y="9655"/>
                      <a:pt x="30988" y="-13776"/>
                      <a:pt x="69105" y="8322"/>
                    </a:cubicBezTo>
                    <a:lnTo>
                      <a:pt x="2790156" y="1582995"/>
                    </a:lnTo>
                    <a:cubicBezTo>
                      <a:pt x="2828178" y="1604998"/>
                      <a:pt x="2859261" y="1664243"/>
                      <a:pt x="2859261" y="1715297"/>
                    </a:cubicBezTo>
                    <a:lnTo>
                      <a:pt x="2859261" y="3823847"/>
                    </a:lnTo>
                    <a:cubicBezTo>
                      <a:pt x="2859261" y="3874900"/>
                      <a:pt x="2828273" y="3898332"/>
                      <a:pt x="2790156" y="3876234"/>
                    </a:cubicBezTo>
                    <a:close/>
                  </a:path>
                </a:pathLst>
              </a:custGeom>
              <a:solidFill>
                <a:srgbClr val="D6D8E5"/>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43" name="Google Shape;444;p15">
                <a:extLst>
                  <a:ext uri="{FF2B5EF4-FFF2-40B4-BE49-F238E27FC236}">
                    <a16:creationId xmlns:a16="http://schemas.microsoft.com/office/drawing/2014/main" id="{85D16967-79BF-2D5D-575C-7E0F4BA662D3}"/>
                  </a:ext>
                </a:extLst>
              </p:cNvPr>
              <p:cNvSpPr/>
              <p:nvPr/>
            </p:nvSpPr>
            <p:spPr>
              <a:xfrm>
                <a:off x="5568443" y="1110406"/>
                <a:ext cx="2788159" cy="3702480"/>
              </a:xfrm>
              <a:custGeom>
                <a:avLst/>
                <a:gdLst/>
                <a:ahLst/>
                <a:cxnLst/>
                <a:rect l="l" t="t" r="r" b="b"/>
                <a:pathLst>
                  <a:path w="2788159" h="3702480" extrusionOk="0">
                    <a:moveTo>
                      <a:pt x="2786734" y="3702481"/>
                    </a:moveTo>
                    <a:lnTo>
                      <a:pt x="0" y="2089993"/>
                    </a:lnTo>
                    <a:lnTo>
                      <a:pt x="951" y="23640"/>
                    </a:lnTo>
                    <a:cubicBezTo>
                      <a:pt x="951" y="2494"/>
                      <a:pt x="15779" y="-6078"/>
                      <a:pt x="34030" y="4590"/>
                    </a:cubicBezTo>
                    <a:lnTo>
                      <a:pt x="2755080" y="1578691"/>
                    </a:lnTo>
                    <a:cubicBezTo>
                      <a:pt x="2774529" y="1591407"/>
                      <a:pt x="2786800" y="1612610"/>
                      <a:pt x="2788160" y="1635841"/>
                    </a:cubicBezTo>
                    <a:close/>
                  </a:path>
                </a:pathLst>
              </a:custGeom>
              <a:solidFill>
                <a:srgbClr val="FFFFFF"/>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44" name="Google Shape;445;p15">
                <a:extLst>
                  <a:ext uri="{FF2B5EF4-FFF2-40B4-BE49-F238E27FC236}">
                    <a16:creationId xmlns:a16="http://schemas.microsoft.com/office/drawing/2014/main" id="{A7A78E3E-938C-C7A6-8938-614A3ABCFD73}"/>
                  </a:ext>
                </a:extLst>
              </p:cNvPr>
              <p:cNvSpPr/>
              <p:nvPr/>
            </p:nvSpPr>
            <p:spPr>
              <a:xfrm>
                <a:off x="5762166" y="1403396"/>
                <a:ext cx="919754" cy="618313"/>
              </a:xfrm>
              <a:custGeom>
                <a:avLst/>
                <a:gdLst/>
                <a:ahLst/>
                <a:cxnLst/>
                <a:rect l="l" t="t" r="r" b="b"/>
                <a:pathLst>
                  <a:path w="919754" h="618313" extrusionOk="0">
                    <a:moveTo>
                      <a:pt x="906256" y="616665"/>
                    </a:moveTo>
                    <a:lnTo>
                      <a:pt x="13498" y="100220"/>
                    </a:lnTo>
                    <a:cubicBezTo>
                      <a:pt x="5142" y="94185"/>
                      <a:pt x="133" y="84538"/>
                      <a:pt x="0" y="74217"/>
                    </a:cubicBezTo>
                    <a:lnTo>
                      <a:pt x="0" y="11828"/>
                    </a:lnTo>
                    <a:cubicBezTo>
                      <a:pt x="0" y="2303"/>
                      <a:pt x="5988" y="-2745"/>
                      <a:pt x="13498" y="1541"/>
                    </a:cubicBezTo>
                    <a:lnTo>
                      <a:pt x="906256" y="517986"/>
                    </a:lnTo>
                    <a:cubicBezTo>
                      <a:pt x="914574" y="524052"/>
                      <a:pt x="919574" y="533680"/>
                      <a:pt x="919754" y="543990"/>
                    </a:cubicBezTo>
                    <a:lnTo>
                      <a:pt x="919754" y="606378"/>
                    </a:lnTo>
                    <a:cubicBezTo>
                      <a:pt x="919754" y="616380"/>
                      <a:pt x="913671" y="621047"/>
                      <a:pt x="906256" y="616665"/>
                    </a:cubicBezTo>
                    <a:close/>
                  </a:path>
                </a:pathLst>
              </a:custGeom>
              <a:solidFill>
                <a:srgbClr val="E9EAF2"/>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45" name="Google Shape;446;p15">
                <a:extLst>
                  <a:ext uri="{FF2B5EF4-FFF2-40B4-BE49-F238E27FC236}">
                    <a16:creationId xmlns:a16="http://schemas.microsoft.com/office/drawing/2014/main" id="{D9F9D315-1E24-22A3-4EEE-70DFC10D482D}"/>
                  </a:ext>
                </a:extLst>
              </p:cNvPr>
              <p:cNvSpPr/>
              <p:nvPr/>
            </p:nvSpPr>
            <p:spPr>
              <a:xfrm>
                <a:off x="5766158" y="1584712"/>
                <a:ext cx="686298" cy="451951"/>
              </a:xfrm>
              <a:custGeom>
                <a:avLst/>
                <a:gdLst/>
                <a:ahLst/>
                <a:cxnLst/>
                <a:rect l="l" t="t" r="r" b="b"/>
                <a:pathLst>
                  <a:path w="686298" h="451951" extrusionOk="0">
                    <a:moveTo>
                      <a:pt x="672991" y="450304"/>
                    </a:moveTo>
                    <a:lnTo>
                      <a:pt x="13593" y="68827"/>
                    </a:lnTo>
                    <a:cubicBezTo>
                      <a:pt x="5199" y="62853"/>
                      <a:pt x="152" y="53231"/>
                      <a:pt x="0" y="42919"/>
                    </a:cubicBezTo>
                    <a:lnTo>
                      <a:pt x="0" y="11868"/>
                    </a:lnTo>
                    <a:cubicBezTo>
                      <a:pt x="0" y="2343"/>
                      <a:pt x="6084" y="-2801"/>
                      <a:pt x="13593" y="1581"/>
                    </a:cubicBezTo>
                    <a:lnTo>
                      <a:pt x="672991" y="383057"/>
                    </a:lnTo>
                    <a:cubicBezTo>
                      <a:pt x="681261" y="389103"/>
                      <a:pt x="686194" y="398708"/>
                      <a:pt x="686299" y="408965"/>
                    </a:cubicBezTo>
                    <a:lnTo>
                      <a:pt x="686299" y="440017"/>
                    </a:lnTo>
                    <a:cubicBezTo>
                      <a:pt x="686299" y="450018"/>
                      <a:pt x="680405" y="454685"/>
                      <a:pt x="672991" y="450304"/>
                    </a:cubicBezTo>
                    <a:close/>
                  </a:path>
                </a:pathLst>
              </a:custGeom>
              <a:solidFill>
                <a:srgbClr val="E9EAF2"/>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46" name="Google Shape;447;p15">
                <a:extLst>
                  <a:ext uri="{FF2B5EF4-FFF2-40B4-BE49-F238E27FC236}">
                    <a16:creationId xmlns:a16="http://schemas.microsoft.com/office/drawing/2014/main" id="{C8057C39-E837-425E-9AC2-37AAA8746777}"/>
                  </a:ext>
                </a:extLst>
              </p:cNvPr>
              <p:cNvSpPr/>
              <p:nvPr/>
            </p:nvSpPr>
            <p:spPr>
              <a:xfrm>
                <a:off x="5766158" y="1702632"/>
                <a:ext cx="686488" cy="451759"/>
              </a:xfrm>
              <a:custGeom>
                <a:avLst/>
                <a:gdLst/>
                <a:ahLst/>
                <a:cxnLst/>
                <a:rect l="l" t="t" r="r" b="b"/>
                <a:pathLst>
                  <a:path w="686488" h="451759" extrusionOk="0">
                    <a:moveTo>
                      <a:pt x="672991" y="450018"/>
                    </a:moveTo>
                    <a:lnTo>
                      <a:pt x="13593" y="69018"/>
                    </a:lnTo>
                    <a:cubicBezTo>
                      <a:pt x="5199" y="63044"/>
                      <a:pt x="152" y="53422"/>
                      <a:pt x="0" y="43110"/>
                    </a:cubicBezTo>
                    <a:lnTo>
                      <a:pt x="0" y="11868"/>
                    </a:lnTo>
                    <a:cubicBezTo>
                      <a:pt x="0" y="2343"/>
                      <a:pt x="6084" y="-2801"/>
                      <a:pt x="13593" y="1581"/>
                    </a:cubicBezTo>
                    <a:lnTo>
                      <a:pt x="672991" y="383343"/>
                    </a:lnTo>
                    <a:cubicBezTo>
                      <a:pt x="681337" y="389344"/>
                      <a:pt x="686337" y="398964"/>
                      <a:pt x="686489" y="409251"/>
                    </a:cubicBezTo>
                    <a:lnTo>
                      <a:pt x="686489" y="440302"/>
                    </a:lnTo>
                    <a:cubicBezTo>
                      <a:pt x="686299" y="450018"/>
                      <a:pt x="680405" y="454495"/>
                      <a:pt x="672991" y="450018"/>
                    </a:cubicBezTo>
                    <a:close/>
                  </a:path>
                </a:pathLst>
              </a:custGeom>
              <a:solidFill>
                <a:srgbClr val="E9EAF2"/>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47" name="Google Shape;448;p15">
                <a:extLst>
                  <a:ext uri="{FF2B5EF4-FFF2-40B4-BE49-F238E27FC236}">
                    <a16:creationId xmlns:a16="http://schemas.microsoft.com/office/drawing/2014/main" id="{C18DF1A8-5A0A-05B9-9B21-6A6F6111E0DB}"/>
                  </a:ext>
                </a:extLst>
              </p:cNvPr>
              <p:cNvSpPr/>
              <p:nvPr/>
            </p:nvSpPr>
            <p:spPr>
              <a:xfrm>
                <a:off x="5766158" y="1820170"/>
                <a:ext cx="562156" cy="379997"/>
              </a:xfrm>
              <a:custGeom>
                <a:avLst/>
                <a:gdLst/>
                <a:ahLst/>
                <a:cxnLst/>
                <a:rect l="l" t="t" r="r" b="b"/>
                <a:pathLst>
                  <a:path w="562156" h="379997" extrusionOk="0">
                    <a:moveTo>
                      <a:pt x="548564" y="378390"/>
                    </a:moveTo>
                    <a:lnTo>
                      <a:pt x="13593" y="68827"/>
                    </a:lnTo>
                    <a:cubicBezTo>
                      <a:pt x="5199" y="62853"/>
                      <a:pt x="152" y="53231"/>
                      <a:pt x="0" y="42919"/>
                    </a:cubicBezTo>
                    <a:lnTo>
                      <a:pt x="0" y="11868"/>
                    </a:lnTo>
                    <a:cubicBezTo>
                      <a:pt x="0" y="2343"/>
                      <a:pt x="6084" y="-2801"/>
                      <a:pt x="13593" y="1581"/>
                    </a:cubicBezTo>
                    <a:lnTo>
                      <a:pt x="548564" y="311048"/>
                    </a:lnTo>
                    <a:cubicBezTo>
                      <a:pt x="556948" y="317077"/>
                      <a:pt x="561985" y="326717"/>
                      <a:pt x="562157" y="337051"/>
                    </a:cubicBezTo>
                    <a:lnTo>
                      <a:pt x="562157" y="368103"/>
                    </a:lnTo>
                    <a:cubicBezTo>
                      <a:pt x="562157" y="378104"/>
                      <a:pt x="556073" y="382676"/>
                      <a:pt x="548564" y="378390"/>
                    </a:cubicBezTo>
                    <a:close/>
                  </a:path>
                </a:pathLst>
              </a:custGeom>
              <a:solidFill>
                <a:schemeClr val="accent1"/>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48" name="Google Shape;449;p15">
                <a:extLst>
                  <a:ext uri="{FF2B5EF4-FFF2-40B4-BE49-F238E27FC236}">
                    <a16:creationId xmlns:a16="http://schemas.microsoft.com/office/drawing/2014/main" id="{8AE2A0D5-8DD4-7381-3944-A60B39933575}"/>
                  </a:ext>
                </a:extLst>
              </p:cNvPr>
              <p:cNvSpPr/>
              <p:nvPr/>
            </p:nvSpPr>
            <p:spPr>
              <a:xfrm>
                <a:off x="5762166" y="2639293"/>
                <a:ext cx="919754" cy="618340"/>
              </a:xfrm>
              <a:custGeom>
                <a:avLst/>
                <a:gdLst/>
                <a:ahLst/>
                <a:cxnLst/>
                <a:rect l="l" t="t" r="r" b="b"/>
                <a:pathLst>
                  <a:path w="919754" h="618340" extrusionOk="0">
                    <a:moveTo>
                      <a:pt x="906256" y="616732"/>
                    </a:moveTo>
                    <a:lnTo>
                      <a:pt x="13498" y="100287"/>
                    </a:lnTo>
                    <a:cubicBezTo>
                      <a:pt x="5142" y="94248"/>
                      <a:pt x="133" y="84609"/>
                      <a:pt x="0" y="74284"/>
                    </a:cubicBezTo>
                    <a:lnTo>
                      <a:pt x="0" y="11895"/>
                    </a:lnTo>
                    <a:cubicBezTo>
                      <a:pt x="0" y="1894"/>
                      <a:pt x="5988" y="-2678"/>
                      <a:pt x="13498" y="1608"/>
                    </a:cubicBezTo>
                    <a:lnTo>
                      <a:pt x="906256" y="518053"/>
                    </a:lnTo>
                    <a:cubicBezTo>
                      <a:pt x="914574" y="524121"/>
                      <a:pt x="919574" y="533751"/>
                      <a:pt x="919754" y="544057"/>
                    </a:cubicBezTo>
                    <a:lnTo>
                      <a:pt x="919754" y="606445"/>
                    </a:lnTo>
                    <a:cubicBezTo>
                      <a:pt x="919754" y="616447"/>
                      <a:pt x="913671" y="621019"/>
                      <a:pt x="906256" y="616732"/>
                    </a:cubicBezTo>
                    <a:close/>
                  </a:path>
                </a:pathLst>
              </a:custGeom>
              <a:solidFill>
                <a:srgbClr val="E9EAF2"/>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49" name="Google Shape;450;p15">
                <a:extLst>
                  <a:ext uri="{FF2B5EF4-FFF2-40B4-BE49-F238E27FC236}">
                    <a16:creationId xmlns:a16="http://schemas.microsoft.com/office/drawing/2014/main" id="{6B3BB331-877E-06B0-2B58-FDB4CFB47961}"/>
                  </a:ext>
                </a:extLst>
              </p:cNvPr>
              <p:cNvSpPr/>
              <p:nvPr/>
            </p:nvSpPr>
            <p:spPr>
              <a:xfrm>
                <a:off x="5766158" y="2821069"/>
                <a:ext cx="686488" cy="451519"/>
              </a:xfrm>
              <a:custGeom>
                <a:avLst/>
                <a:gdLst/>
                <a:ahLst/>
                <a:cxnLst/>
                <a:rect l="l" t="t" r="r" b="b"/>
                <a:pathLst>
                  <a:path w="686488" h="451519" extrusionOk="0">
                    <a:moveTo>
                      <a:pt x="672991" y="449910"/>
                    </a:moveTo>
                    <a:lnTo>
                      <a:pt x="13593" y="68910"/>
                    </a:lnTo>
                    <a:cubicBezTo>
                      <a:pt x="5209" y="62881"/>
                      <a:pt x="171" y="53242"/>
                      <a:pt x="0" y="42907"/>
                    </a:cubicBezTo>
                    <a:lnTo>
                      <a:pt x="0" y="11856"/>
                    </a:lnTo>
                    <a:cubicBezTo>
                      <a:pt x="0" y="1854"/>
                      <a:pt x="6084" y="-2718"/>
                      <a:pt x="13593" y="1664"/>
                    </a:cubicBezTo>
                    <a:lnTo>
                      <a:pt x="672991" y="382664"/>
                    </a:lnTo>
                    <a:cubicBezTo>
                      <a:pt x="681308" y="388731"/>
                      <a:pt x="686308" y="398361"/>
                      <a:pt x="686489" y="408667"/>
                    </a:cubicBezTo>
                    <a:lnTo>
                      <a:pt x="686489" y="439719"/>
                    </a:lnTo>
                    <a:cubicBezTo>
                      <a:pt x="686299" y="449625"/>
                      <a:pt x="680405" y="454197"/>
                      <a:pt x="672991" y="449910"/>
                    </a:cubicBezTo>
                    <a:close/>
                  </a:path>
                </a:pathLst>
              </a:custGeom>
              <a:solidFill>
                <a:srgbClr val="E9EAF2"/>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50" name="Google Shape;451;p15">
                <a:extLst>
                  <a:ext uri="{FF2B5EF4-FFF2-40B4-BE49-F238E27FC236}">
                    <a16:creationId xmlns:a16="http://schemas.microsoft.com/office/drawing/2014/main" id="{28513679-1396-D8A4-97A1-E5FA3732630F}"/>
                  </a:ext>
                </a:extLst>
              </p:cNvPr>
              <p:cNvSpPr/>
              <p:nvPr/>
            </p:nvSpPr>
            <p:spPr>
              <a:xfrm>
                <a:off x="5766158" y="2938486"/>
                <a:ext cx="686488" cy="451826"/>
              </a:xfrm>
              <a:custGeom>
                <a:avLst/>
                <a:gdLst/>
                <a:ahLst/>
                <a:cxnLst/>
                <a:rect l="l" t="t" r="r" b="b"/>
                <a:pathLst>
                  <a:path w="686488" h="451826" extrusionOk="0">
                    <a:moveTo>
                      <a:pt x="672991" y="450223"/>
                    </a:moveTo>
                    <a:lnTo>
                      <a:pt x="13593" y="68747"/>
                    </a:lnTo>
                    <a:cubicBezTo>
                      <a:pt x="5228" y="62756"/>
                      <a:pt x="190" y="53145"/>
                      <a:pt x="0" y="42839"/>
                    </a:cubicBezTo>
                    <a:lnTo>
                      <a:pt x="0" y="11787"/>
                    </a:lnTo>
                    <a:cubicBezTo>
                      <a:pt x="0" y="2262"/>
                      <a:pt x="6084" y="-2786"/>
                      <a:pt x="13593" y="1595"/>
                    </a:cubicBezTo>
                    <a:lnTo>
                      <a:pt x="672991" y="382595"/>
                    </a:lnTo>
                    <a:cubicBezTo>
                      <a:pt x="681308" y="388663"/>
                      <a:pt x="686308" y="398293"/>
                      <a:pt x="686489" y="408599"/>
                    </a:cubicBezTo>
                    <a:lnTo>
                      <a:pt x="686489" y="439650"/>
                    </a:lnTo>
                    <a:cubicBezTo>
                      <a:pt x="686299" y="449937"/>
                      <a:pt x="680405" y="454509"/>
                      <a:pt x="672991" y="450223"/>
                    </a:cubicBezTo>
                    <a:close/>
                  </a:path>
                </a:pathLst>
              </a:custGeom>
              <a:solidFill>
                <a:srgbClr val="E9EAF2"/>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51" name="Google Shape;452;p15">
                <a:extLst>
                  <a:ext uri="{FF2B5EF4-FFF2-40B4-BE49-F238E27FC236}">
                    <a16:creationId xmlns:a16="http://schemas.microsoft.com/office/drawing/2014/main" id="{18BB383E-5B67-FE96-AE56-55A75092642D}"/>
                  </a:ext>
                </a:extLst>
              </p:cNvPr>
              <p:cNvSpPr/>
              <p:nvPr/>
            </p:nvSpPr>
            <p:spPr>
              <a:xfrm>
                <a:off x="5766158" y="3056051"/>
                <a:ext cx="562156" cy="379920"/>
              </a:xfrm>
              <a:custGeom>
                <a:avLst/>
                <a:gdLst/>
                <a:ahLst/>
                <a:cxnLst/>
                <a:rect l="l" t="t" r="r" b="b"/>
                <a:pathLst>
                  <a:path w="562156" h="379920" extrusionOk="0">
                    <a:moveTo>
                      <a:pt x="548564" y="378378"/>
                    </a:moveTo>
                    <a:lnTo>
                      <a:pt x="13593" y="68910"/>
                    </a:lnTo>
                    <a:cubicBezTo>
                      <a:pt x="5199" y="62900"/>
                      <a:pt x="152" y="53242"/>
                      <a:pt x="0" y="42907"/>
                    </a:cubicBezTo>
                    <a:lnTo>
                      <a:pt x="0" y="11856"/>
                    </a:lnTo>
                    <a:cubicBezTo>
                      <a:pt x="0" y="1854"/>
                      <a:pt x="6084" y="-2718"/>
                      <a:pt x="13593" y="1664"/>
                    </a:cubicBezTo>
                    <a:lnTo>
                      <a:pt x="548564" y="311131"/>
                    </a:lnTo>
                    <a:cubicBezTo>
                      <a:pt x="556948" y="317161"/>
                      <a:pt x="561985" y="326800"/>
                      <a:pt x="562157" y="337134"/>
                    </a:cubicBezTo>
                    <a:lnTo>
                      <a:pt x="562157" y="368186"/>
                    </a:lnTo>
                    <a:cubicBezTo>
                      <a:pt x="562157" y="378187"/>
                      <a:pt x="556073" y="382473"/>
                      <a:pt x="548564" y="378378"/>
                    </a:cubicBezTo>
                    <a:close/>
                  </a:path>
                </a:pathLst>
              </a:custGeom>
              <a:solidFill>
                <a:schemeClr val="accent1"/>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52" name="Google Shape;453;p15">
                <a:extLst>
                  <a:ext uri="{FF2B5EF4-FFF2-40B4-BE49-F238E27FC236}">
                    <a16:creationId xmlns:a16="http://schemas.microsoft.com/office/drawing/2014/main" id="{F6C0768A-8417-07B4-32D9-3C93B73FF401}"/>
                  </a:ext>
                </a:extLst>
              </p:cNvPr>
              <p:cNvSpPr/>
              <p:nvPr/>
            </p:nvSpPr>
            <p:spPr>
              <a:xfrm>
                <a:off x="6897600" y="3332192"/>
                <a:ext cx="1250451" cy="1162368"/>
              </a:xfrm>
              <a:custGeom>
                <a:avLst/>
                <a:gdLst/>
                <a:ahLst/>
                <a:cxnLst/>
                <a:rect l="l" t="t" r="r" b="b"/>
                <a:pathLst>
                  <a:path w="1250451" h="1162368" extrusionOk="0">
                    <a:moveTo>
                      <a:pt x="9696" y="77186"/>
                    </a:moveTo>
                    <a:cubicBezTo>
                      <a:pt x="9696" y="77186"/>
                      <a:pt x="108173" y="160053"/>
                      <a:pt x="250376" y="46896"/>
                    </a:cubicBezTo>
                    <a:cubicBezTo>
                      <a:pt x="351895" y="-36543"/>
                      <a:pt x="442672" y="11082"/>
                      <a:pt x="493242" y="39657"/>
                    </a:cubicBezTo>
                    <a:cubicBezTo>
                      <a:pt x="543811" y="68232"/>
                      <a:pt x="616813" y="85758"/>
                      <a:pt x="755879" y="337409"/>
                    </a:cubicBezTo>
                    <a:cubicBezTo>
                      <a:pt x="755879" y="337409"/>
                      <a:pt x="801125" y="416276"/>
                      <a:pt x="875839" y="459519"/>
                    </a:cubicBezTo>
                    <a:cubicBezTo>
                      <a:pt x="950552" y="502763"/>
                      <a:pt x="986483" y="481617"/>
                      <a:pt x="1045227" y="392844"/>
                    </a:cubicBezTo>
                    <a:cubicBezTo>
                      <a:pt x="1103971" y="304071"/>
                      <a:pt x="1142469" y="205773"/>
                      <a:pt x="1250452" y="269972"/>
                    </a:cubicBezTo>
                    <a:lnTo>
                      <a:pt x="1250452" y="1162369"/>
                    </a:lnTo>
                    <a:lnTo>
                      <a:pt x="0" y="439707"/>
                    </a:lnTo>
                    <a:lnTo>
                      <a:pt x="0" y="71375"/>
                    </a:lnTo>
                    <a:close/>
                  </a:path>
                </a:pathLst>
              </a:custGeom>
              <a:solidFill>
                <a:srgbClr val="F5F6FF"/>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53" name="Google Shape;454;p15">
                <a:extLst>
                  <a:ext uri="{FF2B5EF4-FFF2-40B4-BE49-F238E27FC236}">
                    <a16:creationId xmlns:a16="http://schemas.microsoft.com/office/drawing/2014/main" id="{11FF2978-8C1E-8461-597F-AE7F20031F7C}"/>
                  </a:ext>
                </a:extLst>
              </p:cNvPr>
              <p:cNvSpPr/>
              <p:nvPr/>
            </p:nvSpPr>
            <p:spPr>
              <a:xfrm>
                <a:off x="5766443" y="2003281"/>
                <a:ext cx="882682" cy="1029375"/>
              </a:xfrm>
              <a:custGeom>
                <a:avLst/>
                <a:gdLst/>
                <a:ahLst/>
                <a:cxnLst/>
                <a:rect l="l" t="t" r="r" b="b"/>
                <a:pathLst>
                  <a:path w="882682" h="1029375" extrusionOk="0">
                    <a:moveTo>
                      <a:pt x="869090" y="1027764"/>
                    </a:moveTo>
                    <a:lnTo>
                      <a:pt x="13593" y="532464"/>
                    </a:lnTo>
                    <a:cubicBezTo>
                      <a:pt x="5209" y="526435"/>
                      <a:pt x="171" y="516796"/>
                      <a:pt x="0" y="506461"/>
                    </a:cubicBezTo>
                    <a:lnTo>
                      <a:pt x="0" y="11828"/>
                    </a:lnTo>
                    <a:cubicBezTo>
                      <a:pt x="0" y="2303"/>
                      <a:pt x="6084" y="-2745"/>
                      <a:pt x="13593" y="1541"/>
                    </a:cubicBezTo>
                    <a:lnTo>
                      <a:pt x="869090" y="496841"/>
                    </a:lnTo>
                    <a:cubicBezTo>
                      <a:pt x="877474" y="502870"/>
                      <a:pt x="882512" y="512510"/>
                      <a:pt x="882683" y="522844"/>
                    </a:cubicBezTo>
                    <a:lnTo>
                      <a:pt x="882683" y="1017668"/>
                    </a:lnTo>
                    <a:cubicBezTo>
                      <a:pt x="882683" y="1027479"/>
                      <a:pt x="876599" y="1032051"/>
                      <a:pt x="869090" y="1027764"/>
                    </a:cubicBezTo>
                    <a:close/>
                  </a:path>
                </a:pathLst>
              </a:custGeom>
              <a:solidFill>
                <a:srgbClr val="E9EAF2"/>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54" name="Google Shape;455;p15">
                <a:extLst>
                  <a:ext uri="{FF2B5EF4-FFF2-40B4-BE49-F238E27FC236}">
                    <a16:creationId xmlns:a16="http://schemas.microsoft.com/office/drawing/2014/main" id="{1EF9AB14-A128-3999-060C-F0075AC8BF19}"/>
                  </a:ext>
                </a:extLst>
              </p:cNvPr>
              <p:cNvSpPr/>
              <p:nvPr/>
            </p:nvSpPr>
            <p:spPr>
              <a:xfrm>
                <a:off x="6897600" y="3388613"/>
                <a:ext cx="1250451" cy="1106424"/>
              </a:xfrm>
              <a:custGeom>
                <a:avLst/>
                <a:gdLst/>
                <a:ahLst/>
                <a:cxnLst/>
                <a:rect l="l" t="t" r="r" b="b"/>
                <a:pathLst>
                  <a:path w="1250451" h="1106424" extrusionOk="0">
                    <a:moveTo>
                      <a:pt x="0" y="0"/>
                    </a:moveTo>
                    <a:lnTo>
                      <a:pt x="0" y="383096"/>
                    </a:lnTo>
                    <a:lnTo>
                      <a:pt x="1250452" y="1106424"/>
                    </a:lnTo>
                    <a:lnTo>
                      <a:pt x="1250452" y="214027"/>
                    </a:lnTo>
                  </a:path>
                </a:pathLst>
              </a:custGeom>
              <a:noFill/>
              <a:ln w="9525" cap="flat" cmpd="sng">
                <a:solidFill>
                  <a:srgbClr val="E9EAF2"/>
                </a:solidFill>
                <a:prstDash val="solid"/>
                <a:miter lim="8000"/>
                <a:headEnd type="none" w="sm" len="sm"/>
                <a:tailEnd type="none" w="sm" len="sm"/>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55" name="Google Shape;456;p15">
                <a:extLst>
                  <a:ext uri="{FF2B5EF4-FFF2-40B4-BE49-F238E27FC236}">
                    <a16:creationId xmlns:a16="http://schemas.microsoft.com/office/drawing/2014/main" id="{40C9D0B3-7600-4BD8-1A75-0124623F8549}"/>
                  </a:ext>
                </a:extLst>
              </p:cNvPr>
              <p:cNvSpPr/>
              <p:nvPr/>
            </p:nvSpPr>
            <p:spPr>
              <a:xfrm>
                <a:off x="7389036" y="3376326"/>
                <a:ext cx="9505" cy="678751"/>
              </a:xfrm>
              <a:custGeom>
                <a:avLst/>
                <a:gdLst/>
                <a:ahLst/>
                <a:cxnLst/>
                <a:rect l="l" t="t" r="r" b="b"/>
                <a:pathLst>
                  <a:path w="9505" h="678751" extrusionOk="0">
                    <a:moveTo>
                      <a:pt x="0" y="0"/>
                    </a:moveTo>
                    <a:lnTo>
                      <a:pt x="0" y="678752"/>
                    </a:lnTo>
                  </a:path>
                </a:pathLst>
              </a:custGeom>
              <a:noFill/>
              <a:ln w="9525" cap="flat" cmpd="sng">
                <a:solidFill>
                  <a:srgbClr val="E9EAF2"/>
                </a:solidFill>
                <a:prstDash val="solid"/>
                <a:miter lim="8000"/>
                <a:headEnd type="none" w="sm" len="sm"/>
                <a:tailEnd type="none" w="sm" len="sm"/>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08" name="Google Shape;457;p15">
                <a:extLst>
                  <a:ext uri="{FF2B5EF4-FFF2-40B4-BE49-F238E27FC236}">
                    <a16:creationId xmlns:a16="http://schemas.microsoft.com/office/drawing/2014/main" id="{E252EC8D-D4F7-5BBD-5745-A1A852221CB2}"/>
                  </a:ext>
                </a:extLst>
              </p:cNvPr>
              <p:cNvSpPr/>
              <p:nvPr/>
            </p:nvSpPr>
            <p:spPr>
              <a:xfrm>
                <a:off x="7771633" y="3805618"/>
                <a:ext cx="9505" cy="470725"/>
              </a:xfrm>
              <a:custGeom>
                <a:avLst/>
                <a:gdLst/>
                <a:ahLst/>
                <a:cxnLst/>
                <a:rect l="l" t="t" r="r" b="b"/>
                <a:pathLst>
                  <a:path w="9505" h="470725" extrusionOk="0">
                    <a:moveTo>
                      <a:pt x="0" y="0"/>
                    </a:moveTo>
                    <a:lnTo>
                      <a:pt x="0" y="470725"/>
                    </a:lnTo>
                  </a:path>
                </a:pathLst>
              </a:custGeom>
              <a:noFill/>
              <a:ln w="9525" cap="flat" cmpd="sng">
                <a:solidFill>
                  <a:srgbClr val="E9EAF2"/>
                </a:solidFill>
                <a:prstDash val="solid"/>
                <a:miter lim="8000"/>
                <a:headEnd type="none" w="sm" len="sm"/>
                <a:tailEnd type="none" w="sm" len="sm"/>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09" name="Google Shape;458;p15">
                <a:extLst>
                  <a:ext uri="{FF2B5EF4-FFF2-40B4-BE49-F238E27FC236}">
                    <a16:creationId xmlns:a16="http://schemas.microsoft.com/office/drawing/2014/main" id="{216BD73F-263B-A423-5E0A-D18DB974A89D}"/>
                  </a:ext>
                </a:extLst>
              </p:cNvPr>
              <p:cNvSpPr/>
              <p:nvPr/>
            </p:nvSpPr>
            <p:spPr>
              <a:xfrm>
                <a:off x="6897600" y="3332663"/>
                <a:ext cx="1250451" cy="479359"/>
              </a:xfrm>
              <a:custGeom>
                <a:avLst/>
                <a:gdLst/>
                <a:ahLst/>
                <a:cxnLst/>
                <a:rect l="l" t="t" r="r" b="b"/>
                <a:pathLst>
                  <a:path w="1250451" h="479359" extrusionOk="0">
                    <a:moveTo>
                      <a:pt x="0" y="70905"/>
                    </a:moveTo>
                    <a:cubicBezTo>
                      <a:pt x="221859" y="208732"/>
                      <a:pt x="253227" y="-102831"/>
                      <a:pt x="494953" y="36996"/>
                    </a:cubicBezTo>
                    <a:cubicBezTo>
                      <a:pt x="736678" y="176823"/>
                      <a:pt x="703314" y="359036"/>
                      <a:pt x="881732" y="462288"/>
                    </a:cubicBezTo>
                    <a:cubicBezTo>
                      <a:pt x="1060151" y="565538"/>
                      <a:pt x="1064333" y="162250"/>
                      <a:pt x="1250452" y="269978"/>
                    </a:cubicBezTo>
                  </a:path>
                </a:pathLst>
              </a:custGeom>
              <a:noFill/>
              <a:ln w="14525" cap="flat" cmpd="sng">
                <a:solidFill>
                  <a:srgbClr val="E9EAF2"/>
                </a:solidFill>
                <a:prstDash val="solid"/>
                <a:miter lim="8000"/>
                <a:headEnd type="none" w="sm" len="sm"/>
                <a:tailEnd type="none" w="sm" len="sm"/>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10" name="Google Shape;459;p15">
                <a:extLst>
                  <a:ext uri="{FF2B5EF4-FFF2-40B4-BE49-F238E27FC236}">
                    <a16:creationId xmlns:a16="http://schemas.microsoft.com/office/drawing/2014/main" id="{26996B64-EF06-9CC8-58A3-B57708C35C00}"/>
                  </a:ext>
                </a:extLst>
              </p:cNvPr>
              <p:cNvSpPr/>
              <p:nvPr/>
            </p:nvSpPr>
            <p:spPr>
              <a:xfrm rot="-1801764">
                <a:off x="7364922" y="3334621"/>
                <a:ext cx="48054" cy="83555"/>
              </a:xfrm>
              <a:custGeom>
                <a:avLst/>
                <a:gdLst/>
                <a:ahLst/>
                <a:cxnLst/>
                <a:rect l="l" t="t" r="r" b="b"/>
                <a:pathLst>
                  <a:path w="48097" h="83629" extrusionOk="0">
                    <a:moveTo>
                      <a:pt x="48098" y="41815"/>
                    </a:moveTo>
                    <a:cubicBezTo>
                      <a:pt x="48098" y="64908"/>
                      <a:pt x="37331" y="83629"/>
                      <a:pt x="24049" y="83629"/>
                    </a:cubicBezTo>
                    <a:cubicBezTo>
                      <a:pt x="10767" y="83629"/>
                      <a:pt x="0" y="64908"/>
                      <a:pt x="0" y="41815"/>
                    </a:cubicBezTo>
                    <a:cubicBezTo>
                      <a:pt x="0" y="18721"/>
                      <a:pt x="10767" y="0"/>
                      <a:pt x="24049" y="0"/>
                    </a:cubicBezTo>
                    <a:cubicBezTo>
                      <a:pt x="37331" y="0"/>
                      <a:pt x="48098" y="18721"/>
                      <a:pt x="48098" y="41815"/>
                    </a:cubicBezTo>
                    <a:close/>
                  </a:path>
                </a:pathLst>
              </a:custGeom>
              <a:solidFill>
                <a:schemeClr val="accent1"/>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11" name="Google Shape;460;p15">
                <a:extLst>
                  <a:ext uri="{FF2B5EF4-FFF2-40B4-BE49-F238E27FC236}">
                    <a16:creationId xmlns:a16="http://schemas.microsoft.com/office/drawing/2014/main" id="{8C625A7B-A4D8-6A5D-5634-3B6B436BA5BB}"/>
                  </a:ext>
                </a:extLst>
              </p:cNvPr>
              <p:cNvSpPr/>
              <p:nvPr/>
            </p:nvSpPr>
            <p:spPr>
              <a:xfrm rot="-1790023">
                <a:off x="8141346" y="3571007"/>
                <a:ext cx="48265" cy="83920"/>
              </a:xfrm>
              <a:custGeom>
                <a:avLst/>
                <a:gdLst/>
                <a:ahLst/>
                <a:cxnLst/>
                <a:rect l="l" t="t" r="r" b="b"/>
                <a:pathLst>
                  <a:path w="48263" h="83917" extrusionOk="0">
                    <a:moveTo>
                      <a:pt x="48265" y="41960"/>
                    </a:moveTo>
                    <a:cubicBezTo>
                      <a:pt x="48265" y="65133"/>
                      <a:pt x="37461" y="83919"/>
                      <a:pt x="24134" y="83919"/>
                    </a:cubicBezTo>
                    <a:cubicBezTo>
                      <a:pt x="10806" y="83919"/>
                      <a:pt x="2" y="65133"/>
                      <a:pt x="2" y="41960"/>
                    </a:cubicBezTo>
                    <a:cubicBezTo>
                      <a:pt x="2" y="18787"/>
                      <a:pt x="10806" y="1"/>
                      <a:pt x="24134" y="1"/>
                    </a:cubicBezTo>
                    <a:cubicBezTo>
                      <a:pt x="37461" y="1"/>
                      <a:pt x="48265" y="18787"/>
                      <a:pt x="48265" y="41960"/>
                    </a:cubicBezTo>
                    <a:close/>
                  </a:path>
                </a:pathLst>
              </a:custGeom>
              <a:solidFill>
                <a:schemeClr val="accent1"/>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12" name="Google Shape;461;p15">
                <a:extLst>
                  <a:ext uri="{FF2B5EF4-FFF2-40B4-BE49-F238E27FC236}">
                    <a16:creationId xmlns:a16="http://schemas.microsoft.com/office/drawing/2014/main" id="{4A37E92D-0C35-256A-9014-60A1B5C2B441}"/>
                  </a:ext>
                </a:extLst>
              </p:cNvPr>
              <p:cNvSpPr/>
              <p:nvPr/>
            </p:nvSpPr>
            <p:spPr>
              <a:xfrm rot="-1790023">
                <a:off x="7763340" y="3766404"/>
                <a:ext cx="48265" cy="83920"/>
              </a:xfrm>
              <a:custGeom>
                <a:avLst/>
                <a:gdLst/>
                <a:ahLst/>
                <a:cxnLst/>
                <a:rect l="l" t="t" r="r" b="b"/>
                <a:pathLst>
                  <a:path w="48263" h="83917" extrusionOk="0">
                    <a:moveTo>
                      <a:pt x="48265" y="41960"/>
                    </a:moveTo>
                    <a:cubicBezTo>
                      <a:pt x="48265" y="65133"/>
                      <a:pt x="37461" y="83919"/>
                      <a:pt x="24133" y="83919"/>
                    </a:cubicBezTo>
                    <a:cubicBezTo>
                      <a:pt x="10806" y="83919"/>
                      <a:pt x="2" y="65133"/>
                      <a:pt x="2" y="41960"/>
                    </a:cubicBezTo>
                    <a:cubicBezTo>
                      <a:pt x="2" y="18787"/>
                      <a:pt x="10806" y="1"/>
                      <a:pt x="24133" y="1"/>
                    </a:cubicBezTo>
                    <a:cubicBezTo>
                      <a:pt x="37461" y="1"/>
                      <a:pt x="48265" y="18787"/>
                      <a:pt x="48265" y="41960"/>
                    </a:cubicBezTo>
                    <a:close/>
                  </a:path>
                </a:pathLst>
              </a:custGeom>
              <a:solidFill>
                <a:schemeClr val="accent1"/>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13" name="Google Shape;462;p15">
                <a:extLst>
                  <a:ext uri="{FF2B5EF4-FFF2-40B4-BE49-F238E27FC236}">
                    <a16:creationId xmlns:a16="http://schemas.microsoft.com/office/drawing/2014/main" id="{1D08A527-D850-03A6-4911-FF1E451708D0}"/>
                  </a:ext>
                </a:extLst>
              </p:cNvPr>
              <p:cNvSpPr/>
              <p:nvPr/>
            </p:nvSpPr>
            <p:spPr>
              <a:xfrm rot="-1801764">
                <a:off x="6873548" y="3361832"/>
                <a:ext cx="48054" cy="83555"/>
              </a:xfrm>
              <a:custGeom>
                <a:avLst/>
                <a:gdLst/>
                <a:ahLst/>
                <a:cxnLst/>
                <a:rect l="l" t="t" r="r" b="b"/>
                <a:pathLst>
                  <a:path w="48097" h="83629" extrusionOk="0">
                    <a:moveTo>
                      <a:pt x="48098" y="41815"/>
                    </a:moveTo>
                    <a:cubicBezTo>
                      <a:pt x="48098" y="64908"/>
                      <a:pt x="37331" y="83629"/>
                      <a:pt x="24049" y="83629"/>
                    </a:cubicBezTo>
                    <a:cubicBezTo>
                      <a:pt x="10767" y="83629"/>
                      <a:pt x="0" y="64908"/>
                      <a:pt x="0" y="41815"/>
                    </a:cubicBezTo>
                    <a:cubicBezTo>
                      <a:pt x="0" y="18721"/>
                      <a:pt x="10767" y="0"/>
                      <a:pt x="24049" y="0"/>
                    </a:cubicBezTo>
                    <a:cubicBezTo>
                      <a:pt x="37331" y="0"/>
                      <a:pt x="48098" y="18721"/>
                      <a:pt x="48098" y="41815"/>
                    </a:cubicBezTo>
                    <a:close/>
                  </a:path>
                </a:pathLst>
              </a:custGeom>
              <a:solidFill>
                <a:schemeClr val="accent1"/>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14" name="Google Shape;463;p15">
                <a:extLst>
                  <a:ext uri="{FF2B5EF4-FFF2-40B4-BE49-F238E27FC236}">
                    <a16:creationId xmlns:a16="http://schemas.microsoft.com/office/drawing/2014/main" id="{6528054E-55ED-6944-EB7B-C0FA4B943CB9}"/>
                  </a:ext>
                </a:extLst>
              </p:cNvPr>
              <p:cNvSpPr/>
              <p:nvPr/>
            </p:nvSpPr>
            <p:spPr>
              <a:xfrm>
                <a:off x="6868038" y="2430219"/>
                <a:ext cx="78705" cy="316778"/>
              </a:xfrm>
              <a:custGeom>
                <a:avLst/>
                <a:gdLst/>
                <a:ahLst/>
                <a:cxnLst/>
                <a:rect l="l" t="t" r="r" b="b"/>
                <a:pathLst>
                  <a:path w="78705" h="316778" extrusionOk="0">
                    <a:moveTo>
                      <a:pt x="64828" y="315171"/>
                    </a:moveTo>
                    <a:lnTo>
                      <a:pt x="13593" y="285548"/>
                    </a:lnTo>
                    <a:cubicBezTo>
                      <a:pt x="5209" y="279519"/>
                      <a:pt x="171" y="269880"/>
                      <a:pt x="0" y="259545"/>
                    </a:cubicBezTo>
                    <a:lnTo>
                      <a:pt x="0" y="11895"/>
                    </a:lnTo>
                    <a:cubicBezTo>
                      <a:pt x="0" y="1894"/>
                      <a:pt x="6083" y="-2678"/>
                      <a:pt x="13593" y="1608"/>
                    </a:cubicBezTo>
                    <a:lnTo>
                      <a:pt x="64828" y="31326"/>
                    </a:lnTo>
                    <a:cubicBezTo>
                      <a:pt x="73193" y="37136"/>
                      <a:pt x="78335" y="46566"/>
                      <a:pt x="78706" y="56758"/>
                    </a:cubicBezTo>
                    <a:lnTo>
                      <a:pt x="78706" y="304884"/>
                    </a:lnTo>
                    <a:cubicBezTo>
                      <a:pt x="78706" y="314885"/>
                      <a:pt x="72337" y="319457"/>
                      <a:pt x="64828" y="315171"/>
                    </a:cubicBezTo>
                    <a:close/>
                  </a:path>
                </a:pathLst>
              </a:custGeom>
              <a:solidFill>
                <a:srgbClr val="E9EAF2"/>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15" name="Google Shape;464;p15">
                <a:extLst>
                  <a:ext uri="{FF2B5EF4-FFF2-40B4-BE49-F238E27FC236}">
                    <a16:creationId xmlns:a16="http://schemas.microsoft.com/office/drawing/2014/main" id="{BBE49307-B2BB-2924-A4BE-252100495B7E}"/>
                  </a:ext>
                </a:extLst>
              </p:cNvPr>
              <p:cNvSpPr/>
              <p:nvPr/>
            </p:nvSpPr>
            <p:spPr>
              <a:xfrm>
                <a:off x="6986477" y="2241366"/>
                <a:ext cx="78420" cy="573928"/>
              </a:xfrm>
              <a:custGeom>
                <a:avLst/>
                <a:gdLst/>
                <a:ahLst/>
                <a:cxnLst/>
                <a:rect l="l" t="t" r="r" b="b"/>
                <a:pathLst>
                  <a:path w="78420" h="573928" extrusionOk="0">
                    <a:moveTo>
                      <a:pt x="64828" y="572319"/>
                    </a:moveTo>
                    <a:lnTo>
                      <a:pt x="13593" y="542601"/>
                    </a:lnTo>
                    <a:cubicBezTo>
                      <a:pt x="5199" y="536629"/>
                      <a:pt x="152" y="527009"/>
                      <a:pt x="0" y="516693"/>
                    </a:cubicBezTo>
                    <a:lnTo>
                      <a:pt x="0" y="11868"/>
                    </a:lnTo>
                    <a:cubicBezTo>
                      <a:pt x="0" y="2343"/>
                      <a:pt x="6084" y="-2801"/>
                      <a:pt x="13593" y="1581"/>
                    </a:cubicBezTo>
                    <a:lnTo>
                      <a:pt x="64828" y="31299"/>
                    </a:lnTo>
                    <a:cubicBezTo>
                      <a:pt x="73211" y="37328"/>
                      <a:pt x="78249" y="46967"/>
                      <a:pt x="78421" y="57302"/>
                    </a:cubicBezTo>
                    <a:lnTo>
                      <a:pt x="78421" y="562127"/>
                    </a:lnTo>
                    <a:cubicBezTo>
                      <a:pt x="78041" y="572033"/>
                      <a:pt x="71957" y="576605"/>
                      <a:pt x="64828" y="572319"/>
                    </a:cubicBezTo>
                    <a:close/>
                  </a:path>
                </a:pathLst>
              </a:custGeom>
              <a:solidFill>
                <a:schemeClr val="accent1"/>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16" name="Google Shape;465;p15">
                <a:extLst>
                  <a:ext uri="{FF2B5EF4-FFF2-40B4-BE49-F238E27FC236}">
                    <a16:creationId xmlns:a16="http://schemas.microsoft.com/office/drawing/2014/main" id="{BECFCDA3-A7E1-DA91-CE53-25103BA4CC07}"/>
                  </a:ext>
                </a:extLst>
              </p:cNvPr>
              <p:cNvSpPr/>
              <p:nvPr/>
            </p:nvSpPr>
            <p:spPr>
              <a:xfrm>
                <a:off x="7222119" y="2426981"/>
                <a:ext cx="78420" cy="524860"/>
              </a:xfrm>
              <a:custGeom>
                <a:avLst/>
                <a:gdLst/>
                <a:ahLst/>
                <a:cxnLst/>
                <a:rect l="l" t="t" r="r" b="b"/>
                <a:pathLst>
                  <a:path w="78420" h="524860" extrusionOk="0">
                    <a:moveTo>
                      <a:pt x="64828" y="523197"/>
                    </a:moveTo>
                    <a:lnTo>
                      <a:pt x="13593" y="493574"/>
                    </a:lnTo>
                    <a:cubicBezTo>
                      <a:pt x="5181" y="487583"/>
                      <a:pt x="124" y="477915"/>
                      <a:pt x="0" y="467571"/>
                    </a:cubicBezTo>
                    <a:lnTo>
                      <a:pt x="0" y="11895"/>
                    </a:lnTo>
                    <a:cubicBezTo>
                      <a:pt x="0" y="1894"/>
                      <a:pt x="6083" y="-2678"/>
                      <a:pt x="13593" y="1608"/>
                    </a:cubicBezTo>
                    <a:lnTo>
                      <a:pt x="64828" y="31231"/>
                    </a:lnTo>
                    <a:cubicBezTo>
                      <a:pt x="73211" y="37260"/>
                      <a:pt x="78249" y="46899"/>
                      <a:pt x="78421" y="57234"/>
                    </a:cubicBezTo>
                    <a:lnTo>
                      <a:pt x="78421" y="513005"/>
                    </a:lnTo>
                    <a:cubicBezTo>
                      <a:pt x="78421" y="523006"/>
                      <a:pt x="72337" y="527578"/>
                      <a:pt x="64828" y="523197"/>
                    </a:cubicBezTo>
                    <a:close/>
                  </a:path>
                </a:pathLst>
              </a:custGeom>
              <a:solidFill>
                <a:srgbClr val="E9EAF2"/>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17" name="Google Shape;466;p15">
                <a:extLst>
                  <a:ext uri="{FF2B5EF4-FFF2-40B4-BE49-F238E27FC236}">
                    <a16:creationId xmlns:a16="http://schemas.microsoft.com/office/drawing/2014/main" id="{ADFC286E-CACB-BF29-7047-6FB8182FF1AE}"/>
                  </a:ext>
                </a:extLst>
              </p:cNvPr>
              <p:cNvSpPr/>
              <p:nvPr/>
            </p:nvSpPr>
            <p:spPr>
              <a:xfrm>
                <a:off x="7340177" y="2573447"/>
                <a:ext cx="78420" cy="446687"/>
              </a:xfrm>
              <a:custGeom>
                <a:avLst/>
                <a:gdLst/>
                <a:ahLst/>
                <a:cxnLst/>
                <a:rect l="l" t="t" r="r" b="b"/>
                <a:pathLst>
                  <a:path w="78420" h="446687" extrusionOk="0">
                    <a:moveTo>
                      <a:pt x="64827" y="445025"/>
                    </a:moveTo>
                    <a:lnTo>
                      <a:pt x="13593" y="415402"/>
                    </a:lnTo>
                    <a:cubicBezTo>
                      <a:pt x="5209" y="409373"/>
                      <a:pt x="171" y="399734"/>
                      <a:pt x="0" y="389399"/>
                    </a:cubicBezTo>
                    <a:lnTo>
                      <a:pt x="0" y="11828"/>
                    </a:lnTo>
                    <a:cubicBezTo>
                      <a:pt x="0" y="2303"/>
                      <a:pt x="6083" y="-2745"/>
                      <a:pt x="13593" y="1541"/>
                    </a:cubicBezTo>
                    <a:lnTo>
                      <a:pt x="64827" y="31259"/>
                    </a:lnTo>
                    <a:cubicBezTo>
                      <a:pt x="73221" y="37231"/>
                      <a:pt x="78268" y="46851"/>
                      <a:pt x="78421" y="57167"/>
                    </a:cubicBezTo>
                    <a:lnTo>
                      <a:pt x="78421" y="434738"/>
                    </a:lnTo>
                    <a:cubicBezTo>
                      <a:pt x="78421" y="444835"/>
                      <a:pt x="72337" y="449406"/>
                      <a:pt x="64827" y="445025"/>
                    </a:cubicBezTo>
                    <a:close/>
                  </a:path>
                </a:pathLst>
              </a:custGeom>
              <a:solidFill>
                <a:schemeClr val="accent1"/>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18" name="Google Shape;467;p15">
                <a:extLst>
                  <a:ext uri="{FF2B5EF4-FFF2-40B4-BE49-F238E27FC236}">
                    <a16:creationId xmlns:a16="http://schemas.microsoft.com/office/drawing/2014/main" id="{CBE1FD47-8366-5280-96EF-BF92FF4D8DDA}"/>
                  </a:ext>
                </a:extLst>
              </p:cNvPr>
              <p:cNvSpPr/>
              <p:nvPr/>
            </p:nvSpPr>
            <p:spPr>
              <a:xfrm>
                <a:off x="7575249" y="2900319"/>
                <a:ext cx="78325" cy="255777"/>
              </a:xfrm>
              <a:custGeom>
                <a:avLst/>
                <a:gdLst/>
                <a:ahLst/>
                <a:cxnLst/>
                <a:rect l="l" t="t" r="r" b="b"/>
                <a:pathLst>
                  <a:path w="78325" h="255777" extrusionOk="0">
                    <a:moveTo>
                      <a:pt x="64828" y="254170"/>
                    </a:moveTo>
                    <a:lnTo>
                      <a:pt x="13498" y="224547"/>
                    </a:lnTo>
                    <a:cubicBezTo>
                      <a:pt x="5143" y="218508"/>
                      <a:pt x="133" y="208869"/>
                      <a:pt x="0" y="198544"/>
                    </a:cubicBezTo>
                    <a:lnTo>
                      <a:pt x="0" y="11949"/>
                    </a:lnTo>
                    <a:cubicBezTo>
                      <a:pt x="0" y="1853"/>
                      <a:pt x="5989" y="-2719"/>
                      <a:pt x="13498" y="1662"/>
                    </a:cubicBezTo>
                    <a:lnTo>
                      <a:pt x="64828" y="31285"/>
                    </a:lnTo>
                    <a:cubicBezTo>
                      <a:pt x="73145" y="37352"/>
                      <a:pt x="78145" y="46982"/>
                      <a:pt x="78325" y="57288"/>
                    </a:cubicBezTo>
                    <a:lnTo>
                      <a:pt x="78325" y="243883"/>
                    </a:lnTo>
                    <a:cubicBezTo>
                      <a:pt x="78325" y="253884"/>
                      <a:pt x="72242" y="258456"/>
                      <a:pt x="64828" y="254170"/>
                    </a:cubicBezTo>
                    <a:close/>
                  </a:path>
                </a:pathLst>
              </a:custGeom>
              <a:solidFill>
                <a:srgbClr val="E9EAF2"/>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19" name="Google Shape;468;p15">
                <a:extLst>
                  <a:ext uri="{FF2B5EF4-FFF2-40B4-BE49-F238E27FC236}">
                    <a16:creationId xmlns:a16="http://schemas.microsoft.com/office/drawing/2014/main" id="{E15C7E9E-C2ED-115F-8202-B29F321906AC}"/>
                  </a:ext>
                </a:extLst>
              </p:cNvPr>
              <p:cNvSpPr/>
              <p:nvPr/>
            </p:nvSpPr>
            <p:spPr>
              <a:xfrm>
                <a:off x="7693593" y="2520557"/>
                <a:ext cx="78420" cy="703833"/>
              </a:xfrm>
              <a:custGeom>
                <a:avLst/>
                <a:gdLst/>
                <a:ahLst/>
                <a:cxnLst/>
                <a:rect l="l" t="t" r="r" b="b"/>
                <a:pathLst>
                  <a:path w="78420" h="703833" extrusionOk="0">
                    <a:moveTo>
                      <a:pt x="64447" y="702226"/>
                    </a:moveTo>
                    <a:lnTo>
                      <a:pt x="13593" y="672508"/>
                    </a:lnTo>
                    <a:cubicBezTo>
                      <a:pt x="5199" y="666536"/>
                      <a:pt x="152" y="656916"/>
                      <a:pt x="0" y="646600"/>
                    </a:cubicBezTo>
                    <a:lnTo>
                      <a:pt x="0" y="11949"/>
                    </a:lnTo>
                    <a:cubicBezTo>
                      <a:pt x="0" y="1853"/>
                      <a:pt x="6083" y="-2719"/>
                      <a:pt x="13593" y="1662"/>
                    </a:cubicBezTo>
                    <a:lnTo>
                      <a:pt x="64828" y="31285"/>
                    </a:lnTo>
                    <a:cubicBezTo>
                      <a:pt x="73221" y="37305"/>
                      <a:pt x="78268" y="46954"/>
                      <a:pt x="78421" y="57288"/>
                    </a:cubicBezTo>
                    <a:lnTo>
                      <a:pt x="78421" y="691939"/>
                    </a:lnTo>
                    <a:cubicBezTo>
                      <a:pt x="78040" y="701940"/>
                      <a:pt x="71957" y="706512"/>
                      <a:pt x="64447" y="702226"/>
                    </a:cubicBezTo>
                    <a:close/>
                  </a:path>
                </a:pathLst>
              </a:custGeom>
              <a:solidFill>
                <a:schemeClr val="accent1"/>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20" name="Google Shape;469;p15">
                <a:extLst>
                  <a:ext uri="{FF2B5EF4-FFF2-40B4-BE49-F238E27FC236}">
                    <a16:creationId xmlns:a16="http://schemas.microsoft.com/office/drawing/2014/main" id="{F343599E-3B1C-E0F8-2BE1-94C65D9C4E2E}"/>
                  </a:ext>
                </a:extLst>
              </p:cNvPr>
              <p:cNvSpPr/>
              <p:nvPr/>
            </p:nvSpPr>
            <p:spPr>
              <a:xfrm>
                <a:off x="7981135" y="3135165"/>
                <a:ext cx="78420" cy="255818"/>
              </a:xfrm>
              <a:custGeom>
                <a:avLst/>
                <a:gdLst/>
                <a:ahLst/>
                <a:cxnLst/>
                <a:rect l="l" t="t" r="r" b="b"/>
                <a:pathLst>
                  <a:path w="78420" h="255818" extrusionOk="0">
                    <a:moveTo>
                      <a:pt x="64828" y="254211"/>
                    </a:moveTo>
                    <a:lnTo>
                      <a:pt x="13593" y="224493"/>
                    </a:lnTo>
                    <a:cubicBezTo>
                      <a:pt x="5199" y="218521"/>
                      <a:pt x="152" y="208900"/>
                      <a:pt x="0" y="198585"/>
                    </a:cubicBezTo>
                    <a:lnTo>
                      <a:pt x="0" y="11895"/>
                    </a:lnTo>
                    <a:cubicBezTo>
                      <a:pt x="0" y="1894"/>
                      <a:pt x="6083" y="-2678"/>
                      <a:pt x="13593" y="1608"/>
                    </a:cubicBezTo>
                    <a:lnTo>
                      <a:pt x="64828" y="31326"/>
                    </a:lnTo>
                    <a:cubicBezTo>
                      <a:pt x="73240" y="37317"/>
                      <a:pt x="78297" y="46985"/>
                      <a:pt x="78421" y="57329"/>
                    </a:cubicBezTo>
                    <a:lnTo>
                      <a:pt x="78421" y="243924"/>
                    </a:lnTo>
                    <a:cubicBezTo>
                      <a:pt x="78421" y="253925"/>
                      <a:pt x="72337" y="258497"/>
                      <a:pt x="64828" y="254211"/>
                    </a:cubicBezTo>
                    <a:close/>
                  </a:path>
                </a:pathLst>
              </a:custGeom>
              <a:solidFill>
                <a:srgbClr val="E9EAF2"/>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21" name="Google Shape;470;p15">
                <a:extLst>
                  <a:ext uri="{FF2B5EF4-FFF2-40B4-BE49-F238E27FC236}">
                    <a16:creationId xmlns:a16="http://schemas.microsoft.com/office/drawing/2014/main" id="{F8959716-E33A-EDCC-3997-A744D701E360}"/>
                  </a:ext>
                </a:extLst>
              </p:cNvPr>
              <p:cNvSpPr/>
              <p:nvPr/>
            </p:nvSpPr>
            <p:spPr>
              <a:xfrm>
                <a:off x="8099193" y="3142308"/>
                <a:ext cx="78420" cy="316963"/>
              </a:xfrm>
              <a:custGeom>
                <a:avLst/>
                <a:gdLst/>
                <a:ahLst/>
                <a:cxnLst/>
                <a:rect l="l" t="t" r="r" b="b"/>
                <a:pathLst>
                  <a:path w="78420" h="316963" extrusionOk="0">
                    <a:moveTo>
                      <a:pt x="64828" y="315266"/>
                    </a:moveTo>
                    <a:lnTo>
                      <a:pt x="13593" y="285548"/>
                    </a:lnTo>
                    <a:cubicBezTo>
                      <a:pt x="5181" y="279557"/>
                      <a:pt x="124" y="269889"/>
                      <a:pt x="0" y="259545"/>
                    </a:cubicBezTo>
                    <a:lnTo>
                      <a:pt x="0" y="11895"/>
                    </a:lnTo>
                    <a:cubicBezTo>
                      <a:pt x="0" y="1894"/>
                      <a:pt x="6084" y="-2678"/>
                      <a:pt x="13593" y="1608"/>
                    </a:cubicBezTo>
                    <a:lnTo>
                      <a:pt x="64828" y="31230"/>
                    </a:lnTo>
                    <a:cubicBezTo>
                      <a:pt x="73211" y="37260"/>
                      <a:pt x="78249" y="46899"/>
                      <a:pt x="78421" y="57234"/>
                    </a:cubicBezTo>
                    <a:lnTo>
                      <a:pt x="78421" y="305360"/>
                    </a:lnTo>
                    <a:cubicBezTo>
                      <a:pt x="78421" y="315266"/>
                      <a:pt x="72337" y="319648"/>
                      <a:pt x="64828" y="315266"/>
                    </a:cubicBezTo>
                    <a:close/>
                  </a:path>
                </a:pathLst>
              </a:custGeom>
              <a:solidFill>
                <a:schemeClr val="accent1"/>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25" name="Google Shape;471;p15">
              <a:extLst>
                <a:ext uri="{FF2B5EF4-FFF2-40B4-BE49-F238E27FC236}">
                  <a16:creationId xmlns:a16="http://schemas.microsoft.com/office/drawing/2014/main" id="{2D06D334-25BB-E738-BB25-6DE9573D3516}"/>
                </a:ext>
              </a:extLst>
            </p:cNvPr>
            <p:cNvSpPr/>
            <p:nvPr/>
          </p:nvSpPr>
          <p:spPr>
            <a:xfrm>
              <a:off x="2810939" y="4355647"/>
              <a:ext cx="905825" cy="524291"/>
            </a:xfrm>
            <a:custGeom>
              <a:avLst/>
              <a:gdLst/>
              <a:ahLst/>
              <a:cxnLst/>
              <a:rect l="l" t="t" r="r" b="b"/>
              <a:pathLst>
                <a:path w="905825" h="524291" extrusionOk="0">
                  <a:moveTo>
                    <a:pt x="456810" y="505052"/>
                  </a:moveTo>
                  <a:lnTo>
                    <a:pt x="32483" y="259879"/>
                  </a:lnTo>
                  <a:cubicBezTo>
                    <a:pt x="-15615" y="231970"/>
                    <a:pt x="-9626" y="183679"/>
                    <a:pt x="45981" y="151294"/>
                  </a:cubicBezTo>
                  <a:lnTo>
                    <a:pt x="261376" y="26611"/>
                  </a:lnTo>
                  <a:cubicBezTo>
                    <a:pt x="316889" y="-5488"/>
                    <a:pt x="400632" y="-9298"/>
                    <a:pt x="449015" y="19277"/>
                  </a:cubicBezTo>
                  <a:lnTo>
                    <a:pt x="873342" y="264832"/>
                  </a:lnTo>
                  <a:cubicBezTo>
                    <a:pt x="921440" y="292645"/>
                    <a:pt x="915451" y="341032"/>
                    <a:pt x="859844" y="373322"/>
                  </a:cubicBezTo>
                  <a:lnTo>
                    <a:pt x="644449" y="498004"/>
                  </a:lnTo>
                  <a:cubicBezTo>
                    <a:pt x="588937" y="529627"/>
                    <a:pt x="505193" y="533627"/>
                    <a:pt x="456810" y="505052"/>
                  </a:cubicBezTo>
                  <a:close/>
                </a:path>
              </a:pathLst>
            </a:custGeom>
            <a:solidFill>
              <a:srgbClr val="D6D8E5">
                <a:alpha val="40000"/>
              </a:srgbClr>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6" name="Google Shape;472;p15">
              <a:extLst>
                <a:ext uri="{FF2B5EF4-FFF2-40B4-BE49-F238E27FC236}">
                  <a16:creationId xmlns:a16="http://schemas.microsoft.com/office/drawing/2014/main" id="{44D20D17-05FB-7F6A-16CF-10CE9E38F4FF}"/>
                </a:ext>
              </a:extLst>
            </p:cNvPr>
            <p:cNvSpPr/>
            <p:nvPr/>
          </p:nvSpPr>
          <p:spPr>
            <a:xfrm>
              <a:off x="2999385" y="3858955"/>
              <a:ext cx="906089" cy="910207"/>
            </a:xfrm>
            <a:custGeom>
              <a:avLst/>
              <a:gdLst/>
              <a:ahLst/>
              <a:cxnLst/>
              <a:rect l="l" t="t" r="r" b="b"/>
              <a:pathLst>
                <a:path w="906089" h="910207" extrusionOk="0">
                  <a:moveTo>
                    <a:pt x="906089" y="695706"/>
                  </a:moveTo>
                  <a:lnTo>
                    <a:pt x="906089" y="102203"/>
                  </a:lnTo>
                  <a:lnTo>
                    <a:pt x="23" y="0"/>
                  </a:lnTo>
                  <a:lnTo>
                    <a:pt x="23" y="597218"/>
                  </a:lnTo>
                  <a:lnTo>
                    <a:pt x="23" y="597218"/>
                  </a:lnTo>
                  <a:cubicBezTo>
                    <a:pt x="-547" y="615506"/>
                    <a:pt x="9528" y="632936"/>
                    <a:pt x="32342" y="645891"/>
                  </a:cubicBezTo>
                  <a:lnTo>
                    <a:pt x="456668" y="891445"/>
                  </a:lnTo>
                  <a:cubicBezTo>
                    <a:pt x="504766" y="919258"/>
                    <a:pt x="588795" y="915734"/>
                    <a:pt x="644307" y="883634"/>
                  </a:cubicBezTo>
                  <a:lnTo>
                    <a:pt x="859702" y="758952"/>
                  </a:lnTo>
                  <a:cubicBezTo>
                    <a:pt x="890975" y="740855"/>
                    <a:pt x="906565" y="717518"/>
                    <a:pt x="905614" y="695706"/>
                  </a:cubicBezTo>
                  <a:close/>
                </a:path>
              </a:pathLst>
            </a:custGeom>
            <a:solidFill>
              <a:srgbClr val="D6D8E5"/>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7" name="Google Shape;473;p15">
              <a:extLst>
                <a:ext uri="{FF2B5EF4-FFF2-40B4-BE49-F238E27FC236}">
                  <a16:creationId xmlns:a16="http://schemas.microsoft.com/office/drawing/2014/main" id="{1E0C6687-3072-E4C9-AE22-6F3FB7CDA03B}"/>
                </a:ext>
              </a:extLst>
            </p:cNvPr>
            <p:cNvSpPr/>
            <p:nvPr/>
          </p:nvSpPr>
          <p:spPr>
            <a:xfrm>
              <a:off x="2999385" y="3718383"/>
              <a:ext cx="905566" cy="524522"/>
            </a:xfrm>
            <a:custGeom>
              <a:avLst/>
              <a:gdLst/>
              <a:ahLst/>
              <a:cxnLst/>
              <a:rect l="l" t="t" r="r" b="b"/>
              <a:pathLst>
                <a:path w="905566" h="524522" extrusionOk="0">
                  <a:moveTo>
                    <a:pt x="905519" y="307545"/>
                  </a:moveTo>
                  <a:lnTo>
                    <a:pt x="905519" y="242775"/>
                  </a:lnTo>
                  <a:lnTo>
                    <a:pt x="835843" y="242775"/>
                  </a:lnTo>
                  <a:lnTo>
                    <a:pt x="448874" y="18842"/>
                  </a:lnTo>
                  <a:cubicBezTo>
                    <a:pt x="400776" y="-9066"/>
                    <a:pt x="316747" y="-5542"/>
                    <a:pt x="261235" y="26557"/>
                  </a:cubicBezTo>
                  <a:lnTo>
                    <a:pt x="45839" y="151716"/>
                  </a:lnTo>
                  <a:cubicBezTo>
                    <a:pt x="42009" y="153897"/>
                    <a:pt x="38296" y="156279"/>
                    <a:pt x="34718" y="158860"/>
                  </a:cubicBezTo>
                  <a:lnTo>
                    <a:pt x="23" y="141048"/>
                  </a:lnTo>
                  <a:cubicBezTo>
                    <a:pt x="23" y="141048"/>
                    <a:pt x="23" y="209533"/>
                    <a:pt x="23" y="211819"/>
                  </a:cubicBezTo>
                  <a:lnTo>
                    <a:pt x="23" y="211819"/>
                  </a:lnTo>
                  <a:cubicBezTo>
                    <a:pt x="-547" y="229916"/>
                    <a:pt x="9528" y="247347"/>
                    <a:pt x="32342" y="260301"/>
                  </a:cubicBezTo>
                  <a:lnTo>
                    <a:pt x="456668" y="505760"/>
                  </a:lnTo>
                  <a:cubicBezTo>
                    <a:pt x="504766" y="533573"/>
                    <a:pt x="588795" y="530049"/>
                    <a:pt x="644307" y="497950"/>
                  </a:cubicBezTo>
                  <a:lnTo>
                    <a:pt x="859702" y="373363"/>
                  </a:lnTo>
                  <a:cubicBezTo>
                    <a:pt x="891926" y="354313"/>
                    <a:pt x="907230" y="330500"/>
                    <a:pt x="905424" y="308021"/>
                  </a:cubicBezTo>
                  <a:close/>
                </a:path>
              </a:pathLst>
            </a:custGeom>
            <a:solidFill>
              <a:srgbClr val="EDF0F9"/>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8" name="Google Shape;474;p15">
              <a:extLst>
                <a:ext uri="{FF2B5EF4-FFF2-40B4-BE49-F238E27FC236}">
                  <a16:creationId xmlns:a16="http://schemas.microsoft.com/office/drawing/2014/main" id="{714CACEB-BFF5-1CFF-5B6D-B5FF5FB71BE5}"/>
                </a:ext>
              </a:extLst>
            </p:cNvPr>
            <p:cNvSpPr/>
            <p:nvPr/>
          </p:nvSpPr>
          <p:spPr>
            <a:xfrm>
              <a:off x="2999243" y="3647851"/>
              <a:ext cx="905825" cy="524031"/>
            </a:xfrm>
            <a:custGeom>
              <a:avLst/>
              <a:gdLst/>
              <a:ahLst/>
              <a:cxnLst/>
              <a:rect l="l" t="t" r="r" b="b"/>
              <a:pathLst>
                <a:path w="905825" h="524031" extrusionOk="0">
                  <a:moveTo>
                    <a:pt x="456810" y="505236"/>
                  </a:moveTo>
                  <a:lnTo>
                    <a:pt x="32483" y="259777"/>
                  </a:lnTo>
                  <a:cubicBezTo>
                    <a:pt x="-15615" y="231964"/>
                    <a:pt x="-9626" y="183577"/>
                    <a:pt x="45981" y="151192"/>
                  </a:cubicBezTo>
                  <a:lnTo>
                    <a:pt x="261376" y="26605"/>
                  </a:lnTo>
                  <a:cubicBezTo>
                    <a:pt x="316889" y="-5589"/>
                    <a:pt x="400917" y="-9018"/>
                    <a:pt x="449015" y="18795"/>
                  </a:cubicBezTo>
                  <a:lnTo>
                    <a:pt x="873342" y="264254"/>
                  </a:lnTo>
                  <a:cubicBezTo>
                    <a:pt x="921440" y="292067"/>
                    <a:pt x="915451" y="340454"/>
                    <a:pt x="859844" y="372839"/>
                  </a:cubicBezTo>
                  <a:lnTo>
                    <a:pt x="644449" y="497426"/>
                  </a:lnTo>
                  <a:cubicBezTo>
                    <a:pt x="588937" y="529620"/>
                    <a:pt x="504908" y="533050"/>
                    <a:pt x="456810" y="505236"/>
                  </a:cubicBezTo>
                  <a:close/>
                </a:path>
              </a:pathLst>
            </a:custGeom>
            <a:solidFill>
              <a:srgbClr val="E2E5F2"/>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9" name="Google Shape;475;p15">
              <a:extLst>
                <a:ext uri="{FF2B5EF4-FFF2-40B4-BE49-F238E27FC236}">
                  <a16:creationId xmlns:a16="http://schemas.microsoft.com/office/drawing/2014/main" id="{E289307E-CCD1-F01F-2B43-B32843BCF1E2}"/>
                </a:ext>
              </a:extLst>
            </p:cNvPr>
            <p:cNvSpPr/>
            <p:nvPr/>
          </p:nvSpPr>
          <p:spPr>
            <a:xfrm>
              <a:off x="3230772" y="3780524"/>
              <a:ext cx="129655" cy="75042"/>
            </a:xfrm>
            <a:custGeom>
              <a:avLst/>
              <a:gdLst/>
              <a:ahLst/>
              <a:cxnLst/>
              <a:rect l="l" t="t" r="r" b="b"/>
              <a:pathLst>
                <a:path w="129655" h="75042" extrusionOk="0">
                  <a:moveTo>
                    <a:pt x="129655" y="37474"/>
                  </a:moveTo>
                  <a:lnTo>
                    <a:pt x="129655" y="13852"/>
                  </a:lnTo>
                  <a:lnTo>
                    <a:pt x="115207" y="13852"/>
                  </a:lnTo>
                  <a:lnTo>
                    <a:pt x="110739" y="10994"/>
                  </a:lnTo>
                  <a:cubicBezTo>
                    <a:pt x="81909" y="-3665"/>
                    <a:pt x="47841" y="-3665"/>
                    <a:pt x="19011" y="10994"/>
                  </a:cubicBezTo>
                  <a:cubicBezTo>
                    <a:pt x="16293" y="12575"/>
                    <a:pt x="13716" y="14395"/>
                    <a:pt x="11312" y="16424"/>
                  </a:cubicBezTo>
                  <a:lnTo>
                    <a:pt x="0" y="13852"/>
                  </a:lnTo>
                  <a:lnTo>
                    <a:pt x="0" y="37474"/>
                  </a:lnTo>
                  <a:cubicBezTo>
                    <a:pt x="1084" y="49123"/>
                    <a:pt x="8346" y="59286"/>
                    <a:pt x="19011" y="64049"/>
                  </a:cubicBezTo>
                  <a:cubicBezTo>
                    <a:pt x="47841" y="78708"/>
                    <a:pt x="81909" y="78708"/>
                    <a:pt x="110739" y="64049"/>
                  </a:cubicBezTo>
                  <a:cubicBezTo>
                    <a:pt x="121405" y="59305"/>
                    <a:pt x="128648" y="49123"/>
                    <a:pt x="129655" y="37474"/>
                  </a:cubicBezTo>
                  <a:close/>
                </a:path>
              </a:pathLst>
            </a:custGeom>
            <a:solidFill>
              <a:schemeClr val="accent2"/>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30" name="Google Shape;476;p15">
              <a:extLst>
                <a:ext uri="{FF2B5EF4-FFF2-40B4-BE49-F238E27FC236}">
                  <a16:creationId xmlns:a16="http://schemas.microsoft.com/office/drawing/2014/main" id="{5E5ABF67-E3C9-AC01-D6F6-138DEFBB4284}"/>
                </a:ext>
              </a:extLst>
            </p:cNvPr>
            <p:cNvSpPr/>
            <p:nvPr/>
          </p:nvSpPr>
          <p:spPr>
            <a:xfrm>
              <a:off x="3230772" y="3756847"/>
              <a:ext cx="129655" cy="75056"/>
            </a:xfrm>
            <a:custGeom>
              <a:avLst/>
              <a:gdLst/>
              <a:ahLst/>
              <a:cxnLst/>
              <a:rect l="l" t="t" r="r" b="b"/>
              <a:pathLst>
                <a:path w="129655" h="75056" extrusionOk="0">
                  <a:moveTo>
                    <a:pt x="129655" y="37528"/>
                  </a:moveTo>
                  <a:cubicBezTo>
                    <a:pt x="129655" y="58255"/>
                    <a:pt x="100631" y="75057"/>
                    <a:pt x="64828" y="75057"/>
                  </a:cubicBezTo>
                  <a:cubicBezTo>
                    <a:pt x="29024" y="75057"/>
                    <a:pt x="0" y="58255"/>
                    <a:pt x="0" y="37528"/>
                  </a:cubicBezTo>
                  <a:cubicBezTo>
                    <a:pt x="0" y="16802"/>
                    <a:pt x="29024" y="0"/>
                    <a:pt x="64828" y="0"/>
                  </a:cubicBezTo>
                  <a:cubicBezTo>
                    <a:pt x="100631" y="0"/>
                    <a:pt x="129655" y="16802"/>
                    <a:pt x="129655" y="37528"/>
                  </a:cubicBezTo>
                  <a:close/>
                </a:path>
              </a:pathLst>
            </a:custGeom>
            <a:solidFill>
              <a:schemeClr val="accent1"/>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31" name="Google Shape;477;p15">
              <a:extLst>
                <a:ext uri="{FF2B5EF4-FFF2-40B4-BE49-F238E27FC236}">
                  <a16:creationId xmlns:a16="http://schemas.microsoft.com/office/drawing/2014/main" id="{34C34A9A-B353-9793-5AF8-A24DF86D1A0A}"/>
                </a:ext>
              </a:extLst>
            </p:cNvPr>
            <p:cNvSpPr/>
            <p:nvPr/>
          </p:nvSpPr>
          <p:spPr>
            <a:xfrm>
              <a:off x="3393243" y="3872036"/>
              <a:ext cx="129623" cy="74995"/>
            </a:xfrm>
            <a:custGeom>
              <a:avLst/>
              <a:gdLst/>
              <a:ahLst/>
              <a:cxnLst/>
              <a:rect l="l" t="t" r="r" b="b"/>
              <a:pathLst>
                <a:path w="129623" h="74995" extrusionOk="0">
                  <a:moveTo>
                    <a:pt x="128018" y="45689"/>
                  </a:moveTo>
                  <a:cubicBezTo>
                    <a:pt x="124482" y="53623"/>
                    <a:pt x="118341" y="60110"/>
                    <a:pt x="110623" y="64072"/>
                  </a:cubicBezTo>
                  <a:cubicBezTo>
                    <a:pt x="81812" y="78636"/>
                    <a:pt x="47801" y="78636"/>
                    <a:pt x="18990" y="64072"/>
                  </a:cubicBezTo>
                  <a:cubicBezTo>
                    <a:pt x="11271" y="60110"/>
                    <a:pt x="5131" y="53623"/>
                    <a:pt x="1595" y="45689"/>
                  </a:cubicBezTo>
                  <a:cubicBezTo>
                    <a:pt x="-3158" y="33497"/>
                    <a:pt x="2735" y="20448"/>
                    <a:pt x="18990" y="10923"/>
                  </a:cubicBezTo>
                  <a:cubicBezTo>
                    <a:pt x="47801" y="-3641"/>
                    <a:pt x="81812" y="-3641"/>
                    <a:pt x="110623" y="10923"/>
                  </a:cubicBezTo>
                  <a:cubicBezTo>
                    <a:pt x="126972" y="19971"/>
                    <a:pt x="132771" y="33021"/>
                    <a:pt x="128018" y="45689"/>
                  </a:cubicBezTo>
                  <a:close/>
                </a:path>
              </a:pathLst>
            </a:custGeom>
            <a:solidFill>
              <a:schemeClr val="accent2"/>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048" name="Google Shape;478;p15">
              <a:extLst>
                <a:ext uri="{FF2B5EF4-FFF2-40B4-BE49-F238E27FC236}">
                  <a16:creationId xmlns:a16="http://schemas.microsoft.com/office/drawing/2014/main" id="{10959EBF-F2CA-FE64-5974-9C706332167F}"/>
                </a:ext>
              </a:extLst>
            </p:cNvPr>
            <p:cNvSpPr/>
            <p:nvPr/>
          </p:nvSpPr>
          <p:spPr>
            <a:xfrm>
              <a:off x="3395112" y="3888323"/>
              <a:ext cx="126148" cy="58707"/>
            </a:xfrm>
            <a:custGeom>
              <a:avLst/>
              <a:gdLst/>
              <a:ahLst/>
              <a:cxnLst/>
              <a:rect l="l" t="t" r="r" b="b"/>
              <a:pathLst>
                <a:path w="126148" h="58707" extrusionOk="0">
                  <a:moveTo>
                    <a:pt x="126149" y="29401"/>
                  </a:moveTo>
                  <a:cubicBezTo>
                    <a:pt x="122613" y="37336"/>
                    <a:pt x="116472" y="43822"/>
                    <a:pt x="108754" y="47784"/>
                  </a:cubicBezTo>
                  <a:cubicBezTo>
                    <a:pt x="79942" y="62348"/>
                    <a:pt x="45932" y="62348"/>
                    <a:pt x="17120" y="47784"/>
                  </a:cubicBezTo>
                  <a:cubicBezTo>
                    <a:pt x="6959" y="47051"/>
                    <a:pt x="-683" y="38202"/>
                    <a:pt x="48" y="28030"/>
                  </a:cubicBezTo>
                  <a:cubicBezTo>
                    <a:pt x="704" y="18867"/>
                    <a:pt x="7976" y="11580"/>
                    <a:pt x="17120" y="10923"/>
                  </a:cubicBezTo>
                  <a:cubicBezTo>
                    <a:pt x="45932" y="-3641"/>
                    <a:pt x="79942" y="-3641"/>
                    <a:pt x="108754" y="10923"/>
                  </a:cubicBezTo>
                  <a:cubicBezTo>
                    <a:pt x="116491" y="14904"/>
                    <a:pt x="122632" y="21429"/>
                    <a:pt x="126149" y="29401"/>
                  </a:cubicBezTo>
                  <a:close/>
                </a:path>
              </a:pathLst>
            </a:custGeom>
            <a:solidFill>
              <a:schemeClr val="accent1"/>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049" name="Google Shape;479;p15">
              <a:extLst>
                <a:ext uri="{FF2B5EF4-FFF2-40B4-BE49-F238E27FC236}">
                  <a16:creationId xmlns:a16="http://schemas.microsoft.com/office/drawing/2014/main" id="{A394095B-87D8-58FA-2321-DA1D7C27A5BA}"/>
                </a:ext>
              </a:extLst>
            </p:cNvPr>
            <p:cNvSpPr/>
            <p:nvPr/>
          </p:nvSpPr>
          <p:spPr>
            <a:xfrm>
              <a:off x="3543979" y="3964737"/>
              <a:ext cx="129655" cy="75042"/>
            </a:xfrm>
            <a:custGeom>
              <a:avLst/>
              <a:gdLst/>
              <a:ahLst/>
              <a:cxnLst/>
              <a:rect l="l" t="t" r="r" b="b"/>
              <a:pathLst>
                <a:path w="129655" h="75042" extrusionOk="0">
                  <a:moveTo>
                    <a:pt x="129655" y="37474"/>
                  </a:moveTo>
                  <a:lnTo>
                    <a:pt x="129655" y="13852"/>
                  </a:lnTo>
                  <a:lnTo>
                    <a:pt x="115207" y="13852"/>
                  </a:lnTo>
                  <a:lnTo>
                    <a:pt x="110739" y="10994"/>
                  </a:lnTo>
                  <a:cubicBezTo>
                    <a:pt x="81909" y="-3665"/>
                    <a:pt x="47841" y="-3665"/>
                    <a:pt x="19011" y="10994"/>
                  </a:cubicBezTo>
                  <a:cubicBezTo>
                    <a:pt x="16321" y="12585"/>
                    <a:pt x="13745" y="14366"/>
                    <a:pt x="11312" y="16328"/>
                  </a:cubicBezTo>
                  <a:lnTo>
                    <a:pt x="0" y="13852"/>
                  </a:lnTo>
                  <a:lnTo>
                    <a:pt x="0" y="37474"/>
                  </a:lnTo>
                  <a:cubicBezTo>
                    <a:pt x="1084" y="49123"/>
                    <a:pt x="8346" y="59286"/>
                    <a:pt x="19011" y="64049"/>
                  </a:cubicBezTo>
                  <a:cubicBezTo>
                    <a:pt x="47841" y="78708"/>
                    <a:pt x="81909" y="78708"/>
                    <a:pt x="110739" y="64049"/>
                  </a:cubicBezTo>
                  <a:cubicBezTo>
                    <a:pt x="121405" y="59305"/>
                    <a:pt x="128648" y="49123"/>
                    <a:pt x="129655" y="37474"/>
                  </a:cubicBezTo>
                  <a:close/>
                </a:path>
              </a:pathLst>
            </a:custGeom>
            <a:solidFill>
              <a:schemeClr val="accent2"/>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050" name="Google Shape;480;p15">
              <a:extLst>
                <a:ext uri="{FF2B5EF4-FFF2-40B4-BE49-F238E27FC236}">
                  <a16:creationId xmlns:a16="http://schemas.microsoft.com/office/drawing/2014/main" id="{C3CE32F1-8C81-8F1F-B691-809B06797B22}"/>
                </a:ext>
              </a:extLst>
            </p:cNvPr>
            <p:cNvSpPr/>
            <p:nvPr/>
          </p:nvSpPr>
          <p:spPr>
            <a:xfrm>
              <a:off x="3543979" y="3941061"/>
              <a:ext cx="129655" cy="75056"/>
            </a:xfrm>
            <a:custGeom>
              <a:avLst/>
              <a:gdLst/>
              <a:ahLst/>
              <a:cxnLst/>
              <a:rect l="l" t="t" r="r" b="b"/>
              <a:pathLst>
                <a:path w="129655" h="75056" extrusionOk="0">
                  <a:moveTo>
                    <a:pt x="129655" y="37529"/>
                  </a:moveTo>
                  <a:cubicBezTo>
                    <a:pt x="129655" y="58255"/>
                    <a:pt x="100631" y="75057"/>
                    <a:pt x="64828" y="75057"/>
                  </a:cubicBezTo>
                  <a:cubicBezTo>
                    <a:pt x="29024" y="75057"/>
                    <a:pt x="0" y="58255"/>
                    <a:pt x="0" y="37529"/>
                  </a:cubicBezTo>
                  <a:cubicBezTo>
                    <a:pt x="0" y="16802"/>
                    <a:pt x="29024" y="0"/>
                    <a:pt x="64828" y="0"/>
                  </a:cubicBezTo>
                  <a:cubicBezTo>
                    <a:pt x="100631" y="0"/>
                    <a:pt x="129655" y="16802"/>
                    <a:pt x="129655" y="37529"/>
                  </a:cubicBezTo>
                  <a:close/>
                </a:path>
              </a:pathLst>
            </a:custGeom>
            <a:solidFill>
              <a:schemeClr val="accent1"/>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051" name="Google Shape;481;p15">
              <a:extLst>
                <a:ext uri="{FF2B5EF4-FFF2-40B4-BE49-F238E27FC236}">
                  <a16:creationId xmlns:a16="http://schemas.microsoft.com/office/drawing/2014/main" id="{D72FB46A-A4F2-96E4-28FD-9E42133DC974}"/>
                </a:ext>
              </a:extLst>
            </p:cNvPr>
            <p:cNvSpPr/>
            <p:nvPr/>
          </p:nvSpPr>
          <p:spPr>
            <a:xfrm>
              <a:off x="5673026" y="4464079"/>
              <a:ext cx="468241" cy="270891"/>
            </a:xfrm>
            <a:custGeom>
              <a:avLst/>
              <a:gdLst/>
              <a:ahLst/>
              <a:cxnLst/>
              <a:rect l="l" t="t" r="r" b="b"/>
              <a:pathLst>
                <a:path w="468241" h="270891" extrusionOk="0">
                  <a:moveTo>
                    <a:pt x="468242" y="135445"/>
                  </a:moveTo>
                  <a:cubicBezTo>
                    <a:pt x="468242" y="210250"/>
                    <a:pt x="363422" y="270891"/>
                    <a:pt x="234121" y="270891"/>
                  </a:cubicBezTo>
                  <a:cubicBezTo>
                    <a:pt x="104819" y="270891"/>
                    <a:pt x="0" y="210250"/>
                    <a:pt x="0" y="135445"/>
                  </a:cubicBezTo>
                  <a:cubicBezTo>
                    <a:pt x="0" y="60641"/>
                    <a:pt x="104819" y="0"/>
                    <a:pt x="234121" y="0"/>
                  </a:cubicBezTo>
                  <a:cubicBezTo>
                    <a:pt x="363422" y="0"/>
                    <a:pt x="468242" y="60641"/>
                    <a:pt x="468242" y="135445"/>
                  </a:cubicBezTo>
                  <a:close/>
                </a:path>
              </a:pathLst>
            </a:custGeom>
            <a:solidFill>
              <a:srgbClr val="D6D8E5">
                <a:alpha val="40000"/>
              </a:srgbClr>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052" name="Google Shape;482;p15">
              <a:extLst>
                <a:ext uri="{FF2B5EF4-FFF2-40B4-BE49-F238E27FC236}">
                  <a16:creationId xmlns:a16="http://schemas.microsoft.com/office/drawing/2014/main" id="{2575AE2A-64B5-14D0-1D7F-30AB99790D94}"/>
                </a:ext>
              </a:extLst>
            </p:cNvPr>
            <p:cNvSpPr/>
            <p:nvPr/>
          </p:nvSpPr>
          <p:spPr>
            <a:xfrm>
              <a:off x="5819482" y="3280817"/>
              <a:ext cx="243195" cy="356577"/>
            </a:xfrm>
            <a:custGeom>
              <a:avLst/>
              <a:gdLst/>
              <a:ahLst/>
              <a:cxnLst/>
              <a:rect l="l" t="t" r="r" b="b"/>
              <a:pathLst>
                <a:path w="243195" h="356577" extrusionOk="0">
                  <a:moveTo>
                    <a:pt x="85669" y="11781"/>
                  </a:moveTo>
                  <a:cubicBezTo>
                    <a:pt x="95174" y="-3744"/>
                    <a:pt x="169318" y="-14031"/>
                    <a:pt x="193652" y="48738"/>
                  </a:cubicBezTo>
                  <a:cubicBezTo>
                    <a:pt x="203157" y="72551"/>
                    <a:pt x="201446" y="133416"/>
                    <a:pt x="209145" y="171611"/>
                  </a:cubicBezTo>
                  <a:cubicBezTo>
                    <a:pt x="216845" y="209806"/>
                    <a:pt x="235000" y="231523"/>
                    <a:pt x="241559" y="262479"/>
                  </a:cubicBezTo>
                  <a:cubicBezTo>
                    <a:pt x="248118" y="293436"/>
                    <a:pt x="237472" y="345442"/>
                    <a:pt x="162854" y="354681"/>
                  </a:cubicBezTo>
                  <a:cubicBezTo>
                    <a:pt x="88236" y="363921"/>
                    <a:pt x="30917" y="337632"/>
                    <a:pt x="13332" y="313819"/>
                  </a:cubicBezTo>
                  <a:cubicBezTo>
                    <a:pt x="-4253" y="290007"/>
                    <a:pt x="-4634" y="239334"/>
                    <a:pt x="13332" y="212092"/>
                  </a:cubicBezTo>
                  <a:cubicBezTo>
                    <a:pt x="31297" y="184851"/>
                    <a:pt x="45556" y="162848"/>
                    <a:pt x="45080" y="127415"/>
                  </a:cubicBezTo>
                  <a:close/>
                </a:path>
              </a:pathLst>
            </a:custGeom>
            <a:solidFill>
              <a:srgbClr val="3A2C6D"/>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053" name="Google Shape;483;p15">
              <a:extLst>
                <a:ext uri="{FF2B5EF4-FFF2-40B4-BE49-F238E27FC236}">
                  <a16:creationId xmlns:a16="http://schemas.microsoft.com/office/drawing/2014/main" id="{E366FD33-8DA6-8E8A-8E28-BC2A66B04264}"/>
                </a:ext>
              </a:extLst>
            </p:cNvPr>
            <p:cNvSpPr/>
            <p:nvPr/>
          </p:nvSpPr>
          <p:spPr>
            <a:xfrm>
              <a:off x="5837923" y="3277536"/>
              <a:ext cx="116085" cy="143945"/>
            </a:xfrm>
            <a:custGeom>
              <a:avLst/>
              <a:gdLst/>
              <a:ahLst/>
              <a:cxnLst/>
              <a:rect l="l" t="t" r="r" b="b"/>
              <a:pathLst>
                <a:path w="116085" h="143945" extrusionOk="0">
                  <a:moveTo>
                    <a:pt x="116086" y="4300"/>
                  </a:moveTo>
                  <a:cubicBezTo>
                    <a:pt x="116086" y="4300"/>
                    <a:pt x="60383" y="-11798"/>
                    <a:pt x="26639" y="18301"/>
                  </a:cubicBezTo>
                  <a:cubicBezTo>
                    <a:pt x="3978" y="39285"/>
                    <a:pt x="-5176" y="71137"/>
                    <a:pt x="2875" y="100979"/>
                  </a:cubicBezTo>
                  <a:cubicBezTo>
                    <a:pt x="7343" y="118600"/>
                    <a:pt x="16373" y="142603"/>
                    <a:pt x="30346" y="143936"/>
                  </a:cubicBezTo>
                  <a:cubicBezTo>
                    <a:pt x="44319" y="145270"/>
                    <a:pt x="116086" y="4300"/>
                    <a:pt x="116086" y="4300"/>
                  </a:cubicBezTo>
                  <a:close/>
                </a:path>
              </a:pathLst>
            </a:custGeom>
            <a:solidFill>
              <a:srgbClr val="3A2C6D"/>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054" name="Google Shape;484;p15">
              <a:extLst>
                <a:ext uri="{FF2B5EF4-FFF2-40B4-BE49-F238E27FC236}">
                  <a16:creationId xmlns:a16="http://schemas.microsoft.com/office/drawing/2014/main" id="{C3A067EC-433E-4C58-AED3-3139A80B6430}"/>
                </a:ext>
              </a:extLst>
            </p:cNvPr>
            <p:cNvSpPr/>
            <p:nvPr/>
          </p:nvSpPr>
          <p:spPr>
            <a:xfrm>
              <a:off x="5860663" y="3433950"/>
              <a:ext cx="143677" cy="161015"/>
            </a:xfrm>
            <a:custGeom>
              <a:avLst/>
              <a:gdLst/>
              <a:ahLst/>
              <a:cxnLst/>
              <a:rect l="l" t="t" r="r" b="b"/>
              <a:pathLst>
                <a:path w="143677" h="161015" extrusionOk="0">
                  <a:moveTo>
                    <a:pt x="114638" y="0"/>
                  </a:moveTo>
                  <a:cubicBezTo>
                    <a:pt x="114638" y="0"/>
                    <a:pt x="110931" y="62103"/>
                    <a:pt x="112072" y="66675"/>
                  </a:cubicBezTo>
                  <a:cubicBezTo>
                    <a:pt x="113212" y="71247"/>
                    <a:pt x="136406" y="76200"/>
                    <a:pt x="142965" y="81153"/>
                  </a:cubicBezTo>
                  <a:cubicBezTo>
                    <a:pt x="149524" y="86106"/>
                    <a:pt x="109220" y="149638"/>
                    <a:pt x="88783" y="158972"/>
                  </a:cubicBezTo>
                  <a:cubicBezTo>
                    <a:pt x="68346" y="168307"/>
                    <a:pt x="4944" y="144399"/>
                    <a:pt x="477" y="112871"/>
                  </a:cubicBezTo>
                  <a:cubicBezTo>
                    <a:pt x="-3515" y="83725"/>
                    <a:pt x="18632" y="61151"/>
                    <a:pt x="27187" y="53245"/>
                  </a:cubicBezTo>
                  <a:cubicBezTo>
                    <a:pt x="32995" y="52692"/>
                    <a:pt x="38841" y="52531"/>
                    <a:pt x="44678" y="52769"/>
                  </a:cubicBezTo>
                  <a:lnTo>
                    <a:pt x="46579" y="22670"/>
                  </a:lnTo>
                  <a:cubicBezTo>
                    <a:pt x="74335" y="13811"/>
                    <a:pt x="114638" y="0"/>
                    <a:pt x="114638" y="0"/>
                  </a:cubicBezTo>
                  <a:close/>
                </a:path>
              </a:pathLst>
            </a:custGeom>
            <a:solidFill>
              <a:srgbClr val="FFCEA9"/>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055" name="Google Shape;485;p15">
              <a:extLst>
                <a:ext uri="{FF2B5EF4-FFF2-40B4-BE49-F238E27FC236}">
                  <a16:creationId xmlns:a16="http://schemas.microsoft.com/office/drawing/2014/main" id="{94E64C71-B4ED-9A0F-A92F-F5FCDBE6AA59}"/>
                </a:ext>
              </a:extLst>
            </p:cNvPr>
            <p:cNvSpPr/>
            <p:nvPr/>
          </p:nvSpPr>
          <p:spPr>
            <a:xfrm>
              <a:off x="5729287" y="3551002"/>
              <a:ext cx="121787" cy="284211"/>
            </a:xfrm>
            <a:custGeom>
              <a:avLst/>
              <a:gdLst/>
              <a:ahLst/>
              <a:cxnLst/>
              <a:rect l="l" t="t" r="r" b="b"/>
              <a:pathLst>
                <a:path w="121787" h="284211" extrusionOk="0">
                  <a:moveTo>
                    <a:pt x="96303" y="391"/>
                  </a:moveTo>
                  <a:cubicBezTo>
                    <a:pt x="96303" y="-1418"/>
                    <a:pt x="86797" y="3630"/>
                    <a:pt x="86797" y="3725"/>
                  </a:cubicBezTo>
                  <a:cubicBezTo>
                    <a:pt x="86797" y="3820"/>
                    <a:pt x="82330" y="163269"/>
                    <a:pt x="74535" y="177747"/>
                  </a:cubicBezTo>
                  <a:lnTo>
                    <a:pt x="74535" y="177747"/>
                  </a:lnTo>
                  <a:cubicBezTo>
                    <a:pt x="54669" y="211560"/>
                    <a:pt x="2103" y="268901"/>
                    <a:pt x="772" y="275283"/>
                  </a:cubicBezTo>
                  <a:cubicBezTo>
                    <a:pt x="-3125" y="294333"/>
                    <a:pt x="8092" y="277283"/>
                    <a:pt x="26152" y="275283"/>
                  </a:cubicBezTo>
                  <a:cubicBezTo>
                    <a:pt x="36323" y="274044"/>
                    <a:pt x="96113" y="213466"/>
                    <a:pt x="109516" y="199654"/>
                  </a:cubicBezTo>
                  <a:lnTo>
                    <a:pt x="110371" y="200131"/>
                  </a:lnTo>
                  <a:lnTo>
                    <a:pt x="110371" y="198607"/>
                  </a:lnTo>
                  <a:lnTo>
                    <a:pt x="112082" y="196797"/>
                  </a:lnTo>
                  <a:cubicBezTo>
                    <a:pt x="112424" y="192482"/>
                    <a:pt x="112424" y="188158"/>
                    <a:pt x="112082" y="183843"/>
                  </a:cubicBezTo>
                  <a:cubicBezTo>
                    <a:pt x="137272" y="10583"/>
                    <a:pt x="106664" y="-942"/>
                    <a:pt x="96303" y="391"/>
                  </a:cubicBezTo>
                  <a:close/>
                </a:path>
              </a:pathLst>
            </a:custGeom>
            <a:solidFill>
              <a:srgbClr val="FFCEA9"/>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056" name="Google Shape;486;p15">
              <a:extLst>
                <a:ext uri="{FF2B5EF4-FFF2-40B4-BE49-F238E27FC236}">
                  <a16:creationId xmlns:a16="http://schemas.microsoft.com/office/drawing/2014/main" id="{2FD2F282-CAC5-96EF-9289-33924C395BE3}"/>
                </a:ext>
              </a:extLst>
            </p:cNvPr>
            <p:cNvSpPr/>
            <p:nvPr/>
          </p:nvSpPr>
          <p:spPr>
            <a:xfrm>
              <a:off x="5818929" y="3486611"/>
              <a:ext cx="209320" cy="241045"/>
            </a:xfrm>
            <a:custGeom>
              <a:avLst/>
              <a:gdLst/>
              <a:ahLst/>
              <a:cxnLst/>
              <a:rect l="l" t="t" r="r" b="b"/>
              <a:pathLst>
                <a:path w="209320" h="241045" extrusionOk="0">
                  <a:moveTo>
                    <a:pt x="164832" y="20110"/>
                  </a:moveTo>
                  <a:cubicBezTo>
                    <a:pt x="182322" y="22777"/>
                    <a:pt x="202189" y="32111"/>
                    <a:pt x="204945" y="41636"/>
                  </a:cubicBezTo>
                  <a:cubicBezTo>
                    <a:pt x="212141" y="76098"/>
                    <a:pt x="210439" y="111835"/>
                    <a:pt x="200002" y="145459"/>
                  </a:cubicBezTo>
                  <a:cubicBezTo>
                    <a:pt x="184889" y="185464"/>
                    <a:pt x="174718" y="210895"/>
                    <a:pt x="165973" y="228136"/>
                  </a:cubicBezTo>
                  <a:cubicBezTo>
                    <a:pt x="165973" y="228136"/>
                    <a:pt x="90594" y="260521"/>
                    <a:pt x="29758" y="222706"/>
                  </a:cubicBezTo>
                  <a:cubicBezTo>
                    <a:pt x="29758" y="222706"/>
                    <a:pt x="25576" y="179844"/>
                    <a:pt x="25291" y="156889"/>
                  </a:cubicBezTo>
                  <a:cubicBezTo>
                    <a:pt x="-30792" y="107835"/>
                    <a:pt x="17211" y="47351"/>
                    <a:pt x="64739" y="393"/>
                  </a:cubicBezTo>
                  <a:cubicBezTo>
                    <a:pt x="70433" y="-131"/>
                    <a:pt x="76155" y="-131"/>
                    <a:pt x="81849" y="393"/>
                  </a:cubicBezTo>
                  <a:cubicBezTo>
                    <a:pt x="81849" y="393"/>
                    <a:pt x="39454" y="50685"/>
                    <a:pt x="68921" y="79260"/>
                  </a:cubicBezTo>
                  <a:cubicBezTo>
                    <a:pt x="132133" y="59638"/>
                    <a:pt x="144680" y="31063"/>
                    <a:pt x="164832" y="20110"/>
                  </a:cubicBezTo>
                  <a:close/>
                </a:path>
              </a:pathLst>
            </a:custGeom>
            <a:solidFill>
              <a:srgbClr val="F4F4F4"/>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057" name="Google Shape;487;p15">
              <a:extLst>
                <a:ext uri="{FF2B5EF4-FFF2-40B4-BE49-F238E27FC236}">
                  <a16:creationId xmlns:a16="http://schemas.microsoft.com/office/drawing/2014/main" id="{CD8326D0-C9DC-2FD9-2318-2D4228569A8D}"/>
                </a:ext>
              </a:extLst>
            </p:cNvPr>
            <p:cNvSpPr/>
            <p:nvPr/>
          </p:nvSpPr>
          <p:spPr>
            <a:xfrm>
              <a:off x="5856166" y="3289038"/>
              <a:ext cx="154042" cy="190250"/>
            </a:xfrm>
            <a:custGeom>
              <a:avLst/>
              <a:gdLst/>
              <a:ahLst/>
              <a:cxnLst/>
              <a:rect l="l" t="t" r="r" b="b"/>
              <a:pathLst>
                <a:path w="154042" h="190250" extrusionOk="0">
                  <a:moveTo>
                    <a:pt x="3263" y="67854"/>
                  </a:moveTo>
                  <a:lnTo>
                    <a:pt x="3263" y="67854"/>
                  </a:lnTo>
                  <a:cubicBezTo>
                    <a:pt x="9442" y="27945"/>
                    <a:pt x="38244" y="-2250"/>
                    <a:pt x="79308" y="132"/>
                  </a:cubicBezTo>
                  <a:cubicBezTo>
                    <a:pt x="122872" y="2484"/>
                    <a:pt x="156274" y="39784"/>
                    <a:pt x="153926" y="83437"/>
                  </a:cubicBezTo>
                  <a:cubicBezTo>
                    <a:pt x="152586" y="108288"/>
                    <a:pt x="139668" y="131053"/>
                    <a:pt x="119041" y="144912"/>
                  </a:cubicBezTo>
                  <a:cubicBezTo>
                    <a:pt x="117624" y="150960"/>
                    <a:pt x="115486" y="156808"/>
                    <a:pt x="112672" y="162342"/>
                  </a:cubicBezTo>
                  <a:cubicBezTo>
                    <a:pt x="98129" y="179297"/>
                    <a:pt x="59441" y="190060"/>
                    <a:pt x="46704" y="190251"/>
                  </a:cubicBezTo>
                  <a:cubicBezTo>
                    <a:pt x="35677" y="190251"/>
                    <a:pt x="26172" y="180059"/>
                    <a:pt x="15811" y="162914"/>
                  </a:cubicBezTo>
                  <a:cubicBezTo>
                    <a:pt x="-5672" y="127195"/>
                    <a:pt x="-158" y="87571"/>
                    <a:pt x="3263" y="67854"/>
                  </a:cubicBezTo>
                  <a:close/>
                </a:path>
              </a:pathLst>
            </a:custGeom>
            <a:solidFill>
              <a:srgbClr val="FFCEA9"/>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058" name="Google Shape;488;p15">
              <a:extLst>
                <a:ext uri="{FF2B5EF4-FFF2-40B4-BE49-F238E27FC236}">
                  <a16:creationId xmlns:a16="http://schemas.microsoft.com/office/drawing/2014/main" id="{FA2BB936-9E10-81CC-4F7E-2F7802281BD1}"/>
                </a:ext>
              </a:extLst>
            </p:cNvPr>
            <p:cNvSpPr/>
            <p:nvPr/>
          </p:nvSpPr>
          <p:spPr>
            <a:xfrm>
              <a:off x="5862376" y="3287995"/>
              <a:ext cx="154704" cy="145954"/>
            </a:xfrm>
            <a:custGeom>
              <a:avLst/>
              <a:gdLst/>
              <a:ahLst/>
              <a:cxnLst/>
              <a:rect l="l" t="t" r="r" b="b"/>
              <a:pathLst>
                <a:path w="154704" h="145954" extrusionOk="0">
                  <a:moveTo>
                    <a:pt x="85930" y="1937"/>
                  </a:moveTo>
                  <a:cubicBezTo>
                    <a:pt x="114447" y="7557"/>
                    <a:pt x="138400" y="15748"/>
                    <a:pt x="146290" y="44038"/>
                  </a:cubicBezTo>
                  <a:cubicBezTo>
                    <a:pt x="151613" y="63659"/>
                    <a:pt x="158647" y="101188"/>
                    <a:pt x="151993" y="116523"/>
                  </a:cubicBezTo>
                  <a:lnTo>
                    <a:pt x="147811" y="127857"/>
                  </a:lnTo>
                  <a:lnTo>
                    <a:pt x="112926" y="145955"/>
                  </a:lnTo>
                  <a:cubicBezTo>
                    <a:pt x="112926" y="145955"/>
                    <a:pt x="96576" y="132334"/>
                    <a:pt x="101709" y="92424"/>
                  </a:cubicBezTo>
                  <a:cubicBezTo>
                    <a:pt x="101510" y="87043"/>
                    <a:pt x="99798" y="81823"/>
                    <a:pt x="96766" y="77375"/>
                  </a:cubicBezTo>
                  <a:cubicBezTo>
                    <a:pt x="94580" y="73594"/>
                    <a:pt x="92954" y="69517"/>
                    <a:pt x="91919" y="65278"/>
                  </a:cubicBezTo>
                  <a:cubicBezTo>
                    <a:pt x="87774" y="54496"/>
                    <a:pt x="79685" y="45704"/>
                    <a:pt x="69295" y="40704"/>
                  </a:cubicBezTo>
                  <a:cubicBezTo>
                    <a:pt x="43345" y="26130"/>
                    <a:pt x="5323" y="38704"/>
                    <a:pt x="0" y="44038"/>
                  </a:cubicBezTo>
                  <a:cubicBezTo>
                    <a:pt x="15142" y="11452"/>
                    <a:pt x="50959" y="-6102"/>
                    <a:pt x="85930" y="1937"/>
                  </a:cubicBezTo>
                  <a:close/>
                </a:path>
              </a:pathLst>
            </a:custGeom>
            <a:solidFill>
              <a:srgbClr val="3A2C6D"/>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059" name="Google Shape;489;p15">
              <a:extLst>
                <a:ext uri="{FF2B5EF4-FFF2-40B4-BE49-F238E27FC236}">
                  <a16:creationId xmlns:a16="http://schemas.microsoft.com/office/drawing/2014/main" id="{A02B0459-AB65-4D06-3C43-D932B316279B}"/>
                </a:ext>
              </a:extLst>
            </p:cNvPr>
            <p:cNvSpPr/>
            <p:nvPr/>
          </p:nvSpPr>
          <p:spPr>
            <a:xfrm>
              <a:off x="5888298" y="4552945"/>
              <a:ext cx="121626" cy="93085"/>
            </a:xfrm>
            <a:custGeom>
              <a:avLst/>
              <a:gdLst/>
              <a:ahLst/>
              <a:cxnLst/>
              <a:rect l="l" t="t" r="r" b="b"/>
              <a:pathLst>
                <a:path w="121626" h="93085" extrusionOk="0">
                  <a:moveTo>
                    <a:pt x="112478" y="2"/>
                  </a:moveTo>
                  <a:cubicBezTo>
                    <a:pt x="97840" y="11908"/>
                    <a:pt x="75121" y="3717"/>
                    <a:pt x="74456" y="4765"/>
                  </a:cubicBezTo>
                  <a:cubicBezTo>
                    <a:pt x="57422" y="19395"/>
                    <a:pt x="39590" y="33073"/>
                    <a:pt x="21035" y="45722"/>
                  </a:cubicBezTo>
                  <a:cubicBezTo>
                    <a:pt x="11529" y="52866"/>
                    <a:pt x="-2254" y="62486"/>
                    <a:pt x="313" y="76202"/>
                  </a:cubicBezTo>
                  <a:cubicBezTo>
                    <a:pt x="4875" y="100872"/>
                    <a:pt x="44228" y="93347"/>
                    <a:pt x="59057" y="85727"/>
                  </a:cubicBezTo>
                  <a:cubicBezTo>
                    <a:pt x="73886" y="78107"/>
                    <a:pt x="86053" y="65725"/>
                    <a:pt x="100121" y="57152"/>
                  </a:cubicBezTo>
                  <a:cubicBezTo>
                    <a:pt x="110102" y="50961"/>
                    <a:pt x="119987" y="47627"/>
                    <a:pt x="121604" y="35054"/>
                  </a:cubicBezTo>
                  <a:cubicBezTo>
                    <a:pt x="122079" y="27149"/>
                    <a:pt x="115045" y="-284"/>
                    <a:pt x="112478" y="2"/>
                  </a:cubicBezTo>
                  <a:close/>
                </a:path>
              </a:pathLst>
            </a:custGeom>
            <a:solidFill>
              <a:srgbClr val="38226D"/>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060" name="Google Shape;490;p15">
              <a:extLst>
                <a:ext uri="{FF2B5EF4-FFF2-40B4-BE49-F238E27FC236}">
                  <a16:creationId xmlns:a16="http://schemas.microsoft.com/office/drawing/2014/main" id="{03E971B6-0CF0-FAFC-D75F-5A07B5F84BD6}"/>
                </a:ext>
              </a:extLst>
            </p:cNvPr>
            <p:cNvSpPr/>
            <p:nvPr/>
          </p:nvSpPr>
          <p:spPr>
            <a:xfrm>
              <a:off x="5888421" y="4582665"/>
              <a:ext cx="121131" cy="63346"/>
            </a:xfrm>
            <a:custGeom>
              <a:avLst/>
              <a:gdLst/>
              <a:ahLst/>
              <a:cxnLst/>
              <a:rect l="l" t="t" r="r" b="b"/>
              <a:pathLst>
                <a:path w="121131" h="63346" extrusionOk="0">
                  <a:moveTo>
                    <a:pt x="120910" y="0"/>
                  </a:moveTo>
                  <a:cubicBezTo>
                    <a:pt x="118914" y="12192"/>
                    <a:pt x="109219" y="15526"/>
                    <a:pt x="99238" y="21717"/>
                  </a:cubicBezTo>
                  <a:cubicBezTo>
                    <a:pt x="84979" y="30575"/>
                    <a:pt x="72432" y="43434"/>
                    <a:pt x="57604" y="50959"/>
                  </a:cubicBezTo>
                  <a:cubicBezTo>
                    <a:pt x="42775" y="58484"/>
                    <a:pt x="9601" y="64770"/>
                    <a:pt x="0" y="47244"/>
                  </a:cubicBezTo>
                  <a:cubicBezTo>
                    <a:pt x="5228" y="70961"/>
                    <a:pt x="43916" y="63532"/>
                    <a:pt x="58554" y="56007"/>
                  </a:cubicBezTo>
                  <a:cubicBezTo>
                    <a:pt x="73193" y="48482"/>
                    <a:pt x="85550" y="36004"/>
                    <a:pt x="99618" y="27432"/>
                  </a:cubicBezTo>
                  <a:cubicBezTo>
                    <a:pt x="109599" y="21241"/>
                    <a:pt x="119484" y="17907"/>
                    <a:pt x="121101" y="5334"/>
                  </a:cubicBezTo>
                  <a:cubicBezTo>
                    <a:pt x="121177" y="3553"/>
                    <a:pt x="121110" y="1772"/>
                    <a:pt x="120910" y="0"/>
                  </a:cubicBezTo>
                  <a:close/>
                </a:path>
              </a:pathLst>
            </a:custGeom>
            <a:solidFill>
              <a:srgbClr val="757B89"/>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061" name="Google Shape;491;p15">
              <a:extLst>
                <a:ext uri="{FF2B5EF4-FFF2-40B4-BE49-F238E27FC236}">
                  <a16:creationId xmlns:a16="http://schemas.microsoft.com/office/drawing/2014/main" id="{F0B9DD88-87AF-CF08-2757-9735AAA50B35}"/>
                </a:ext>
              </a:extLst>
            </p:cNvPr>
            <p:cNvSpPr/>
            <p:nvPr/>
          </p:nvSpPr>
          <p:spPr>
            <a:xfrm>
              <a:off x="5795742" y="4532466"/>
              <a:ext cx="111395" cy="86487"/>
            </a:xfrm>
            <a:custGeom>
              <a:avLst/>
              <a:gdLst/>
              <a:ahLst/>
              <a:cxnLst/>
              <a:rect l="l" t="t" r="r" b="b"/>
              <a:pathLst>
                <a:path w="111395" h="86487" extrusionOk="0">
                  <a:moveTo>
                    <a:pt x="102659" y="2"/>
                  </a:moveTo>
                  <a:cubicBezTo>
                    <a:pt x="89257" y="10956"/>
                    <a:pt x="69105" y="4765"/>
                    <a:pt x="68154" y="5812"/>
                  </a:cubicBezTo>
                  <a:cubicBezTo>
                    <a:pt x="52537" y="19109"/>
                    <a:pt x="36225" y="31578"/>
                    <a:pt x="19296" y="43151"/>
                  </a:cubicBezTo>
                  <a:cubicBezTo>
                    <a:pt x="10931" y="49723"/>
                    <a:pt x="-2091" y="58486"/>
                    <a:pt x="285" y="71059"/>
                  </a:cubicBezTo>
                  <a:cubicBezTo>
                    <a:pt x="4467" y="93633"/>
                    <a:pt x="40493" y="86680"/>
                    <a:pt x="54181" y="79822"/>
                  </a:cubicBezTo>
                  <a:cubicBezTo>
                    <a:pt x="67869" y="72964"/>
                    <a:pt x="78800" y="61438"/>
                    <a:pt x="91728" y="53437"/>
                  </a:cubicBezTo>
                  <a:cubicBezTo>
                    <a:pt x="101234" y="47722"/>
                    <a:pt x="109884" y="44770"/>
                    <a:pt x="111309" y="33149"/>
                  </a:cubicBezTo>
                  <a:cubicBezTo>
                    <a:pt x="112260" y="26101"/>
                    <a:pt x="105036" y="-283"/>
                    <a:pt x="102659" y="2"/>
                  </a:cubicBezTo>
                  <a:close/>
                </a:path>
              </a:pathLst>
            </a:custGeom>
            <a:solidFill>
              <a:srgbClr val="38226D"/>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062" name="Google Shape;492;p15">
              <a:extLst>
                <a:ext uri="{FF2B5EF4-FFF2-40B4-BE49-F238E27FC236}">
                  <a16:creationId xmlns:a16="http://schemas.microsoft.com/office/drawing/2014/main" id="{8F2F9924-D5C2-BAD4-3FF2-AFE6751892B4}"/>
                </a:ext>
              </a:extLst>
            </p:cNvPr>
            <p:cNvSpPr/>
            <p:nvPr/>
          </p:nvSpPr>
          <p:spPr>
            <a:xfrm>
              <a:off x="5796313" y="4560948"/>
              <a:ext cx="110894" cy="58013"/>
            </a:xfrm>
            <a:custGeom>
              <a:avLst/>
              <a:gdLst/>
              <a:ahLst/>
              <a:cxnLst/>
              <a:rect l="l" t="t" r="r" b="b"/>
              <a:pathLst>
                <a:path w="110894" h="58013" extrusionOk="0">
                  <a:moveTo>
                    <a:pt x="110644" y="0"/>
                  </a:moveTo>
                  <a:cubicBezTo>
                    <a:pt x="108838" y="11144"/>
                    <a:pt x="99903" y="14192"/>
                    <a:pt x="90778" y="19812"/>
                  </a:cubicBezTo>
                  <a:cubicBezTo>
                    <a:pt x="77755" y="28004"/>
                    <a:pt x="66254" y="39719"/>
                    <a:pt x="52756" y="46672"/>
                  </a:cubicBezTo>
                  <a:cubicBezTo>
                    <a:pt x="39258" y="53626"/>
                    <a:pt x="8840" y="59341"/>
                    <a:pt x="0" y="43244"/>
                  </a:cubicBezTo>
                  <a:cubicBezTo>
                    <a:pt x="4753" y="64961"/>
                    <a:pt x="40208" y="58198"/>
                    <a:pt x="53706" y="51340"/>
                  </a:cubicBezTo>
                  <a:cubicBezTo>
                    <a:pt x="67204" y="44482"/>
                    <a:pt x="78325" y="32956"/>
                    <a:pt x="91253" y="24955"/>
                  </a:cubicBezTo>
                  <a:cubicBezTo>
                    <a:pt x="100758" y="19240"/>
                    <a:pt x="109408" y="16288"/>
                    <a:pt x="110834" y="4667"/>
                  </a:cubicBezTo>
                  <a:cubicBezTo>
                    <a:pt x="110958" y="3105"/>
                    <a:pt x="110891" y="1543"/>
                    <a:pt x="110644" y="0"/>
                  </a:cubicBezTo>
                  <a:close/>
                </a:path>
              </a:pathLst>
            </a:custGeom>
            <a:solidFill>
              <a:srgbClr val="757B89"/>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063" name="Google Shape;493;p15">
              <a:extLst>
                <a:ext uri="{FF2B5EF4-FFF2-40B4-BE49-F238E27FC236}">
                  <a16:creationId xmlns:a16="http://schemas.microsoft.com/office/drawing/2014/main" id="{94A7C49D-2966-702D-7387-1AB64FD81611}"/>
                </a:ext>
              </a:extLst>
            </p:cNvPr>
            <p:cNvSpPr/>
            <p:nvPr/>
          </p:nvSpPr>
          <p:spPr>
            <a:xfrm>
              <a:off x="5813683" y="3728558"/>
              <a:ext cx="237954" cy="833275"/>
            </a:xfrm>
            <a:custGeom>
              <a:avLst/>
              <a:gdLst/>
              <a:ahLst/>
              <a:cxnLst/>
              <a:rect l="l" t="t" r="r" b="b"/>
              <a:pathLst>
                <a:path w="237954" h="833275" extrusionOk="0">
                  <a:moveTo>
                    <a:pt x="6013" y="123825"/>
                  </a:moveTo>
                  <a:cubicBezTo>
                    <a:pt x="12477" y="73342"/>
                    <a:pt x="31013" y="0"/>
                    <a:pt x="31013" y="0"/>
                  </a:cubicBezTo>
                  <a:cubicBezTo>
                    <a:pt x="48541" y="8201"/>
                    <a:pt x="67495" y="12897"/>
                    <a:pt x="86810" y="13811"/>
                  </a:cubicBezTo>
                  <a:cubicBezTo>
                    <a:pt x="115136" y="13716"/>
                    <a:pt x="143396" y="10973"/>
                    <a:pt x="171219" y="5620"/>
                  </a:cubicBezTo>
                  <a:cubicBezTo>
                    <a:pt x="180287" y="21517"/>
                    <a:pt x="190220" y="36909"/>
                    <a:pt x="200971" y="51721"/>
                  </a:cubicBezTo>
                  <a:cubicBezTo>
                    <a:pt x="215515" y="71914"/>
                    <a:pt x="243746" y="116109"/>
                    <a:pt x="236902" y="193357"/>
                  </a:cubicBezTo>
                  <a:cubicBezTo>
                    <a:pt x="232435" y="243840"/>
                    <a:pt x="204203" y="458248"/>
                    <a:pt x="204203" y="458248"/>
                  </a:cubicBezTo>
                  <a:cubicBezTo>
                    <a:pt x="215201" y="494290"/>
                    <a:pt x="221056" y="531714"/>
                    <a:pt x="221598" y="569405"/>
                  </a:cubicBezTo>
                  <a:cubicBezTo>
                    <a:pt x="218937" y="614229"/>
                    <a:pt x="213024" y="658796"/>
                    <a:pt x="203918" y="702755"/>
                  </a:cubicBezTo>
                  <a:lnTo>
                    <a:pt x="187093" y="824389"/>
                  </a:lnTo>
                  <a:cubicBezTo>
                    <a:pt x="187093" y="824389"/>
                    <a:pt x="164660" y="840676"/>
                    <a:pt x="149071" y="829151"/>
                  </a:cubicBezTo>
                  <a:lnTo>
                    <a:pt x="151067" y="710089"/>
                  </a:lnTo>
                  <a:cubicBezTo>
                    <a:pt x="149166" y="680942"/>
                    <a:pt x="146219" y="637984"/>
                    <a:pt x="144413" y="610552"/>
                  </a:cubicBezTo>
                  <a:cubicBezTo>
                    <a:pt x="141371" y="565785"/>
                    <a:pt x="133387" y="494824"/>
                    <a:pt x="131106" y="477202"/>
                  </a:cubicBezTo>
                  <a:cubicBezTo>
                    <a:pt x="128824" y="459581"/>
                    <a:pt x="123121" y="428434"/>
                    <a:pt x="120364" y="393763"/>
                  </a:cubicBezTo>
                  <a:cubicBezTo>
                    <a:pt x="117608" y="359092"/>
                    <a:pt x="104680" y="182594"/>
                    <a:pt x="104680" y="182594"/>
                  </a:cubicBezTo>
                  <a:lnTo>
                    <a:pt x="102874" y="215646"/>
                  </a:lnTo>
                  <a:cubicBezTo>
                    <a:pt x="102874" y="215646"/>
                    <a:pt x="101068" y="269272"/>
                    <a:pt x="93369" y="335470"/>
                  </a:cubicBezTo>
                  <a:cubicBezTo>
                    <a:pt x="85669" y="401669"/>
                    <a:pt x="83008" y="430720"/>
                    <a:pt x="83008" y="430720"/>
                  </a:cubicBezTo>
                  <a:cubicBezTo>
                    <a:pt x="90308" y="444074"/>
                    <a:pt x="95412" y="458514"/>
                    <a:pt x="98121" y="473488"/>
                  </a:cubicBezTo>
                  <a:cubicBezTo>
                    <a:pt x="99452" y="487775"/>
                    <a:pt x="115707" y="600932"/>
                    <a:pt x="106011" y="658463"/>
                  </a:cubicBezTo>
                  <a:lnTo>
                    <a:pt x="85954" y="804863"/>
                  </a:lnTo>
                  <a:cubicBezTo>
                    <a:pt x="75869" y="811882"/>
                    <a:pt x="63018" y="813587"/>
                    <a:pt x="51449" y="809434"/>
                  </a:cubicBezTo>
                  <a:lnTo>
                    <a:pt x="39663" y="661892"/>
                  </a:lnTo>
                  <a:cubicBezTo>
                    <a:pt x="31773" y="605790"/>
                    <a:pt x="15043" y="486823"/>
                    <a:pt x="12477" y="471392"/>
                  </a:cubicBezTo>
                  <a:cubicBezTo>
                    <a:pt x="6773" y="440226"/>
                    <a:pt x="3408" y="408670"/>
                    <a:pt x="2401" y="376999"/>
                  </a:cubicBezTo>
                  <a:cubicBezTo>
                    <a:pt x="-1782" y="312991"/>
                    <a:pt x="-451" y="174212"/>
                    <a:pt x="6013" y="123825"/>
                  </a:cubicBezTo>
                  <a:close/>
                </a:path>
              </a:pathLst>
            </a:custGeom>
            <a:solidFill>
              <a:srgbClr val="FFCEA9"/>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064" name="Google Shape;494;p15">
              <a:extLst>
                <a:ext uri="{FF2B5EF4-FFF2-40B4-BE49-F238E27FC236}">
                  <a16:creationId xmlns:a16="http://schemas.microsoft.com/office/drawing/2014/main" id="{FFB37B1E-C604-FC35-11E7-3740CD301D0F}"/>
                </a:ext>
              </a:extLst>
            </p:cNvPr>
            <p:cNvSpPr/>
            <p:nvPr/>
          </p:nvSpPr>
          <p:spPr>
            <a:xfrm>
              <a:off x="5803516" y="3708175"/>
              <a:ext cx="253612" cy="553963"/>
            </a:xfrm>
            <a:custGeom>
              <a:avLst/>
              <a:gdLst/>
              <a:ahLst/>
              <a:cxnLst/>
              <a:rect l="l" t="t" r="r" b="b"/>
              <a:pathLst>
                <a:path w="253612" h="553963" extrusionOk="0">
                  <a:moveTo>
                    <a:pt x="181386" y="6572"/>
                  </a:moveTo>
                  <a:lnTo>
                    <a:pt x="224731" y="93726"/>
                  </a:lnTo>
                  <a:cubicBezTo>
                    <a:pt x="224731" y="93726"/>
                    <a:pt x="291270" y="190690"/>
                    <a:pt x="222355" y="439960"/>
                  </a:cubicBezTo>
                  <a:lnTo>
                    <a:pt x="235187" y="516922"/>
                  </a:lnTo>
                  <a:cubicBezTo>
                    <a:pt x="235187" y="516922"/>
                    <a:pt x="105532" y="600265"/>
                    <a:pt x="18746" y="516922"/>
                  </a:cubicBezTo>
                  <a:cubicBezTo>
                    <a:pt x="18746" y="516922"/>
                    <a:pt x="-11291" y="286512"/>
                    <a:pt x="4678" y="180308"/>
                  </a:cubicBezTo>
                  <a:cubicBezTo>
                    <a:pt x="13613" y="119272"/>
                    <a:pt x="27121" y="59007"/>
                    <a:pt x="45077" y="0"/>
                  </a:cubicBezTo>
                  <a:cubicBezTo>
                    <a:pt x="45077" y="0"/>
                    <a:pt x="66369" y="23527"/>
                    <a:pt x="175683" y="8001"/>
                  </a:cubicBezTo>
                </a:path>
              </a:pathLst>
            </a:custGeom>
            <a:solidFill>
              <a:srgbClr val="38226D"/>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065" name="Google Shape;495;p15">
              <a:extLst>
                <a:ext uri="{FF2B5EF4-FFF2-40B4-BE49-F238E27FC236}">
                  <a16:creationId xmlns:a16="http://schemas.microsoft.com/office/drawing/2014/main" id="{EEBE837B-69BA-36A8-205A-DED8E65AEAE0}"/>
                </a:ext>
              </a:extLst>
            </p:cNvPr>
            <p:cNvSpPr/>
            <p:nvPr/>
          </p:nvSpPr>
          <p:spPr>
            <a:xfrm>
              <a:off x="5812662" y="3486508"/>
              <a:ext cx="71005" cy="74600"/>
            </a:xfrm>
            <a:custGeom>
              <a:avLst/>
              <a:gdLst/>
              <a:ahLst/>
              <a:cxnLst/>
              <a:rect l="l" t="t" r="r" b="b"/>
              <a:pathLst>
                <a:path w="71005" h="74600" extrusionOk="0">
                  <a:moveTo>
                    <a:pt x="71006" y="496"/>
                  </a:moveTo>
                  <a:cubicBezTo>
                    <a:pt x="71006" y="496"/>
                    <a:pt x="36596" y="-10077"/>
                    <a:pt x="0" y="66409"/>
                  </a:cubicBezTo>
                  <a:lnTo>
                    <a:pt x="13688" y="74600"/>
                  </a:lnTo>
                  <a:cubicBezTo>
                    <a:pt x="13688" y="74600"/>
                    <a:pt x="49714" y="20117"/>
                    <a:pt x="71006" y="496"/>
                  </a:cubicBezTo>
                  <a:close/>
                </a:path>
              </a:pathLst>
            </a:custGeom>
            <a:solidFill>
              <a:srgbClr val="EDEDED"/>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066" name="Google Shape;496;p15">
              <a:extLst>
                <a:ext uri="{FF2B5EF4-FFF2-40B4-BE49-F238E27FC236}">
                  <a16:creationId xmlns:a16="http://schemas.microsoft.com/office/drawing/2014/main" id="{C075769F-A742-3EE3-98DE-1605F68A3135}"/>
                </a:ext>
              </a:extLst>
            </p:cNvPr>
            <p:cNvSpPr/>
            <p:nvPr/>
          </p:nvSpPr>
          <p:spPr>
            <a:xfrm>
              <a:off x="5614947" y="3815235"/>
              <a:ext cx="254367" cy="147732"/>
            </a:xfrm>
            <a:custGeom>
              <a:avLst/>
              <a:gdLst/>
              <a:ahLst/>
              <a:cxnLst/>
              <a:rect l="l" t="t" r="r" b="b"/>
              <a:pathLst>
                <a:path w="254367" h="147732" extrusionOk="0">
                  <a:moveTo>
                    <a:pt x="0" y="86201"/>
                  </a:moveTo>
                  <a:lnTo>
                    <a:pt x="148096" y="0"/>
                  </a:lnTo>
                  <a:lnTo>
                    <a:pt x="254368" y="61436"/>
                  </a:lnTo>
                  <a:lnTo>
                    <a:pt x="106272" y="147733"/>
                  </a:lnTo>
                  <a:lnTo>
                    <a:pt x="0" y="86201"/>
                  </a:lnTo>
                  <a:close/>
                </a:path>
              </a:pathLst>
            </a:custGeom>
            <a:solidFill>
              <a:srgbClr val="F4F4F4"/>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067" name="Google Shape;497;p15">
              <a:extLst>
                <a:ext uri="{FF2B5EF4-FFF2-40B4-BE49-F238E27FC236}">
                  <a16:creationId xmlns:a16="http://schemas.microsoft.com/office/drawing/2014/main" id="{1BE62BD7-D895-F535-ABFC-626121638A99}"/>
                </a:ext>
              </a:extLst>
            </p:cNvPr>
            <p:cNvSpPr/>
            <p:nvPr/>
          </p:nvSpPr>
          <p:spPr>
            <a:xfrm>
              <a:off x="5694413" y="3821487"/>
              <a:ext cx="53706" cy="44771"/>
            </a:xfrm>
            <a:custGeom>
              <a:avLst/>
              <a:gdLst/>
              <a:ahLst/>
              <a:cxnLst/>
              <a:rect l="l" t="t" r="r" b="b"/>
              <a:pathLst>
                <a:path w="53706" h="44771" extrusionOk="0">
                  <a:moveTo>
                    <a:pt x="49524" y="35"/>
                  </a:moveTo>
                  <a:cubicBezTo>
                    <a:pt x="40237" y="968"/>
                    <a:pt x="31254" y="3892"/>
                    <a:pt x="23194" y="8607"/>
                  </a:cubicBezTo>
                  <a:cubicBezTo>
                    <a:pt x="20228" y="11198"/>
                    <a:pt x="17053" y="13522"/>
                    <a:pt x="13688" y="15561"/>
                  </a:cubicBezTo>
                  <a:cubicBezTo>
                    <a:pt x="12262" y="16227"/>
                    <a:pt x="10836" y="17180"/>
                    <a:pt x="9315" y="17846"/>
                  </a:cubicBezTo>
                  <a:cubicBezTo>
                    <a:pt x="7053" y="18675"/>
                    <a:pt x="5000" y="20009"/>
                    <a:pt x="3327" y="21752"/>
                  </a:cubicBezTo>
                  <a:cubicBezTo>
                    <a:pt x="1673" y="24200"/>
                    <a:pt x="780" y="27086"/>
                    <a:pt x="760" y="30038"/>
                  </a:cubicBezTo>
                  <a:cubicBezTo>
                    <a:pt x="0" y="33572"/>
                    <a:pt x="-190" y="37211"/>
                    <a:pt x="190" y="40802"/>
                  </a:cubicBezTo>
                  <a:cubicBezTo>
                    <a:pt x="1521" y="46136"/>
                    <a:pt x="7034" y="45660"/>
                    <a:pt x="9696" y="41945"/>
                  </a:cubicBezTo>
                  <a:cubicBezTo>
                    <a:pt x="11141" y="40088"/>
                    <a:pt x="11968" y="37821"/>
                    <a:pt x="12072" y="35468"/>
                  </a:cubicBezTo>
                  <a:cubicBezTo>
                    <a:pt x="12234" y="30905"/>
                    <a:pt x="14562" y="26686"/>
                    <a:pt x="18346" y="24133"/>
                  </a:cubicBezTo>
                  <a:lnTo>
                    <a:pt x="53706" y="2130"/>
                  </a:lnTo>
                  <a:cubicBezTo>
                    <a:pt x="52870" y="644"/>
                    <a:pt x="51216" y="-184"/>
                    <a:pt x="49524" y="35"/>
                  </a:cubicBezTo>
                  <a:close/>
                </a:path>
              </a:pathLst>
            </a:custGeom>
            <a:solidFill>
              <a:srgbClr val="FFCEA9"/>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068" name="Google Shape;498;p15">
              <a:extLst>
                <a:ext uri="{FF2B5EF4-FFF2-40B4-BE49-F238E27FC236}">
                  <a16:creationId xmlns:a16="http://schemas.microsoft.com/office/drawing/2014/main" id="{8C61C16E-5C5C-93C2-A3A6-62842AAD2E92}"/>
                </a:ext>
              </a:extLst>
            </p:cNvPr>
            <p:cNvSpPr/>
            <p:nvPr/>
          </p:nvSpPr>
          <p:spPr>
            <a:xfrm>
              <a:off x="5775008" y="3530248"/>
              <a:ext cx="253611" cy="322722"/>
            </a:xfrm>
            <a:custGeom>
              <a:avLst/>
              <a:gdLst/>
              <a:ahLst/>
              <a:cxnLst/>
              <a:rect l="l" t="t" r="r" b="b"/>
              <a:pathLst>
                <a:path w="253611" h="322722" extrusionOk="0">
                  <a:moveTo>
                    <a:pt x="250673" y="25527"/>
                  </a:moveTo>
                  <a:cubicBezTo>
                    <a:pt x="245826" y="5334"/>
                    <a:pt x="230046" y="11811"/>
                    <a:pt x="216453" y="0"/>
                  </a:cubicBezTo>
                  <a:cubicBezTo>
                    <a:pt x="184990" y="44672"/>
                    <a:pt x="205902" y="165449"/>
                    <a:pt x="210180" y="178308"/>
                  </a:cubicBezTo>
                  <a:lnTo>
                    <a:pt x="89270" y="255556"/>
                  </a:lnTo>
                  <a:lnTo>
                    <a:pt x="89270" y="255556"/>
                  </a:lnTo>
                  <a:lnTo>
                    <a:pt x="81095" y="260604"/>
                  </a:lnTo>
                  <a:cubicBezTo>
                    <a:pt x="67331" y="269662"/>
                    <a:pt x="52131" y="276301"/>
                    <a:pt x="36134" y="280225"/>
                  </a:cubicBezTo>
                  <a:cubicBezTo>
                    <a:pt x="24062" y="281654"/>
                    <a:pt x="17788" y="298704"/>
                    <a:pt x="4860" y="300228"/>
                  </a:cubicBezTo>
                  <a:cubicBezTo>
                    <a:pt x="2075" y="300333"/>
                    <a:pt x="-92" y="302666"/>
                    <a:pt x="3" y="305457"/>
                  </a:cubicBezTo>
                  <a:cubicBezTo>
                    <a:pt x="51" y="306753"/>
                    <a:pt x="602" y="307991"/>
                    <a:pt x="1533" y="308896"/>
                  </a:cubicBezTo>
                  <a:cubicBezTo>
                    <a:pt x="6667" y="313849"/>
                    <a:pt x="20545" y="309753"/>
                    <a:pt x="30050" y="298704"/>
                  </a:cubicBezTo>
                  <a:cubicBezTo>
                    <a:pt x="30002" y="298952"/>
                    <a:pt x="30002" y="299218"/>
                    <a:pt x="30050" y="299466"/>
                  </a:cubicBezTo>
                  <a:cubicBezTo>
                    <a:pt x="30202" y="303057"/>
                    <a:pt x="32227" y="306314"/>
                    <a:pt x="35373" y="308038"/>
                  </a:cubicBezTo>
                  <a:cubicBezTo>
                    <a:pt x="36067" y="308458"/>
                    <a:pt x="36846" y="308724"/>
                    <a:pt x="37655" y="308800"/>
                  </a:cubicBezTo>
                  <a:cubicBezTo>
                    <a:pt x="37655" y="309610"/>
                    <a:pt x="37883" y="310401"/>
                    <a:pt x="38320" y="311087"/>
                  </a:cubicBezTo>
                  <a:cubicBezTo>
                    <a:pt x="39708" y="313925"/>
                    <a:pt x="42417" y="315887"/>
                    <a:pt x="45544" y="316325"/>
                  </a:cubicBezTo>
                  <a:lnTo>
                    <a:pt x="45544" y="316325"/>
                  </a:lnTo>
                  <a:cubicBezTo>
                    <a:pt x="46941" y="320335"/>
                    <a:pt x="50820" y="322945"/>
                    <a:pt x="55050" y="322707"/>
                  </a:cubicBezTo>
                  <a:cubicBezTo>
                    <a:pt x="57825" y="322564"/>
                    <a:pt x="60439" y="321373"/>
                    <a:pt x="62369" y="319373"/>
                  </a:cubicBezTo>
                  <a:cubicBezTo>
                    <a:pt x="72682" y="315430"/>
                    <a:pt x="81789" y="308867"/>
                    <a:pt x="88794" y="300323"/>
                  </a:cubicBezTo>
                  <a:cubicBezTo>
                    <a:pt x="94982" y="293875"/>
                    <a:pt x="101522" y="287769"/>
                    <a:pt x="108375" y="282035"/>
                  </a:cubicBezTo>
                  <a:cubicBezTo>
                    <a:pt x="141170" y="267843"/>
                    <a:pt x="239552" y="225742"/>
                    <a:pt x="243924" y="219742"/>
                  </a:cubicBezTo>
                  <a:cubicBezTo>
                    <a:pt x="250768" y="210693"/>
                    <a:pt x="257707" y="54102"/>
                    <a:pt x="250673" y="25527"/>
                  </a:cubicBezTo>
                  <a:close/>
                </a:path>
              </a:pathLst>
            </a:custGeom>
            <a:solidFill>
              <a:srgbClr val="FFCEA9"/>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069" name="Google Shape;499;p15">
              <a:extLst>
                <a:ext uri="{FF2B5EF4-FFF2-40B4-BE49-F238E27FC236}">
                  <a16:creationId xmlns:a16="http://schemas.microsoft.com/office/drawing/2014/main" id="{158C7B99-1D8A-F5B9-289C-3FF829D760C9}"/>
                </a:ext>
              </a:extLst>
            </p:cNvPr>
            <p:cNvSpPr/>
            <p:nvPr/>
          </p:nvSpPr>
          <p:spPr>
            <a:xfrm>
              <a:off x="5965891" y="3514431"/>
              <a:ext cx="72720" cy="103595"/>
            </a:xfrm>
            <a:custGeom>
              <a:avLst/>
              <a:gdLst/>
              <a:ahLst/>
              <a:cxnLst/>
              <a:rect l="l" t="t" r="r" b="b"/>
              <a:pathLst>
                <a:path w="72720" h="103595" extrusionOk="0">
                  <a:moveTo>
                    <a:pt x="70816" y="95541"/>
                  </a:moveTo>
                  <a:cubicBezTo>
                    <a:pt x="70816" y="95541"/>
                    <a:pt x="32129" y="112876"/>
                    <a:pt x="0" y="96684"/>
                  </a:cubicBezTo>
                  <a:lnTo>
                    <a:pt x="4658" y="36009"/>
                  </a:lnTo>
                  <a:cubicBezTo>
                    <a:pt x="4658" y="36009"/>
                    <a:pt x="5133" y="3434"/>
                    <a:pt x="34125" y="195"/>
                  </a:cubicBezTo>
                  <a:cubicBezTo>
                    <a:pt x="63117" y="-3043"/>
                    <a:pt x="78325" y="34200"/>
                    <a:pt x="70816" y="95541"/>
                  </a:cubicBezTo>
                  <a:close/>
                </a:path>
              </a:pathLst>
            </a:custGeom>
            <a:solidFill>
              <a:srgbClr val="EDEDED"/>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nvGrpSpPr>
            <p:cNvPr id="2070" name="Google Shape;500;p15">
              <a:extLst>
                <a:ext uri="{FF2B5EF4-FFF2-40B4-BE49-F238E27FC236}">
                  <a16:creationId xmlns:a16="http://schemas.microsoft.com/office/drawing/2014/main" id="{347E1539-8B89-3724-635D-9B9A7C3D0B9A}"/>
                </a:ext>
              </a:extLst>
            </p:cNvPr>
            <p:cNvGrpSpPr/>
            <p:nvPr/>
          </p:nvGrpSpPr>
          <p:grpSpPr>
            <a:xfrm flipH="1">
              <a:off x="2865273" y="3434801"/>
              <a:ext cx="598186" cy="1340314"/>
              <a:chOff x="4210728" y="4525714"/>
              <a:chExt cx="546438" cy="1224366"/>
            </a:xfrm>
          </p:grpSpPr>
          <p:sp>
            <p:nvSpPr>
              <p:cNvPr id="2071" name="Google Shape;501;p15">
                <a:extLst>
                  <a:ext uri="{FF2B5EF4-FFF2-40B4-BE49-F238E27FC236}">
                    <a16:creationId xmlns:a16="http://schemas.microsoft.com/office/drawing/2014/main" id="{207B3C06-1C79-C08E-FC23-71A24EC6124B}"/>
                  </a:ext>
                </a:extLst>
              </p:cNvPr>
              <p:cNvSpPr/>
              <p:nvPr/>
            </p:nvSpPr>
            <p:spPr>
              <a:xfrm>
                <a:off x="4672107" y="4726590"/>
                <a:ext cx="85002" cy="305847"/>
              </a:xfrm>
              <a:custGeom>
                <a:avLst/>
                <a:gdLst/>
                <a:ahLst/>
                <a:cxnLst/>
                <a:rect l="l" t="t" r="r" b="b"/>
                <a:pathLst>
                  <a:path w="85002" h="305847" extrusionOk="0">
                    <a:moveTo>
                      <a:pt x="18764" y="0"/>
                    </a:moveTo>
                    <a:cubicBezTo>
                      <a:pt x="37814" y="5429"/>
                      <a:pt x="48482" y="26289"/>
                      <a:pt x="65056" y="70961"/>
                    </a:cubicBezTo>
                    <a:cubicBezTo>
                      <a:pt x="78848" y="111490"/>
                      <a:pt x="85582" y="154076"/>
                      <a:pt x="84963" y="196882"/>
                    </a:cubicBezTo>
                    <a:cubicBezTo>
                      <a:pt x="79629" y="238982"/>
                      <a:pt x="62198" y="271748"/>
                      <a:pt x="20098" y="305848"/>
                    </a:cubicBezTo>
                    <a:lnTo>
                      <a:pt x="0" y="268986"/>
                    </a:lnTo>
                    <a:cubicBezTo>
                      <a:pt x="0" y="268986"/>
                      <a:pt x="41243" y="232600"/>
                      <a:pt x="45434" y="190500"/>
                    </a:cubicBezTo>
                    <a:cubicBezTo>
                      <a:pt x="47815" y="166878"/>
                      <a:pt x="20098" y="87249"/>
                      <a:pt x="20098" y="85058"/>
                    </a:cubicBezTo>
                    <a:cubicBezTo>
                      <a:pt x="20098" y="82867"/>
                      <a:pt x="18764" y="0"/>
                      <a:pt x="18764" y="0"/>
                    </a:cubicBezTo>
                    <a:close/>
                  </a:path>
                </a:pathLst>
              </a:custGeom>
              <a:solidFill>
                <a:srgbClr val="9C6448"/>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072" name="Google Shape;502;p15">
                <a:extLst>
                  <a:ext uri="{FF2B5EF4-FFF2-40B4-BE49-F238E27FC236}">
                    <a16:creationId xmlns:a16="http://schemas.microsoft.com/office/drawing/2014/main" id="{8D43C2F9-E870-CF44-54E2-5461A376E076}"/>
                  </a:ext>
                </a:extLst>
              </p:cNvPr>
              <p:cNvSpPr/>
              <p:nvPr/>
            </p:nvSpPr>
            <p:spPr>
              <a:xfrm>
                <a:off x="4408366" y="5679962"/>
                <a:ext cx="123900" cy="70118"/>
              </a:xfrm>
              <a:custGeom>
                <a:avLst/>
                <a:gdLst/>
                <a:ahLst/>
                <a:cxnLst/>
                <a:rect l="l" t="t" r="r" b="b"/>
                <a:pathLst>
                  <a:path w="123900" h="70118" extrusionOk="0">
                    <a:moveTo>
                      <a:pt x="117628" y="16845"/>
                    </a:moveTo>
                    <a:cubicBezTo>
                      <a:pt x="104783" y="20750"/>
                      <a:pt x="90877" y="18874"/>
                      <a:pt x="79528" y="11701"/>
                    </a:cubicBezTo>
                    <a:cubicBezTo>
                      <a:pt x="69241" y="11701"/>
                      <a:pt x="8757" y="-12016"/>
                      <a:pt x="1137" y="8082"/>
                    </a:cubicBezTo>
                    <a:cubicBezTo>
                      <a:pt x="-5531" y="25703"/>
                      <a:pt x="18758" y="42086"/>
                      <a:pt x="31617" y="45229"/>
                    </a:cubicBezTo>
                    <a:cubicBezTo>
                      <a:pt x="60192" y="51992"/>
                      <a:pt x="80766" y="66089"/>
                      <a:pt x="92196" y="68470"/>
                    </a:cubicBezTo>
                    <a:cubicBezTo>
                      <a:pt x="100966" y="71585"/>
                      <a:pt x="110703" y="70232"/>
                      <a:pt x="118294" y="64851"/>
                    </a:cubicBezTo>
                    <a:cubicBezTo>
                      <a:pt x="126200" y="56850"/>
                      <a:pt x="125533" y="27322"/>
                      <a:pt x="117628" y="16845"/>
                    </a:cubicBezTo>
                    <a:close/>
                  </a:path>
                </a:pathLst>
              </a:custGeom>
              <a:solidFill>
                <a:srgbClr val="38226D"/>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073" name="Google Shape;503;p15">
                <a:extLst>
                  <a:ext uri="{FF2B5EF4-FFF2-40B4-BE49-F238E27FC236}">
                    <a16:creationId xmlns:a16="http://schemas.microsoft.com/office/drawing/2014/main" id="{3D1CB106-90C1-6498-BE97-ADFE8B8C5D37}"/>
                  </a:ext>
                </a:extLst>
              </p:cNvPr>
              <p:cNvSpPr/>
              <p:nvPr/>
            </p:nvSpPr>
            <p:spPr>
              <a:xfrm>
                <a:off x="4408245" y="5691663"/>
                <a:ext cx="121939" cy="58416"/>
              </a:xfrm>
              <a:custGeom>
                <a:avLst/>
                <a:gdLst/>
                <a:ahLst/>
                <a:cxnLst/>
                <a:rect l="l" t="t" r="r" b="b"/>
                <a:pathLst>
                  <a:path w="121939" h="58416" extrusionOk="0">
                    <a:moveTo>
                      <a:pt x="92127" y="51911"/>
                    </a:moveTo>
                    <a:cubicBezTo>
                      <a:pt x="80697" y="49530"/>
                      <a:pt x="59837" y="35433"/>
                      <a:pt x="31548" y="28575"/>
                    </a:cubicBezTo>
                    <a:cubicBezTo>
                      <a:pt x="20784" y="26003"/>
                      <a:pt x="2020" y="14097"/>
                      <a:pt x="210" y="0"/>
                    </a:cubicBezTo>
                    <a:cubicBezTo>
                      <a:pt x="-2361" y="16193"/>
                      <a:pt x="19260" y="30575"/>
                      <a:pt x="31548" y="33528"/>
                    </a:cubicBezTo>
                    <a:cubicBezTo>
                      <a:pt x="60123" y="40291"/>
                      <a:pt x="80697" y="54388"/>
                      <a:pt x="92127" y="56769"/>
                    </a:cubicBezTo>
                    <a:cubicBezTo>
                      <a:pt x="100896" y="59884"/>
                      <a:pt x="110634" y="58531"/>
                      <a:pt x="118225" y="53150"/>
                    </a:cubicBezTo>
                    <a:cubicBezTo>
                      <a:pt x="119933" y="51188"/>
                      <a:pt x="121200" y="48882"/>
                      <a:pt x="121940" y="46387"/>
                    </a:cubicBezTo>
                    <a:cubicBezTo>
                      <a:pt x="113425" y="52816"/>
                      <a:pt x="102380" y="54864"/>
                      <a:pt x="92127" y="51911"/>
                    </a:cubicBezTo>
                    <a:close/>
                  </a:path>
                </a:pathLst>
              </a:custGeom>
              <a:solidFill>
                <a:srgbClr val="757B89"/>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074" name="Google Shape;504;p15">
                <a:extLst>
                  <a:ext uri="{FF2B5EF4-FFF2-40B4-BE49-F238E27FC236}">
                    <a16:creationId xmlns:a16="http://schemas.microsoft.com/office/drawing/2014/main" id="{CAF6B3C5-AFDA-0BA6-1C70-C3C47CB67851}"/>
                  </a:ext>
                </a:extLst>
              </p:cNvPr>
              <p:cNvSpPr/>
              <p:nvPr/>
            </p:nvSpPr>
            <p:spPr>
              <a:xfrm>
                <a:off x="4566152" y="5600798"/>
                <a:ext cx="119416" cy="67472"/>
              </a:xfrm>
              <a:custGeom>
                <a:avLst/>
                <a:gdLst/>
                <a:ahLst/>
                <a:cxnLst/>
                <a:rect l="l" t="t" r="r" b="b"/>
                <a:pathLst>
                  <a:path w="119416" h="67472" extrusionOk="0">
                    <a:moveTo>
                      <a:pt x="113384" y="16189"/>
                    </a:moveTo>
                    <a:cubicBezTo>
                      <a:pt x="102146" y="20047"/>
                      <a:pt x="89728" y="18161"/>
                      <a:pt x="80142" y="11141"/>
                    </a:cubicBezTo>
                    <a:cubicBezTo>
                      <a:pt x="70617" y="11141"/>
                      <a:pt x="8419" y="-11529"/>
                      <a:pt x="1085" y="7807"/>
                    </a:cubicBezTo>
                    <a:cubicBezTo>
                      <a:pt x="-5297" y="24762"/>
                      <a:pt x="18039" y="40383"/>
                      <a:pt x="30422" y="43431"/>
                    </a:cubicBezTo>
                    <a:cubicBezTo>
                      <a:pt x="57663" y="50003"/>
                      <a:pt x="78047" y="63624"/>
                      <a:pt x="88715" y="65910"/>
                    </a:cubicBezTo>
                    <a:cubicBezTo>
                      <a:pt x="97172" y="68882"/>
                      <a:pt x="106547" y="67567"/>
                      <a:pt x="113861" y="62385"/>
                    </a:cubicBezTo>
                    <a:cubicBezTo>
                      <a:pt x="121671" y="54670"/>
                      <a:pt x="121004" y="26286"/>
                      <a:pt x="113384" y="16189"/>
                    </a:cubicBezTo>
                    <a:close/>
                  </a:path>
                </a:pathLst>
              </a:custGeom>
              <a:solidFill>
                <a:srgbClr val="38226D"/>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075" name="Google Shape;505;p15">
                <a:extLst>
                  <a:ext uri="{FF2B5EF4-FFF2-40B4-BE49-F238E27FC236}">
                    <a16:creationId xmlns:a16="http://schemas.microsoft.com/office/drawing/2014/main" id="{984C3A99-1769-B579-CB8C-DC3E12A8CEC6}"/>
                  </a:ext>
                </a:extLst>
              </p:cNvPr>
              <p:cNvSpPr/>
              <p:nvPr/>
            </p:nvSpPr>
            <p:spPr>
              <a:xfrm>
                <a:off x="4566197" y="5611939"/>
                <a:ext cx="117340" cy="56332"/>
              </a:xfrm>
              <a:custGeom>
                <a:avLst/>
                <a:gdLst/>
                <a:ahLst/>
                <a:cxnLst/>
                <a:rect l="l" t="t" r="r" b="b"/>
                <a:pathLst>
                  <a:path w="117340" h="56332" extrusionOk="0">
                    <a:moveTo>
                      <a:pt x="88670" y="50102"/>
                    </a:moveTo>
                    <a:cubicBezTo>
                      <a:pt x="77717" y="47720"/>
                      <a:pt x="57619" y="34195"/>
                      <a:pt x="30377" y="27622"/>
                    </a:cubicBezTo>
                    <a:cubicBezTo>
                      <a:pt x="19995" y="25051"/>
                      <a:pt x="1802" y="13621"/>
                      <a:pt x="183" y="0"/>
                    </a:cubicBezTo>
                    <a:cubicBezTo>
                      <a:pt x="-2198" y="15621"/>
                      <a:pt x="19233" y="29528"/>
                      <a:pt x="30377" y="32290"/>
                    </a:cubicBezTo>
                    <a:cubicBezTo>
                      <a:pt x="57619" y="38862"/>
                      <a:pt x="78002" y="52483"/>
                      <a:pt x="88670" y="54769"/>
                    </a:cubicBezTo>
                    <a:cubicBezTo>
                      <a:pt x="97128" y="57741"/>
                      <a:pt x="106503" y="56426"/>
                      <a:pt x="113816" y="51245"/>
                    </a:cubicBezTo>
                    <a:cubicBezTo>
                      <a:pt x="115496" y="49368"/>
                      <a:pt x="116703" y="47111"/>
                      <a:pt x="117341" y="44672"/>
                    </a:cubicBezTo>
                    <a:cubicBezTo>
                      <a:pt x="109187" y="50930"/>
                      <a:pt x="98547" y="52940"/>
                      <a:pt x="88670" y="50102"/>
                    </a:cubicBezTo>
                    <a:close/>
                  </a:path>
                </a:pathLst>
              </a:custGeom>
              <a:solidFill>
                <a:srgbClr val="757B89"/>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077" name="Google Shape;506;p15">
                <a:extLst>
                  <a:ext uri="{FF2B5EF4-FFF2-40B4-BE49-F238E27FC236}">
                    <a16:creationId xmlns:a16="http://schemas.microsoft.com/office/drawing/2014/main" id="{2E79AA2C-2D84-3959-2BEF-78528167E165}"/>
                  </a:ext>
                </a:extLst>
              </p:cNvPr>
              <p:cNvSpPr/>
              <p:nvPr/>
            </p:nvSpPr>
            <p:spPr>
              <a:xfrm>
                <a:off x="4483409" y="4968525"/>
                <a:ext cx="238054" cy="732926"/>
              </a:xfrm>
              <a:custGeom>
                <a:avLst/>
                <a:gdLst/>
                <a:ahLst/>
                <a:cxnLst/>
                <a:rect l="l" t="t" r="r" b="b"/>
                <a:pathLst>
                  <a:path w="238054" h="732926" extrusionOk="0">
                    <a:moveTo>
                      <a:pt x="216416" y="495014"/>
                    </a:moveTo>
                    <a:cubicBezTo>
                      <a:pt x="216443" y="471802"/>
                      <a:pt x="212447" y="448761"/>
                      <a:pt x="204605" y="426911"/>
                    </a:cubicBezTo>
                    <a:cubicBezTo>
                      <a:pt x="204605" y="426911"/>
                      <a:pt x="212415" y="333661"/>
                      <a:pt x="218416" y="272415"/>
                    </a:cubicBezTo>
                    <a:cubicBezTo>
                      <a:pt x="227179" y="182118"/>
                      <a:pt x="241086" y="173164"/>
                      <a:pt x="237466" y="118300"/>
                    </a:cubicBezTo>
                    <a:cubicBezTo>
                      <a:pt x="233847" y="67437"/>
                      <a:pt x="204891" y="34480"/>
                      <a:pt x="197366" y="0"/>
                    </a:cubicBezTo>
                    <a:lnTo>
                      <a:pt x="50014" y="11621"/>
                    </a:lnTo>
                    <a:cubicBezTo>
                      <a:pt x="50014" y="11621"/>
                      <a:pt x="37155" y="53435"/>
                      <a:pt x="20582" y="136684"/>
                    </a:cubicBezTo>
                    <a:cubicBezTo>
                      <a:pt x="4008" y="219932"/>
                      <a:pt x="2865" y="318897"/>
                      <a:pt x="4199" y="449961"/>
                    </a:cubicBezTo>
                    <a:cubicBezTo>
                      <a:pt x="4199" y="483775"/>
                      <a:pt x="-1516" y="513112"/>
                      <a:pt x="389" y="597313"/>
                    </a:cubicBezTo>
                    <a:cubicBezTo>
                      <a:pt x="1722" y="653891"/>
                      <a:pt x="4961" y="723233"/>
                      <a:pt x="4961" y="723233"/>
                    </a:cubicBezTo>
                    <a:cubicBezTo>
                      <a:pt x="26487" y="741712"/>
                      <a:pt x="41442" y="728091"/>
                      <a:pt x="41442" y="728091"/>
                    </a:cubicBezTo>
                    <a:cubicBezTo>
                      <a:pt x="41442" y="728091"/>
                      <a:pt x="79542" y="560451"/>
                      <a:pt x="84780" y="521970"/>
                    </a:cubicBezTo>
                    <a:cubicBezTo>
                      <a:pt x="88780" y="500682"/>
                      <a:pt x="87003" y="478707"/>
                      <a:pt x="79637" y="458343"/>
                    </a:cubicBezTo>
                    <a:cubicBezTo>
                      <a:pt x="79637" y="458343"/>
                      <a:pt x="90686" y="405670"/>
                      <a:pt x="98687" y="364236"/>
                    </a:cubicBezTo>
                    <a:cubicBezTo>
                      <a:pt x="108212" y="313658"/>
                      <a:pt x="133453" y="204502"/>
                      <a:pt x="133453" y="204502"/>
                    </a:cubicBezTo>
                    <a:cubicBezTo>
                      <a:pt x="133453" y="204502"/>
                      <a:pt x="129167" y="372237"/>
                      <a:pt x="136501" y="405289"/>
                    </a:cubicBezTo>
                    <a:cubicBezTo>
                      <a:pt x="143835" y="438340"/>
                      <a:pt x="145074" y="467106"/>
                      <a:pt x="151360" y="512064"/>
                    </a:cubicBezTo>
                    <a:cubicBezTo>
                      <a:pt x="158885" y="566356"/>
                      <a:pt x="162314" y="645890"/>
                      <a:pt x="162314" y="645890"/>
                    </a:cubicBezTo>
                    <a:cubicBezTo>
                      <a:pt x="184793" y="660178"/>
                      <a:pt x="194794" y="649224"/>
                      <a:pt x="194794" y="649224"/>
                    </a:cubicBezTo>
                    <a:cubicBezTo>
                      <a:pt x="194794" y="649224"/>
                      <a:pt x="216416" y="542544"/>
                      <a:pt x="216416" y="495014"/>
                    </a:cubicBezTo>
                    <a:close/>
                  </a:path>
                </a:pathLst>
              </a:custGeom>
              <a:solidFill>
                <a:srgbClr val="9C6448"/>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078" name="Google Shape;507;p15">
                <a:extLst>
                  <a:ext uri="{FF2B5EF4-FFF2-40B4-BE49-F238E27FC236}">
                    <a16:creationId xmlns:a16="http://schemas.microsoft.com/office/drawing/2014/main" id="{30E533C5-60B1-D0D6-2996-68CD0DF3AD62}"/>
                  </a:ext>
                </a:extLst>
              </p:cNvPr>
              <p:cNvSpPr/>
              <p:nvPr/>
            </p:nvSpPr>
            <p:spPr>
              <a:xfrm>
                <a:off x="4484426" y="4968525"/>
                <a:ext cx="236925" cy="409866"/>
              </a:xfrm>
              <a:custGeom>
                <a:avLst/>
                <a:gdLst/>
                <a:ahLst/>
                <a:cxnLst/>
                <a:rect l="l" t="t" r="r" b="b"/>
                <a:pathLst>
                  <a:path w="236925" h="409866" extrusionOk="0">
                    <a:moveTo>
                      <a:pt x="195968" y="0"/>
                    </a:moveTo>
                    <a:cubicBezTo>
                      <a:pt x="211399" y="15812"/>
                      <a:pt x="236926" y="63913"/>
                      <a:pt x="236926" y="136684"/>
                    </a:cubicBezTo>
                    <a:cubicBezTo>
                      <a:pt x="236926" y="218599"/>
                      <a:pt x="225020" y="202025"/>
                      <a:pt x="219305" y="292227"/>
                    </a:cubicBezTo>
                    <a:lnTo>
                      <a:pt x="213590" y="382429"/>
                    </a:lnTo>
                    <a:cubicBezTo>
                      <a:pt x="213590" y="382429"/>
                      <a:pt x="90431" y="441198"/>
                      <a:pt x="2611" y="386715"/>
                    </a:cubicBezTo>
                    <a:cubicBezTo>
                      <a:pt x="-5200" y="369665"/>
                      <a:pt x="5564" y="179927"/>
                      <a:pt x="20994" y="112490"/>
                    </a:cubicBezTo>
                    <a:cubicBezTo>
                      <a:pt x="36425" y="45053"/>
                      <a:pt x="46997" y="12002"/>
                      <a:pt x="46997" y="12002"/>
                    </a:cubicBezTo>
                    <a:cubicBezTo>
                      <a:pt x="46997" y="12002"/>
                      <a:pt x="160250" y="42577"/>
                      <a:pt x="195968" y="0"/>
                    </a:cubicBezTo>
                    <a:close/>
                  </a:path>
                </a:pathLst>
              </a:custGeom>
              <a:solidFill>
                <a:schemeClr val="accent1"/>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079" name="Google Shape;508;p15">
                <a:extLst>
                  <a:ext uri="{FF2B5EF4-FFF2-40B4-BE49-F238E27FC236}">
                    <a16:creationId xmlns:a16="http://schemas.microsoft.com/office/drawing/2014/main" id="{B0A9278D-970D-2B57-E2B3-D88ED72E8C01}"/>
                  </a:ext>
                </a:extLst>
              </p:cNvPr>
              <p:cNvSpPr/>
              <p:nvPr/>
            </p:nvSpPr>
            <p:spPr>
              <a:xfrm>
                <a:off x="4531702" y="4525767"/>
                <a:ext cx="160521" cy="258577"/>
              </a:xfrm>
              <a:custGeom>
                <a:avLst/>
                <a:gdLst/>
                <a:ahLst/>
                <a:cxnLst/>
                <a:rect l="l" t="t" r="r" b="b"/>
                <a:pathLst>
                  <a:path w="160521" h="258577" extrusionOk="0">
                    <a:moveTo>
                      <a:pt x="150502" y="199966"/>
                    </a:moveTo>
                    <a:cubicBezTo>
                      <a:pt x="119070" y="198061"/>
                      <a:pt x="116022" y="203299"/>
                      <a:pt x="113545" y="192155"/>
                    </a:cubicBezTo>
                    <a:cubicBezTo>
                      <a:pt x="112688" y="188155"/>
                      <a:pt x="110878" y="160532"/>
                      <a:pt x="110878" y="160532"/>
                    </a:cubicBezTo>
                    <a:cubicBezTo>
                      <a:pt x="113780" y="156846"/>
                      <a:pt x="116422" y="152960"/>
                      <a:pt x="118784" y="148912"/>
                    </a:cubicBezTo>
                    <a:cubicBezTo>
                      <a:pt x="140167" y="136015"/>
                      <a:pt x="154268" y="113831"/>
                      <a:pt x="156884" y="88999"/>
                    </a:cubicBezTo>
                    <a:cubicBezTo>
                      <a:pt x="161490" y="44708"/>
                      <a:pt x="129348" y="5065"/>
                      <a:pt x="85065" y="417"/>
                    </a:cubicBezTo>
                    <a:cubicBezTo>
                      <a:pt x="43441" y="-3869"/>
                      <a:pt x="12771" y="25373"/>
                      <a:pt x="4579" y="65568"/>
                    </a:cubicBezTo>
                    <a:cubicBezTo>
                      <a:pt x="198" y="85380"/>
                      <a:pt x="-4374" y="125861"/>
                      <a:pt x="8008" y="158341"/>
                    </a:cubicBezTo>
                    <a:cubicBezTo>
                      <a:pt x="14961" y="176725"/>
                      <a:pt x="21438" y="189583"/>
                      <a:pt x="38012" y="188917"/>
                    </a:cubicBezTo>
                    <a:cubicBezTo>
                      <a:pt x="43543" y="188422"/>
                      <a:pt x="49023" y="187469"/>
                      <a:pt x="54395" y="186059"/>
                    </a:cubicBezTo>
                    <a:cubicBezTo>
                      <a:pt x="55283" y="193679"/>
                      <a:pt x="55602" y="201347"/>
                      <a:pt x="55347" y="209015"/>
                    </a:cubicBezTo>
                    <a:cubicBezTo>
                      <a:pt x="55347" y="217111"/>
                      <a:pt x="56300" y="221111"/>
                      <a:pt x="40488" y="230827"/>
                    </a:cubicBezTo>
                    <a:cubicBezTo>
                      <a:pt x="24677" y="240542"/>
                      <a:pt x="64301" y="260354"/>
                      <a:pt x="90114" y="258449"/>
                    </a:cubicBezTo>
                    <a:cubicBezTo>
                      <a:pt x="115927" y="256544"/>
                      <a:pt x="144883" y="240923"/>
                      <a:pt x="152883" y="224255"/>
                    </a:cubicBezTo>
                    <a:cubicBezTo>
                      <a:pt x="161646" y="205586"/>
                      <a:pt x="165266" y="200823"/>
                      <a:pt x="150502" y="199966"/>
                    </a:cubicBezTo>
                    <a:close/>
                  </a:path>
                </a:pathLst>
              </a:custGeom>
              <a:solidFill>
                <a:srgbClr val="9C6448"/>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24" name="Google Shape;509;p15">
                <a:extLst>
                  <a:ext uri="{FF2B5EF4-FFF2-40B4-BE49-F238E27FC236}">
                    <a16:creationId xmlns:a16="http://schemas.microsoft.com/office/drawing/2014/main" id="{4701D9C4-CA4B-E849-1B2E-01B75D20BBF9}"/>
                  </a:ext>
                </a:extLst>
              </p:cNvPr>
              <p:cNvSpPr/>
              <p:nvPr/>
            </p:nvSpPr>
            <p:spPr>
              <a:xfrm>
                <a:off x="4695825" y="4756088"/>
                <a:ext cx="61341" cy="108805"/>
              </a:xfrm>
              <a:custGeom>
                <a:avLst/>
                <a:gdLst/>
                <a:ahLst/>
                <a:cxnLst/>
                <a:rect l="l" t="t" r="r" b="b"/>
                <a:pathLst>
                  <a:path w="61341" h="108805" extrusionOk="0">
                    <a:moveTo>
                      <a:pt x="9525" y="108806"/>
                    </a:moveTo>
                    <a:cubicBezTo>
                      <a:pt x="9525" y="108806"/>
                      <a:pt x="45053" y="100805"/>
                      <a:pt x="61341" y="84993"/>
                    </a:cubicBezTo>
                    <a:cubicBezTo>
                      <a:pt x="61341" y="84993"/>
                      <a:pt x="40196" y="18318"/>
                      <a:pt x="26670" y="1745"/>
                    </a:cubicBezTo>
                    <a:cubicBezTo>
                      <a:pt x="13144" y="-14829"/>
                      <a:pt x="0" y="92137"/>
                      <a:pt x="0" y="92137"/>
                    </a:cubicBezTo>
                    <a:close/>
                  </a:path>
                </a:pathLst>
              </a:custGeom>
              <a:solidFill>
                <a:srgbClr val="EDEDED"/>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25" name="Google Shape;510;p15">
                <a:extLst>
                  <a:ext uri="{FF2B5EF4-FFF2-40B4-BE49-F238E27FC236}">
                    <a16:creationId xmlns:a16="http://schemas.microsoft.com/office/drawing/2014/main" id="{DBA17005-445E-2B4A-6079-3302A3D8F3D9}"/>
                  </a:ext>
                </a:extLst>
              </p:cNvPr>
              <p:cNvSpPr/>
              <p:nvPr/>
            </p:nvSpPr>
            <p:spPr>
              <a:xfrm>
                <a:off x="4523612" y="4724507"/>
                <a:ext cx="191546" cy="273865"/>
              </a:xfrm>
              <a:custGeom>
                <a:avLst/>
                <a:gdLst/>
                <a:ahLst/>
                <a:cxnLst/>
                <a:rect l="l" t="t" r="r" b="b"/>
                <a:pathLst>
                  <a:path w="191546" h="273865" extrusionOk="0">
                    <a:moveTo>
                      <a:pt x="127349" y="560"/>
                    </a:moveTo>
                    <a:cubicBezTo>
                      <a:pt x="133160" y="7799"/>
                      <a:pt x="133826" y="16847"/>
                      <a:pt x="111443" y="22562"/>
                    </a:cubicBezTo>
                    <a:cubicBezTo>
                      <a:pt x="95161" y="27192"/>
                      <a:pt x="77760" y="25839"/>
                      <a:pt x="62389" y="18753"/>
                    </a:cubicBezTo>
                    <a:cubicBezTo>
                      <a:pt x="44747" y="26210"/>
                      <a:pt x="27792" y="35202"/>
                      <a:pt x="11716" y="45613"/>
                    </a:cubicBezTo>
                    <a:cubicBezTo>
                      <a:pt x="-7334" y="108478"/>
                      <a:pt x="8001" y="116574"/>
                      <a:pt x="0" y="161628"/>
                    </a:cubicBezTo>
                    <a:cubicBezTo>
                      <a:pt x="3143" y="184297"/>
                      <a:pt x="6858" y="242780"/>
                      <a:pt x="7810" y="256020"/>
                    </a:cubicBezTo>
                    <a:cubicBezTo>
                      <a:pt x="50578" y="285929"/>
                      <a:pt x="137350" y="275737"/>
                      <a:pt x="156781" y="244019"/>
                    </a:cubicBezTo>
                    <a:cubicBezTo>
                      <a:pt x="157130" y="233455"/>
                      <a:pt x="158116" y="222930"/>
                      <a:pt x="159734" y="212491"/>
                    </a:cubicBezTo>
                    <a:cubicBezTo>
                      <a:pt x="180118" y="136862"/>
                      <a:pt x="196025" y="117241"/>
                      <a:pt x="190405" y="60091"/>
                    </a:cubicBezTo>
                    <a:cubicBezTo>
                      <a:pt x="187166" y="27515"/>
                      <a:pt x="184595" y="11132"/>
                      <a:pt x="167259" y="2369"/>
                    </a:cubicBezTo>
                    <a:cubicBezTo>
                      <a:pt x="154092" y="26"/>
                      <a:pt x="140675" y="-583"/>
                      <a:pt x="127349" y="560"/>
                    </a:cubicBezTo>
                    <a:close/>
                  </a:path>
                </a:pathLst>
              </a:custGeom>
              <a:solidFill>
                <a:srgbClr val="F4F4F4"/>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27" name="Google Shape;511;p15">
                <a:extLst>
                  <a:ext uri="{FF2B5EF4-FFF2-40B4-BE49-F238E27FC236}">
                    <a16:creationId xmlns:a16="http://schemas.microsoft.com/office/drawing/2014/main" id="{ADF94079-F8EB-7ECB-C63C-4D235F088C0B}"/>
                  </a:ext>
                </a:extLst>
              </p:cNvPr>
              <p:cNvSpPr/>
              <p:nvPr/>
            </p:nvSpPr>
            <p:spPr>
              <a:xfrm>
                <a:off x="4210728" y="4780936"/>
                <a:ext cx="368747" cy="265455"/>
              </a:xfrm>
              <a:custGeom>
                <a:avLst/>
                <a:gdLst/>
                <a:ahLst/>
                <a:cxnLst/>
                <a:rect l="l" t="t" r="r" b="b"/>
                <a:pathLst>
                  <a:path w="368747" h="265455" extrusionOk="0">
                    <a:moveTo>
                      <a:pt x="47613" y="190066"/>
                    </a:moveTo>
                    <a:cubicBezTo>
                      <a:pt x="57313" y="192152"/>
                      <a:pt x="66860" y="194885"/>
                      <a:pt x="76188" y="198257"/>
                    </a:cubicBezTo>
                    <a:cubicBezTo>
                      <a:pt x="84940" y="202858"/>
                      <a:pt x="94355" y="206077"/>
                      <a:pt x="104097" y="207782"/>
                    </a:cubicBezTo>
                    <a:cubicBezTo>
                      <a:pt x="114574" y="209402"/>
                      <a:pt x="130957" y="203972"/>
                      <a:pt x="159246" y="190637"/>
                    </a:cubicBezTo>
                    <a:cubicBezTo>
                      <a:pt x="190224" y="174759"/>
                      <a:pt x="218251" y="153690"/>
                      <a:pt x="242114" y="128344"/>
                    </a:cubicBezTo>
                    <a:cubicBezTo>
                      <a:pt x="269228" y="96083"/>
                      <a:pt x="293451" y="61507"/>
                      <a:pt x="314504" y="24998"/>
                    </a:cubicBezTo>
                    <a:cubicBezTo>
                      <a:pt x="326791" y="2614"/>
                      <a:pt x="342317" y="-3006"/>
                      <a:pt x="355842" y="1375"/>
                    </a:cubicBezTo>
                    <a:cubicBezTo>
                      <a:pt x="372035" y="6710"/>
                      <a:pt x="374035" y="22807"/>
                      <a:pt x="355842" y="52906"/>
                    </a:cubicBezTo>
                    <a:cubicBezTo>
                      <a:pt x="332617" y="92225"/>
                      <a:pt x="304799" y="128639"/>
                      <a:pt x="272975" y="161396"/>
                    </a:cubicBezTo>
                    <a:cubicBezTo>
                      <a:pt x="247871" y="186503"/>
                      <a:pt x="218651" y="207115"/>
                      <a:pt x="186583" y="222356"/>
                    </a:cubicBezTo>
                    <a:cubicBezTo>
                      <a:pt x="163712" y="234252"/>
                      <a:pt x="139230" y="242758"/>
                      <a:pt x="113907" y="247597"/>
                    </a:cubicBezTo>
                    <a:cubicBezTo>
                      <a:pt x="105049" y="249502"/>
                      <a:pt x="99048" y="253216"/>
                      <a:pt x="82665" y="258932"/>
                    </a:cubicBezTo>
                    <a:cubicBezTo>
                      <a:pt x="66375" y="264856"/>
                      <a:pt x="48897" y="266790"/>
                      <a:pt x="31707" y="264551"/>
                    </a:cubicBezTo>
                    <a:cubicBezTo>
                      <a:pt x="17514" y="261789"/>
                      <a:pt x="12657" y="258550"/>
                      <a:pt x="12085" y="255026"/>
                    </a:cubicBezTo>
                    <a:cubicBezTo>
                      <a:pt x="11514" y="251502"/>
                      <a:pt x="14371" y="249025"/>
                      <a:pt x="21039" y="249502"/>
                    </a:cubicBezTo>
                    <a:cubicBezTo>
                      <a:pt x="31538" y="251169"/>
                      <a:pt x="42255" y="250912"/>
                      <a:pt x="52662" y="248740"/>
                    </a:cubicBezTo>
                    <a:cubicBezTo>
                      <a:pt x="52662" y="248740"/>
                      <a:pt x="37993" y="248264"/>
                      <a:pt x="29325" y="247216"/>
                    </a:cubicBezTo>
                    <a:cubicBezTo>
                      <a:pt x="21541" y="246368"/>
                      <a:pt x="13911" y="244444"/>
                      <a:pt x="6656" y="241501"/>
                    </a:cubicBezTo>
                    <a:cubicBezTo>
                      <a:pt x="-297" y="238548"/>
                      <a:pt x="-2869" y="227594"/>
                      <a:pt x="4179" y="227975"/>
                    </a:cubicBezTo>
                    <a:cubicBezTo>
                      <a:pt x="11228" y="228356"/>
                      <a:pt x="15990" y="230452"/>
                      <a:pt x="28944" y="231785"/>
                    </a:cubicBezTo>
                    <a:cubicBezTo>
                      <a:pt x="35778" y="232614"/>
                      <a:pt x="42685" y="232614"/>
                      <a:pt x="49518" y="231785"/>
                    </a:cubicBezTo>
                    <a:cubicBezTo>
                      <a:pt x="40949" y="230376"/>
                      <a:pt x="32508" y="228271"/>
                      <a:pt x="24277" y="225499"/>
                    </a:cubicBezTo>
                    <a:cubicBezTo>
                      <a:pt x="17463" y="223689"/>
                      <a:pt x="11333" y="219917"/>
                      <a:pt x="6656" y="214640"/>
                    </a:cubicBezTo>
                    <a:cubicBezTo>
                      <a:pt x="4275" y="211878"/>
                      <a:pt x="4941" y="205115"/>
                      <a:pt x="13228" y="206830"/>
                    </a:cubicBezTo>
                    <a:cubicBezTo>
                      <a:pt x="23208" y="210307"/>
                      <a:pt x="33569" y="212583"/>
                      <a:pt x="44089" y="213592"/>
                    </a:cubicBezTo>
                    <a:cubicBezTo>
                      <a:pt x="54662" y="213592"/>
                      <a:pt x="62187" y="212735"/>
                      <a:pt x="60853" y="211116"/>
                    </a:cubicBezTo>
                    <a:cubicBezTo>
                      <a:pt x="59520" y="209497"/>
                      <a:pt x="53233" y="209687"/>
                      <a:pt x="45232" y="205211"/>
                    </a:cubicBezTo>
                    <a:cubicBezTo>
                      <a:pt x="37231" y="200734"/>
                      <a:pt x="32469" y="192066"/>
                      <a:pt x="35707" y="187875"/>
                    </a:cubicBezTo>
                    <a:cubicBezTo>
                      <a:pt x="38946" y="183684"/>
                      <a:pt x="38946" y="186827"/>
                      <a:pt x="47613" y="190066"/>
                    </a:cubicBezTo>
                    <a:close/>
                  </a:path>
                </a:pathLst>
              </a:custGeom>
              <a:solidFill>
                <a:srgbClr val="9C6448"/>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28" name="Google Shape;512;p15">
                <a:extLst>
                  <a:ext uri="{FF2B5EF4-FFF2-40B4-BE49-F238E27FC236}">
                    <a16:creationId xmlns:a16="http://schemas.microsoft.com/office/drawing/2014/main" id="{6EA602DB-124E-2504-D5C1-47748BE366D0}"/>
                  </a:ext>
                </a:extLst>
              </p:cNvPr>
              <p:cNvSpPr/>
              <p:nvPr/>
            </p:nvSpPr>
            <p:spPr>
              <a:xfrm>
                <a:off x="4484370" y="4765472"/>
                <a:ext cx="100785" cy="104755"/>
              </a:xfrm>
              <a:custGeom>
                <a:avLst/>
                <a:gdLst/>
                <a:ahLst/>
                <a:cxnLst/>
                <a:rect l="l" t="t" r="r" b="b"/>
                <a:pathLst>
                  <a:path w="100785" h="104755" extrusionOk="0">
                    <a:moveTo>
                      <a:pt x="65151" y="104756"/>
                    </a:moveTo>
                    <a:cubicBezTo>
                      <a:pt x="40403" y="101165"/>
                      <a:pt x="17516" y="89554"/>
                      <a:pt x="0" y="71704"/>
                    </a:cubicBezTo>
                    <a:lnTo>
                      <a:pt x="39433" y="17030"/>
                    </a:lnTo>
                    <a:cubicBezTo>
                      <a:pt x="39433" y="17030"/>
                      <a:pt x="61627" y="-10973"/>
                      <a:pt x="90964" y="4838"/>
                    </a:cubicBezTo>
                    <a:cubicBezTo>
                      <a:pt x="90964" y="4838"/>
                      <a:pt x="113062" y="7220"/>
                      <a:pt x="90964" y="53511"/>
                    </a:cubicBezTo>
                    <a:cubicBezTo>
                      <a:pt x="83445" y="71113"/>
                      <a:pt x="74824" y="88230"/>
                      <a:pt x="65151" y="104756"/>
                    </a:cubicBezTo>
                    <a:close/>
                  </a:path>
                </a:pathLst>
              </a:custGeom>
              <a:solidFill>
                <a:srgbClr val="EDEDED"/>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29" name="Google Shape;513;p15">
                <a:extLst>
                  <a:ext uri="{FF2B5EF4-FFF2-40B4-BE49-F238E27FC236}">
                    <a16:creationId xmlns:a16="http://schemas.microsoft.com/office/drawing/2014/main" id="{9758E84D-A3FF-A956-AC0F-939A7FA3843D}"/>
                  </a:ext>
                </a:extLst>
              </p:cNvPr>
              <p:cNvSpPr/>
              <p:nvPr/>
            </p:nvSpPr>
            <p:spPr>
              <a:xfrm>
                <a:off x="4524935" y="4525714"/>
                <a:ext cx="201012" cy="328692"/>
              </a:xfrm>
              <a:custGeom>
                <a:avLst/>
                <a:gdLst/>
                <a:ahLst/>
                <a:cxnLst/>
                <a:rect l="l" t="t" r="r" b="b"/>
                <a:pathLst>
                  <a:path w="201012" h="328692" extrusionOk="0">
                    <a:moveTo>
                      <a:pt x="3726" y="41904"/>
                    </a:moveTo>
                    <a:cubicBezTo>
                      <a:pt x="6992" y="22359"/>
                      <a:pt x="25260" y="8995"/>
                      <a:pt x="44874" y="11805"/>
                    </a:cubicBezTo>
                    <a:cubicBezTo>
                      <a:pt x="58646" y="2566"/>
                      <a:pt x="75264" y="-1454"/>
                      <a:pt x="91737" y="470"/>
                    </a:cubicBezTo>
                    <a:cubicBezTo>
                      <a:pt x="129170" y="4376"/>
                      <a:pt x="153649" y="29045"/>
                      <a:pt x="164984" y="66193"/>
                    </a:cubicBezTo>
                    <a:cubicBezTo>
                      <a:pt x="170544" y="84833"/>
                      <a:pt x="174245" y="103978"/>
                      <a:pt x="176033" y="123343"/>
                    </a:cubicBezTo>
                    <a:cubicBezTo>
                      <a:pt x="187272" y="206686"/>
                      <a:pt x="217562" y="272790"/>
                      <a:pt x="189273" y="297555"/>
                    </a:cubicBezTo>
                    <a:cubicBezTo>
                      <a:pt x="160983" y="322320"/>
                      <a:pt x="83450" y="338036"/>
                      <a:pt x="51065" y="322510"/>
                    </a:cubicBezTo>
                    <a:cubicBezTo>
                      <a:pt x="18680" y="306985"/>
                      <a:pt x="77735" y="163348"/>
                      <a:pt x="13632" y="83528"/>
                    </a:cubicBezTo>
                    <a:cubicBezTo>
                      <a:pt x="-1418" y="64574"/>
                      <a:pt x="-2847" y="51334"/>
                      <a:pt x="3726" y="41904"/>
                    </a:cubicBezTo>
                    <a:close/>
                  </a:path>
                </a:pathLst>
              </a:custGeom>
              <a:solidFill>
                <a:srgbClr val="3A2C6D"/>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grpSp>
    </p:spTree>
    <p:extLst>
      <p:ext uri="{BB962C8B-B14F-4D97-AF65-F5344CB8AC3E}">
        <p14:creationId xmlns:p14="http://schemas.microsoft.com/office/powerpoint/2010/main" val="1100312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6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137160"/>
          </a:xfrm>
          <a:prstGeom prst="rect">
            <a:avLst/>
          </a:prstGeom>
          <a:solidFill>
            <a:srgbClr val="08A9C9"/>
          </a:solidFill>
          <a:ln w="12700">
            <a:solidFill>
              <a:srgbClr val="08A9C9"/>
            </a:solidFill>
            <a:prstDash val="solid"/>
          </a:ln>
        </p:spPr>
        <p:txBody>
          <a:bodyPr/>
          <a:lstStyle/>
          <a:p>
            <a:endParaRPr lang="en-US"/>
          </a:p>
        </p:txBody>
      </p:sp>
      <p:sp>
        <p:nvSpPr>
          <p:cNvPr id="3" name="Shape 1"/>
          <p:cNvSpPr/>
          <p:nvPr/>
        </p:nvSpPr>
        <p:spPr>
          <a:xfrm>
            <a:off x="11640312" y="6382512"/>
            <a:ext cx="548640" cy="475488"/>
          </a:xfrm>
          <a:prstGeom prst="rtTriangle">
            <a:avLst/>
          </a:prstGeom>
          <a:solidFill>
            <a:srgbClr val="08A9C9"/>
          </a:solidFill>
          <a:ln w="12700">
            <a:solidFill>
              <a:srgbClr val="08A9C9"/>
            </a:solidFill>
            <a:prstDash val="solid"/>
          </a:ln>
        </p:spPr>
        <p:txBody>
          <a:bodyPr/>
          <a:lstStyle/>
          <a:p>
            <a:endParaRPr lang="en-US"/>
          </a:p>
        </p:txBody>
      </p:sp>
      <p:sp>
        <p:nvSpPr>
          <p:cNvPr id="4" name="Text 2"/>
          <p:cNvSpPr/>
          <p:nvPr/>
        </p:nvSpPr>
        <p:spPr>
          <a:xfrm>
            <a:off x="502920" y="6464808"/>
            <a:ext cx="5943600" cy="201168"/>
          </a:xfrm>
          <a:prstGeom prst="rect">
            <a:avLst/>
          </a:prstGeom>
          <a:noFill/>
          <a:ln/>
        </p:spPr>
        <p:txBody>
          <a:bodyPr wrap="square" lIns="0" tIns="0" rIns="0" bIns="0" rtlCol="0" anchor="ctr"/>
          <a:lstStyle/>
          <a:p>
            <a:r>
              <a:rPr sz="2000" b="0">
                <a:solidFill>
                  <a:srgbClr val="08A9C9"/>
                </a:solidFill>
                <a:latin typeface="Aptos Display"/>
              </a:rPr>
              <a:t>Section 1</a:t>
            </a:r>
          </a:p>
        </p:txBody>
      </p:sp>
      <p:sp>
        <p:nvSpPr>
          <p:cNvPr id="6" name="Text 4"/>
          <p:cNvSpPr/>
          <p:nvPr/>
        </p:nvSpPr>
        <p:spPr>
          <a:xfrm>
            <a:off x="640080" y="1531620"/>
            <a:ext cx="2011680" cy="320040"/>
          </a:xfrm>
          <a:prstGeom prst="rect">
            <a:avLst/>
          </a:prstGeom>
          <a:noFill/>
          <a:ln/>
        </p:spPr>
        <p:txBody>
          <a:bodyPr wrap="square" lIns="0" tIns="0" rIns="0" bIns="0" rtlCol="0" anchor="ctr"/>
          <a:lstStyle/>
          <a:p>
            <a:r>
              <a:rPr sz="1300" b="0">
                <a:solidFill>
                  <a:srgbClr val="374151"/>
                </a:solidFill>
                <a:latin typeface="Aptos"/>
              </a:rPr>
              <a:t>Section 1</a:t>
            </a:r>
          </a:p>
        </p:txBody>
      </p:sp>
      <p:sp>
        <p:nvSpPr>
          <p:cNvPr id="7" name="Text 5"/>
          <p:cNvSpPr/>
          <p:nvPr/>
        </p:nvSpPr>
        <p:spPr>
          <a:xfrm>
            <a:off x="640080" y="2080260"/>
            <a:ext cx="6675120" cy="640080"/>
          </a:xfrm>
          <a:prstGeom prst="rect">
            <a:avLst/>
          </a:prstGeom>
          <a:noFill/>
          <a:ln/>
        </p:spPr>
        <p:txBody>
          <a:bodyPr wrap="square" lIns="0" tIns="0" rIns="0" bIns="0" rtlCol="0" anchor="ctr">
            <a:normAutofit/>
          </a:bodyPr>
          <a:lstStyle/>
          <a:p>
            <a:r>
              <a:rPr sz="2800" b="0">
                <a:solidFill>
                  <a:srgbClr val="1F2A37"/>
                </a:solidFill>
                <a:latin typeface="Aptos Display"/>
              </a:rPr>
              <a:t>Introduction</a:t>
            </a:r>
          </a:p>
        </p:txBody>
      </p:sp>
      <p:sp>
        <p:nvSpPr>
          <p:cNvPr id="8" name="Text 6"/>
          <p:cNvSpPr/>
          <p:nvPr/>
        </p:nvSpPr>
        <p:spPr>
          <a:xfrm>
            <a:off x="640080" y="3040380"/>
            <a:ext cx="7315200" cy="594360"/>
          </a:xfrm>
          <a:prstGeom prst="rect">
            <a:avLst/>
          </a:prstGeom>
          <a:noFill/>
          <a:ln/>
        </p:spPr>
        <p:txBody>
          <a:bodyPr wrap="square" lIns="0" tIns="0" rIns="0" bIns="0" rtlCol="0" anchor="ctr">
            <a:normAutofit/>
          </a:bodyPr>
          <a:lstStyle/>
          <a:p>
            <a:r>
              <a:rPr sz="1400" b="0" dirty="0">
                <a:solidFill>
                  <a:srgbClr val="374151"/>
                </a:solidFill>
                <a:latin typeface="Aptos"/>
              </a:rPr>
              <a:t>Frame the Microsoft Foundry course, the enterprise agent scenario, and the Azure workspace expectations before technical configuration begins.</a:t>
            </a:r>
          </a:p>
        </p:txBody>
      </p:sp>
      <p:pic>
        <p:nvPicPr>
          <p:cNvPr id="9" name="Image 0" descr="/mnt/data/template_unzip/ppt/media/image6.png"/>
          <p:cNvPicPr>
            <a:picLocks noChangeAspect="1"/>
          </p:cNvPicPr>
          <p:nvPr/>
        </p:nvPicPr>
        <p:blipFill>
          <a:blip r:embed="rId3">
            <a:alphaModFix amt="90000"/>
          </a:blip>
          <a:stretch>
            <a:fillRect/>
          </a:stretch>
        </p:blipFill>
        <p:spPr>
          <a:xfrm>
            <a:off x="8183880" y="1325880"/>
            <a:ext cx="2880360" cy="288036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6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137160"/>
          </a:xfrm>
          <a:prstGeom prst="rect">
            <a:avLst/>
          </a:prstGeom>
          <a:solidFill>
            <a:srgbClr val="08A9C9"/>
          </a:solidFill>
          <a:ln w="12700">
            <a:solidFill>
              <a:srgbClr val="08A9C9"/>
            </a:solidFill>
            <a:prstDash val="solid"/>
          </a:ln>
        </p:spPr>
        <p:txBody>
          <a:bodyPr/>
          <a:lstStyle/>
          <a:p>
            <a:endParaRPr lang="en-US"/>
          </a:p>
        </p:txBody>
      </p:sp>
      <p:sp>
        <p:nvSpPr>
          <p:cNvPr id="3" name="Shape 1"/>
          <p:cNvSpPr/>
          <p:nvPr/>
        </p:nvSpPr>
        <p:spPr>
          <a:xfrm>
            <a:off x="11640312" y="6382512"/>
            <a:ext cx="548640" cy="475488"/>
          </a:xfrm>
          <a:prstGeom prst="rtTriangle">
            <a:avLst/>
          </a:prstGeom>
          <a:solidFill>
            <a:srgbClr val="08A9C9"/>
          </a:solidFill>
          <a:ln w="12700">
            <a:solidFill>
              <a:srgbClr val="08A9C9"/>
            </a:solidFill>
            <a:prstDash val="solid"/>
          </a:ln>
        </p:spPr>
        <p:txBody>
          <a:bodyPr/>
          <a:lstStyle/>
          <a:p>
            <a:endParaRPr lang="en-US"/>
          </a:p>
        </p:txBody>
      </p:sp>
      <p:sp>
        <p:nvSpPr>
          <p:cNvPr id="4" name="Text 2"/>
          <p:cNvSpPr/>
          <p:nvPr/>
        </p:nvSpPr>
        <p:spPr>
          <a:xfrm>
            <a:off x="502920" y="6464808"/>
            <a:ext cx="5943600" cy="201168"/>
          </a:xfrm>
          <a:prstGeom prst="rect">
            <a:avLst/>
          </a:prstGeom>
          <a:noFill/>
          <a:ln/>
        </p:spPr>
        <p:txBody>
          <a:bodyPr wrap="square" lIns="0" tIns="0" rIns="0" bIns="0" rtlCol="0" anchor="ctr"/>
          <a:lstStyle/>
          <a:p>
            <a:r>
              <a:rPr sz="1300" b="0">
                <a:solidFill>
                  <a:srgbClr val="374151"/>
                </a:solidFill>
                <a:latin typeface="Aptos"/>
              </a:rPr>
              <a:t>Section 1</a:t>
            </a:r>
          </a:p>
        </p:txBody>
      </p:sp>
      <p:sp>
        <p:nvSpPr>
          <p:cNvPr id="5" name="Text 3"/>
          <p:cNvSpPr/>
          <p:nvPr/>
        </p:nvSpPr>
        <p:spPr>
          <a:xfrm>
            <a:off x="502920" y="621792"/>
            <a:ext cx="9601200" cy="502920"/>
          </a:xfrm>
          <a:prstGeom prst="rect">
            <a:avLst/>
          </a:prstGeom>
          <a:noFill/>
          <a:ln/>
        </p:spPr>
        <p:txBody>
          <a:bodyPr wrap="square" lIns="0" tIns="0" rIns="0" bIns="0" rtlCol="0" anchor="ctr">
            <a:normAutofit/>
          </a:bodyPr>
          <a:lstStyle/>
          <a:p>
            <a:r>
              <a:rPr sz="3000" b="0">
                <a:solidFill>
                  <a:srgbClr val="08A9C9"/>
                </a:solidFill>
                <a:latin typeface="Aptos Display"/>
              </a:rPr>
              <a:t>Section Overview</a:t>
            </a:r>
          </a:p>
        </p:txBody>
      </p:sp>
      <p:sp>
        <p:nvSpPr>
          <p:cNvPr id="6" name="Text 4"/>
          <p:cNvSpPr/>
          <p:nvPr/>
        </p:nvSpPr>
        <p:spPr>
          <a:xfrm>
            <a:off x="502920" y="1298448"/>
            <a:ext cx="7772400" cy="320040"/>
          </a:xfrm>
          <a:prstGeom prst="rect">
            <a:avLst/>
          </a:prstGeom>
          <a:noFill/>
          <a:ln/>
        </p:spPr>
        <p:txBody>
          <a:bodyPr wrap="square" lIns="0" tIns="0" rIns="0" bIns="0" rtlCol="0" anchor="ctr">
            <a:normAutofit/>
          </a:bodyPr>
          <a:lstStyle/>
          <a:p>
            <a:r>
              <a:rPr sz="1400" b="0">
                <a:solidFill>
                  <a:srgbClr val="374151"/>
                </a:solidFill>
                <a:latin typeface="Aptos"/>
              </a:rPr>
              <a:t>This opening section establishes the course mission and removes setup ambiguity.</a:t>
            </a:r>
          </a:p>
        </p:txBody>
      </p:sp>
      <p:sp>
        <p:nvSpPr>
          <p:cNvPr id="7" name="Text 5"/>
          <p:cNvSpPr/>
          <p:nvPr/>
        </p:nvSpPr>
        <p:spPr>
          <a:xfrm>
            <a:off x="685800" y="1737360"/>
            <a:ext cx="6675120" cy="4251960"/>
          </a:xfrm>
          <a:prstGeom prst="rect">
            <a:avLst/>
          </a:prstGeom>
          <a:noFill/>
          <a:ln/>
        </p:spPr>
        <p:txBody>
          <a:bodyPr wrap="square" lIns="508" tIns="508" rIns="508" bIns="508" rtlCol="0" anchor="ctr">
            <a:normAutofit/>
          </a:bodyPr>
          <a:lstStyle/>
          <a:p>
            <a:pPr>
              <a:spcAft>
                <a:spcPts val="200"/>
              </a:spcAft>
            </a:pPr>
            <a:r>
              <a:rPr sz="1500">
                <a:solidFill>
                  <a:srgbClr val="374151"/>
                </a:solidFill>
                <a:latin typeface="Aptos"/>
              </a:rPr>
              <a:t>▸ Understand the enterprise problem this course is solving.</a:t>
            </a:r>
          </a:p>
          <a:p>
            <a:pPr>
              <a:spcAft>
                <a:spcPts val="200"/>
              </a:spcAft>
            </a:pPr>
            <a:r>
              <a:rPr sz="1500">
                <a:solidFill>
                  <a:srgbClr val="374151"/>
                </a:solidFill>
                <a:latin typeface="Aptos"/>
              </a:rPr>
              <a:t>▸ See how the course balances slides, demonstrations, and Azure workspace labs.</a:t>
            </a:r>
          </a:p>
          <a:p>
            <a:pPr>
              <a:spcAft>
                <a:spcPts val="200"/>
              </a:spcAft>
            </a:pPr>
            <a:r>
              <a:rPr sz="1500">
                <a:solidFill>
                  <a:srgbClr val="374151"/>
                </a:solidFill>
                <a:latin typeface="Aptos"/>
              </a:rPr>
              <a:t>▸ Confirm that the course is platform-focused, not a software-development workshop.</a:t>
            </a:r>
          </a:p>
          <a:p>
            <a:pPr>
              <a:spcAft>
                <a:spcPts val="200"/>
              </a:spcAft>
            </a:pPr>
            <a:r>
              <a:rPr sz="1500">
                <a:solidFill>
                  <a:srgbClr val="374151"/>
                </a:solidFill>
                <a:latin typeface="Aptos"/>
              </a:rPr>
              <a:t>▸ Learn how preview features and fast-moving portal experiences will be handled.</a:t>
            </a:r>
          </a:p>
          <a:p>
            <a:pPr>
              <a:spcAft>
                <a:spcPts val="200"/>
              </a:spcAft>
            </a:pPr>
            <a:r>
              <a:rPr sz="1500">
                <a:solidFill>
                  <a:srgbClr val="374151"/>
                </a:solidFill>
                <a:latin typeface="Aptos"/>
              </a:rPr>
              <a:t>▸ Prepare for the first Foundry configuration work in later sections.</a:t>
            </a:r>
          </a:p>
        </p:txBody>
      </p:sp>
      <p:sp>
        <p:nvSpPr>
          <p:cNvPr id="8" name="Shape 6"/>
          <p:cNvSpPr/>
          <p:nvPr/>
        </p:nvSpPr>
        <p:spPr>
          <a:xfrm>
            <a:off x="7909560" y="1783080"/>
            <a:ext cx="2971800" cy="2377440"/>
          </a:xfrm>
          <a:prstGeom prst="roundRect">
            <a:avLst>
              <a:gd name="adj" fmla="val 3077"/>
            </a:avLst>
          </a:prstGeom>
          <a:solidFill>
            <a:srgbClr val="FFFFFF"/>
          </a:solidFill>
          <a:ln w="12700">
            <a:solidFill>
              <a:srgbClr val="B8C7D6"/>
            </a:solidFill>
            <a:prstDash val="solid"/>
          </a:ln>
        </p:spPr>
        <p:txBody>
          <a:bodyPr/>
          <a:lstStyle/>
          <a:p>
            <a:endParaRPr lang="en-US"/>
          </a:p>
        </p:txBody>
      </p:sp>
      <p:sp>
        <p:nvSpPr>
          <p:cNvPr id="9" name="Shape 7"/>
          <p:cNvSpPr/>
          <p:nvPr/>
        </p:nvSpPr>
        <p:spPr>
          <a:xfrm>
            <a:off x="8138160" y="2066544"/>
            <a:ext cx="329184" cy="329184"/>
          </a:xfrm>
          <a:prstGeom prst="ellipse">
            <a:avLst/>
          </a:prstGeom>
          <a:solidFill>
            <a:srgbClr val="08A9C9"/>
          </a:solidFill>
          <a:ln w="12700">
            <a:solidFill>
              <a:srgbClr val="08A9C9"/>
            </a:solidFill>
            <a:prstDash val="solid"/>
          </a:ln>
        </p:spPr>
        <p:txBody>
          <a:bodyPr/>
          <a:lstStyle/>
          <a:p>
            <a:endParaRPr lang="en-US"/>
          </a:p>
        </p:txBody>
      </p:sp>
      <p:sp>
        <p:nvSpPr>
          <p:cNvPr id="10" name="Text 8"/>
          <p:cNvSpPr/>
          <p:nvPr/>
        </p:nvSpPr>
        <p:spPr>
          <a:xfrm>
            <a:off x="8138160" y="2139696"/>
            <a:ext cx="329184" cy="109728"/>
          </a:xfrm>
          <a:prstGeom prst="rect">
            <a:avLst/>
          </a:prstGeom>
          <a:noFill/>
          <a:ln/>
        </p:spPr>
        <p:txBody>
          <a:bodyPr wrap="square" lIns="0" tIns="0" rIns="0" bIns="0" rtlCol="0" anchor="ctr"/>
          <a:lstStyle/>
          <a:p>
            <a:pPr marL="0" indent="0" algn="ctr">
              <a:buNone/>
            </a:pPr>
            <a:r>
              <a:rPr sz="1300" b="1">
                <a:solidFill>
                  <a:srgbClr val="FFFFFF"/>
                </a:solidFill>
                <a:latin typeface="Aptos"/>
              </a:rPr>
              <a:t>i</a:t>
            </a:r>
            <a:endParaRPr lang="en-US" sz="1000"/>
          </a:p>
        </p:txBody>
      </p:sp>
      <p:sp>
        <p:nvSpPr>
          <p:cNvPr id="11" name="Text 9"/>
          <p:cNvSpPr/>
          <p:nvPr/>
        </p:nvSpPr>
        <p:spPr>
          <a:xfrm>
            <a:off x="8567928" y="2084832"/>
            <a:ext cx="2148840" cy="320040"/>
          </a:xfrm>
          <a:prstGeom prst="rect">
            <a:avLst/>
          </a:prstGeom>
          <a:noFill/>
          <a:ln/>
        </p:spPr>
        <p:txBody>
          <a:bodyPr wrap="square" lIns="0" tIns="0" rIns="0" bIns="0" rtlCol="0" anchor="ctr">
            <a:normAutofit/>
          </a:bodyPr>
          <a:lstStyle/>
          <a:p>
            <a:r>
              <a:rPr sz="1300" b="1">
                <a:solidFill>
                  <a:srgbClr val="1F2A37"/>
                </a:solidFill>
                <a:latin typeface="Aptos"/>
              </a:rPr>
              <a:t>Section outcome</a:t>
            </a:r>
          </a:p>
        </p:txBody>
      </p:sp>
      <p:sp>
        <p:nvSpPr>
          <p:cNvPr id="12" name="Text 10"/>
          <p:cNvSpPr/>
          <p:nvPr/>
        </p:nvSpPr>
        <p:spPr>
          <a:xfrm>
            <a:off x="8138160" y="2880360"/>
            <a:ext cx="2514600" cy="1097280"/>
          </a:xfrm>
          <a:prstGeom prst="rect">
            <a:avLst/>
          </a:prstGeom>
          <a:noFill/>
          <a:ln/>
        </p:spPr>
        <p:txBody>
          <a:bodyPr wrap="square" lIns="0" tIns="0" rIns="0" bIns="0" rtlCol="0" anchor="ctr">
            <a:normAutofit/>
          </a:bodyPr>
          <a:lstStyle/>
          <a:p>
            <a:r>
              <a:rPr sz="1250" b="0">
                <a:solidFill>
                  <a:srgbClr val="374151"/>
                </a:solidFill>
                <a:latin typeface="Aptos"/>
              </a:rPr>
              <a:t>You can describe what the course builds toward and how to work through the labs.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fade">
                                      <p:cBhvr>
                                        <p:cTn id="27" dur="500"/>
                                        <p:tgtEl>
                                          <p:spTgt spid="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7">
                                            <p:txEl>
                                              <p:charRg st="375" end="375"/>
                                            </p:txEl>
                                          </p:spTgt>
                                        </p:tgtEl>
                                        <p:attrNameLst>
                                          <p:attrName>style.visibility</p:attrName>
                                        </p:attrNameLst>
                                      </p:cBhvr>
                                      <p:to>
                                        <p:strVal val="visible"/>
                                      </p:to>
                                    </p:set>
                                    <p:animEffect transition="in" filter="fade">
                                      <p:cBhvr>
                                        <p:cTn id="32" dur="500"/>
                                        <p:tgtEl>
                                          <p:spTgt spid="7">
                                            <p:txEl>
                                              <p:charRg st="375" end="37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500"/>
                                        <p:tgtEl>
                                          <p:spTgt spid="8"/>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fade">
                                      <p:cBhvr>
                                        <p:cTn id="40" dur="500"/>
                                        <p:tgtEl>
                                          <p:spTgt spid="9"/>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500"/>
                                        <p:tgtEl>
                                          <p:spTgt spid="10"/>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1"/>
                                        </p:tgtEl>
                                        <p:attrNameLst>
                                          <p:attrName>style.visibility</p:attrName>
                                        </p:attrNameLst>
                                      </p:cBhvr>
                                      <p:to>
                                        <p:strVal val="visible"/>
                                      </p:to>
                                    </p:set>
                                    <p:animEffect transition="in" filter="fade">
                                      <p:cBhvr>
                                        <p:cTn id="46" dur="500"/>
                                        <p:tgtEl>
                                          <p:spTgt spid="11"/>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2"/>
                                        </p:tgtEl>
                                        <p:attrNameLst>
                                          <p:attrName>style.visibility</p:attrName>
                                        </p:attrNameLst>
                                      </p:cBhvr>
                                      <p:to>
                                        <p:strVal val="visible"/>
                                      </p:to>
                                    </p:set>
                                    <p:animEffect transition="in" filter="fade">
                                      <p:cBhvr>
                                        <p:cTn id="4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6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137160"/>
          </a:xfrm>
          <a:prstGeom prst="rect">
            <a:avLst/>
          </a:prstGeom>
          <a:solidFill>
            <a:srgbClr val="08A9C9"/>
          </a:solidFill>
          <a:ln w="12700">
            <a:solidFill>
              <a:srgbClr val="08A9C9"/>
            </a:solidFill>
            <a:prstDash val="solid"/>
          </a:ln>
        </p:spPr>
        <p:txBody>
          <a:bodyPr/>
          <a:lstStyle/>
          <a:p>
            <a:endParaRPr lang="en-US"/>
          </a:p>
        </p:txBody>
      </p:sp>
      <p:sp>
        <p:nvSpPr>
          <p:cNvPr id="3" name="Shape 1"/>
          <p:cNvSpPr/>
          <p:nvPr/>
        </p:nvSpPr>
        <p:spPr>
          <a:xfrm>
            <a:off x="11640312" y="6382512"/>
            <a:ext cx="548640" cy="475488"/>
          </a:xfrm>
          <a:prstGeom prst="rtTriangle">
            <a:avLst/>
          </a:prstGeom>
          <a:solidFill>
            <a:srgbClr val="08A9C9"/>
          </a:solidFill>
          <a:ln w="12700">
            <a:solidFill>
              <a:srgbClr val="08A9C9"/>
            </a:solidFill>
            <a:prstDash val="solid"/>
          </a:ln>
        </p:spPr>
        <p:txBody>
          <a:bodyPr/>
          <a:lstStyle/>
          <a:p>
            <a:endParaRPr lang="en-US"/>
          </a:p>
        </p:txBody>
      </p:sp>
      <p:sp>
        <p:nvSpPr>
          <p:cNvPr id="4" name="Text 2"/>
          <p:cNvSpPr/>
          <p:nvPr/>
        </p:nvSpPr>
        <p:spPr>
          <a:xfrm>
            <a:off x="502920" y="6464808"/>
            <a:ext cx="5943600" cy="201168"/>
          </a:xfrm>
          <a:prstGeom prst="rect">
            <a:avLst/>
          </a:prstGeom>
          <a:noFill/>
          <a:ln/>
        </p:spPr>
        <p:txBody>
          <a:bodyPr wrap="square" lIns="0" tIns="0" rIns="0" bIns="0" rtlCol="0" anchor="ctr"/>
          <a:lstStyle/>
          <a:p>
            <a:r>
              <a:rPr sz="1300" b="0">
                <a:solidFill>
                  <a:srgbClr val="374151"/>
                </a:solidFill>
                <a:latin typeface="Aptos"/>
              </a:rPr>
              <a:t>Section 1 · Lecture 1</a:t>
            </a:r>
          </a:p>
        </p:txBody>
      </p:sp>
      <p:sp>
        <p:nvSpPr>
          <p:cNvPr id="5" name="Text 3"/>
          <p:cNvSpPr/>
          <p:nvPr/>
        </p:nvSpPr>
        <p:spPr>
          <a:xfrm>
            <a:off x="502920" y="621792"/>
            <a:ext cx="8686800" cy="502920"/>
          </a:xfrm>
          <a:prstGeom prst="rect">
            <a:avLst/>
          </a:prstGeom>
          <a:noFill/>
          <a:ln/>
        </p:spPr>
        <p:txBody>
          <a:bodyPr wrap="square" lIns="0" tIns="0" rIns="0" bIns="0" rtlCol="0" anchor="ctr">
            <a:normAutofit/>
          </a:bodyPr>
          <a:lstStyle/>
          <a:p>
            <a:r>
              <a:rPr sz="3000" b="0">
                <a:solidFill>
                  <a:srgbClr val="08A9C9"/>
                </a:solidFill>
                <a:latin typeface="Aptos Display"/>
              </a:rPr>
              <a:t>Introduction</a:t>
            </a:r>
          </a:p>
        </p:txBody>
      </p:sp>
      <p:sp>
        <p:nvSpPr>
          <p:cNvPr id="6" name="Text 4"/>
          <p:cNvSpPr/>
          <p:nvPr/>
        </p:nvSpPr>
        <p:spPr>
          <a:xfrm>
            <a:off x="502920" y="1298448"/>
            <a:ext cx="7772400" cy="347472"/>
          </a:xfrm>
          <a:prstGeom prst="rect">
            <a:avLst/>
          </a:prstGeom>
          <a:noFill/>
          <a:ln/>
        </p:spPr>
        <p:txBody>
          <a:bodyPr wrap="square" lIns="0" tIns="0" rIns="0" bIns="0" rtlCol="0" anchor="ctr">
            <a:normAutofit/>
          </a:bodyPr>
          <a:lstStyle/>
          <a:p>
            <a:r>
              <a:rPr sz="1400" b="0">
                <a:solidFill>
                  <a:srgbClr val="374151"/>
                </a:solidFill>
                <a:latin typeface="Aptos"/>
              </a:rPr>
              <a:t>Start with the business reason for learning Microsoft Foundry.</a:t>
            </a:r>
          </a:p>
        </p:txBody>
      </p:sp>
      <p:sp>
        <p:nvSpPr>
          <p:cNvPr id="7" name="Text 5"/>
          <p:cNvSpPr/>
          <p:nvPr/>
        </p:nvSpPr>
        <p:spPr>
          <a:xfrm>
            <a:off x="640080" y="1783080"/>
            <a:ext cx="6995160" cy="4160520"/>
          </a:xfrm>
          <a:prstGeom prst="rect">
            <a:avLst/>
          </a:prstGeom>
          <a:noFill/>
          <a:ln/>
        </p:spPr>
        <p:txBody>
          <a:bodyPr wrap="square" lIns="508" tIns="508" rIns="508" bIns="508" rtlCol="0" anchor="ctr">
            <a:normAutofit/>
          </a:bodyPr>
          <a:lstStyle/>
          <a:p>
            <a:pPr>
              <a:spcAft>
                <a:spcPts val="200"/>
              </a:spcAft>
            </a:pPr>
            <a:r>
              <a:rPr sz="1500">
                <a:solidFill>
                  <a:srgbClr val="374151"/>
                </a:solidFill>
                <a:latin typeface="Aptos"/>
              </a:rPr>
              <a:t>▸ Enterprise AI agents need more than a model and a prompt.</a:t>
            </a:r>
          </a:p>
          <a:p>
            <a:pPr>
              <a:spcAft>
                <a:spcPts val="200"/>
              </a:spcAft>
            </a:pPr>
            <a:r>
              <a:rPr sz="1500">
                <a:solidFill>
                  <a:srgbClr val="374151"/>
                </a:solidFill>
                <a:latin typeface="Aptos"/>
              </a:rPr>
              <a:t>▸ The platform must support identity, data grounding, tools, evaluation, and governance.</a:t>
            </a:r>
          </a:p>
          <a:p>
            <a:pPr>
              <a:spcAft>
                <a:spcPts val="200"/>
              </a:spcAft>
            </a:pPr>
            <a:r>
              <a:rPr sz="1500">
                <a:solidFill>
                  <a:srgbClr val="374151"/>
                </a:solidFill>
                <a:latin typeface="Aptos"/>
              </a:rPr>
              <a:t>▸ Foundry provides a common environment for building and operating agent assets.</a:t>
            </a:r>
          </a:p>
          <a:p>
            <a:pPr>
              <a:spcAft>
                <a:spcPts val="200"/>
              </a:spcAft>
            </a:pPr>
            <a:r>
              <a:rPr sz="1500">
                <a:solidFill>
                  <a:srgbClr val="374151"/>
                </a:solidFill>
                <a:latin typeface="Aptos"/>
              </a:rPr>
              <a:t>▸ The course emphasizes decisions learners can reuse in real enterprise environments.</a:t>
            </a:r>
          </a:p>
          <a:p>
            <a:pPr>
              <a:spcAft>
                <a:spcPts val="200"/>
              </a:spcAft>
            </a:pPr>
            <a:r>
              <a:rPr sz="1500">
                <a:solidFill>
                  <a:srgbClr val="374151"/>
                </a:solidFill>
                <a:latin typeface="Aptos"/>
              </a:rPr>
              <a:t>▸ Learners should expect practical configuration rather than application coding.</a:t>
            </a:r>
          </a:p>
        </p:txBody>
      </p:sp>
      <p:sp>
        <p:nvSpPr>
          <p:cNvPr id="8" name="Shape 6"/>
          <p:cNvSpPr/>
          <p:nvPr/>
        </p:nvSpPr>
        <p:spPr>
          <a:xfrm>
            <a:off x="7909560" y="1645920"/>
            <a:ext cx="2971800" cy="2331720"/>
          </a:xfrm>
          <a:prstGeom prst="roundRect">
            <a:avLst>
              <a:gd name="adj" fmla="val 3137"/>
            </a:avLst>
          </a:prstGeom>
          <a:solidFill>
            <a:srgbClr val="FFFFFF"/>
          </a:solidFill>
          <a:ln w="12700">
            <a:solidFill>
              <a:srgbClr val="B8C7D6"/>
            </a:solidFill>
            <a:prstDash val="solid"/>
          </a:ln>
        </p:spPr>
        <p:txBody>
          <a:bodyPr/>
          <a:lstStyle/>
          <a:p>
            <a:endParaRPr lang="en-US"/>
          </a:p>
        </p:txBody>
      </p:sp>
      <p:sp>
        <p:nvSpPr>
          <p:cNvPr id="9" name="Shape 7"/>
          <p:cNvSpPr/>
          <p:nvPr/>
        </p:nvSpPr>
        <p:spPr>
          <a:xfrm>
            <a:off x="8138160" y="1929384"/>
            <a:ext cx="329184" cy="329184"/>
          </a:xfrm>
          <a:prstGeom prst="ellipse">
            <a:avLst/>
          </a:prstGeom>
          <a:solidFill>
            <a:srgbClr val="08A9C9"/>
          </a:solidFill>
          <a:ln w="12700">
            <a:solidFill>
              <a:srgbClr val="08A9C9"/>
            </a:solidFill>
            <a:prstDash val="solid"/>
          </a:ln>
        </p:spPr>
        <p:txBody>
          <a:bodyPr/>
          <a:lstStyle/>
          <a:p>
            <a:endParaRPr lang="en-US"/>
          </a:p>
        </p:txBody>
      </p:sp>
      <p:sp>
        <p:nvSpPr>
          <p:cNvPr id="10" name="Text 8"/>
          <p:cNvSpPr/>
          <p:nvPr/>
        </p:nvSpPr>
        <p:spPr>
          <a:xfrm>
            <a:off x="8138160" y="2002536"/>
            <a:ext cx="329184" cy="109728"/>
          </a:xfrm>
          <a:prstGeom prst="rect">
            <a:avLst/>
          </a:prstGeom>
          <a:noFill/>
          <a:ln/>
        </p:spPr>
        <p:txBody>
          <a:bodyPr wrap="square" lIns="0" tIns="0" rIns="0" bIns="0" rtlCol="0" anchor="ctr"/>
          <a:lstStyle/>
          <a:p>
            <a:pPr marL="0" indent="0" algn="ctr">
              <a:buNone/>
            </a:pPr>
            <a:r>
              <a:rPr sz="1300" b="1">
                <a:solidFill>
                  <a:srgbClr val="FFFFFF"/>
                </a:solidFill>
                <a:latin typeface="Aptos"/>
              </a:rPr>
              <a:t>i</a:t>
            </a:r>
            <a:endParaRPr lang="en-US" sz="1000"/>
          </a:p>
        </p:txBody>
      </p:sp>
      <p:sp>
        <p:nvSpPr>
          <p:cNvPr id="11" name="Text 9"/>
          <p:cNvSpPr/>
          <p:nvPr/>
        </p:nvSpPr>
        <p:spPr>
          <a:xfrm>
            <a:off x="8567928" y="1947672"/>
            <a:ext cx="2148840" cy="320040"/>
          </a:xfrm>
          <a:prstGeom prst="rect">
            <a:avLst/>
          </a:prstGeom>
          <a:noFill/>
          <a:ln/>
        </p:spPr>
        <p:txBody>
          <a:bodyPr wrap="square" lIns="0" tIns="0" rIns="0" bIns="0" rtlCol="0" anchor="ctr">
            <a:normAutofit/>
          </a:bodyPr>
          <a:lstStyle/>
          <a:p>
            <a:r>
              <a:rPr sz="1300" b="1">
                <a:solidFill>
                  <a:srgbClr val="1F2A37"/>
                </a:solidFill>
                <a:latin typeface="Aptos"/>
              </a:rPr>
              <a:t>Outcome</a:t>
            </a:r>
          </a:p>
        </p:txBody>
      </p:sp>
      <p:sp>
        <p:nvSpPr>
          <p:cNvPr id="12" name="Text 10"/>
          <p:cNvSpPr/>
          <p:nvPr/>
        </p:nvSpPr>
        <p:spPr>
          <a:xfrm>
            <a:off x="8138160" y="2743200"/>
            <a:ext cx="2514600" cy="1051560"/>
          </a:xfrm>
          <a:prstGeom prst="rect">
            <a:avLst/>
          </a:prstGeom>
          <a:noFill/>
          <a:ln/>
        </p:spPr>
        <p:txBody>
          <a:bodyPr wrap="square" lIns="0" tIns="0" rIns="0" bIns="0" rtlCol="0" anchor="ctr">
            <a:normAutofit/>
          </a:bodyPr>
          <a:lstStyle/>
          <a:p>
            <a:r>
              <a:rPr sz="1250" b="0">
                <a:solidFill>
                  <a:srgbClr val="374151"/>
                </a:solidFill>
                <a:latin typeface="Aptos"/>
              </a:rPr>
              <a:t>You can explain the course mission and the kind of agent platform it targets.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fade">
                                      <p:cBhvr>
                                        <p:cTn id="27" dur="500"/>
                                        <p:tgtEl>
                                          <p:spTgt spid="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500"/>
                                        <p:tgtEl>
                                          <p:spTgt spid="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500"/>
                                        <p:tgtEl>
                                          <p:spTgt spid="10"/>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fade">
                                      <p:cBhvr>
                                        <p:cTn id="41" dur="500"/>
                                        <p:tgtEl>
                                          <p:spTgt spid="11"/>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6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137160"/>
          </a:xfrm>
          <a:prstGeom prst="rect">
            <a:avLst/>
          </a:prstGeom>
          <a:solidFill>
            <a:srgbClr val="08A9C9"/>
          </a:solidFill>
          <a:ln w="12700">
            <a:solidFill>
              <a:srgbClr val="08A9C9"/>
            </a:solidFill>
            <a:prstDash val="solid"/>
          </a:ln>
        </p:spPr>
        <p:txBody>
          <a:bodyPr/>
          <a:lstStyle/>
          <a:p>
            <a:endParaRPr lang="en-US"/>
          </a:p>
        </p:txBody>
      </p:sp>
      <p:sp>
        <p:nvSpPr>
          <p:cNvPr id="3" name="Shape 1"/>
          <p:cNvSpPr/>
          <p:nvPr/>
        </p:nvSpPr>
        <p:spPr>
          <a:xfrm>
            <a:off x="11640312" y="6382512"/>
            <a:ext cx="548640" cy="475488"/>
          </a:xfrm>
          <a:prstGeom prst="rtTriangle">
            <a:avLst/>
          </a:prstGeom>
          <a:solidFill>
            <a:srgbClr val="08A9C9"/>
          </a:solidFill>
          <a:ln w="12700">
            <a:solidFill>
              <a:srgbClr val="08A9C9"/>
            </a:solidFill>
            <a:prstDash val="solid"/>
          </a:ln>
        </p:spPr>
        <p:txBody>
          <a:bodyPr/>
          <a:lstStyle/>
          <a:p>
            <a:endParaRPr lang="en-US"/>
          </a:p>
        </p:txBody>
      </p:sp>
      <p:sp>
        <p:nvSpPr>
          <p:cNvPr id="4" name="Text 2"/>
          <p:cNvSpPr/>
          <p:nvPr/>
        </p:nvSpPr>
        <p:spPr>
          <a:xfrm>
            <a:off x="502920" y="6464808"/>
            <a:ext cx="5943600" cy="201168"/>
          </a:xfrm>
          <a:prstGeom prst="rect">
            <a:avLst/>
          </a:prstGeom>
          <a:noFill/>
          <a:ln/>
        </p:spPr>
        <p:txBody>
          <a:bodyPr wrap="square" lIns="0" tIns="0" rIns="0" bIns="0" rtlCol="0" anchor="ctr"/>
          <a:lstStyle/>
          <a:p>
            <a:r>
              <a:rPr sz="1300" b="0">
                <a:solidFill>
                  <a:srgbClr val="374151"/>
                </a:solidFill>
                <a:latin typeface="Aptos"/>
              </a:rPr>
              <a:t>Section 1 · Lecture 1</a:t>
            </a:r>
          </a:p>
        </p:txBody>
      </p:sp>
      <p:sp>
        <p:nvSpPr>
          <p:cNvPr id="5" name="Text 3"/>
          <p:cNvSpPr/>
          <p:nvPr/>
        </p:nvSpPr>
        <p:spPr>
          <a:xfrm>
            <a:off x="502920" y="621792"/>
            <a:ext cx="11185855" cy="502920"/>
          </a:xfrm>
          <a:prstGeom prst="rect">
            <a:avLst/>
          </a:prstGeom>
          <a:noFill/>
          <a:ln/>
        </p:spPr>
        <p:txBody>
          <a:bodyPr wrap="square" lIns="0" tIns="0" rIns="0" bIns="0" rtlCol="0" anchor="ctr">
            <a:normAutofit/>
          </a:bodyPr>
          <a:lstStyle/>
          <a:p>
            <a:r>
              <a:rPr sz="2800" b="0">
                <a:solidFill>
                  <a:srgbClr val="08A9C9"/>
                </a:solidFill>
                <a:latin typeface="Aptos Display"/>
              </a:rPr>
              <a:t>Why Enterprise Agents Need a Platform</a:t>
            </a:r>
          </a:p>
        </p:txBody>
      </p:sp>
      <p:sp>
        <p:nvSpPr>
          <p:cNvPr id="6" name="Text 4"/>
          <p:cNvSpPr/>
          <p:nvPr/>
        </p:nvSpPr>
        <p:spPr>
          <a:xfrm>
            <a:off x="502920" y="1216152"/>
            <a:ext cx="11185855" cy="455168"/>
          </a:xfrm>
          <a:prstGeom prst="rect">
            <a:avLst/>
          </a:prstGeom>
          <a:noFill/>
          <a:ln/>
        </p:spPr>
        <p:txBody>
          <a:bodyPr wrap="square" lIns="0" tIns="0" rIns="0" bIns="0" rtlCol="0" anchor="t">
            <a:normAutofit/>
          </a:bodyPr>
          <a:lstStyle/>
          <a:p>
            <a:r>
              <a:rPr sz="1400" b="0">
                <a:solidFill>
                  <a:srgbClr val="374151"/>
                </a:solidFill>
                <a:latin typeface="Aptos"/>
              </a:rPr>
              <a:t>The difference between a useful demo and an enterprise-ready agent is the operating system around the agent.</a:t>
            </a:r>
          </a:p>
        </p:txBody>
      </p:sp>
      <p:sp>
        <p:nvSpPr>
          <p:cNvPr id="20" name="Legacy Card"/>
          <p:cNvSpPr/>
          <p:nvPr/>
        </p:nvSpPr>
        <p:spPr>
          <a:xfrm>
            <a:off x="502920" y="1860000"/>
            <a:ext cx="4350000" cy="3640000"/>
          </a:xfrm>
          <a:prstGeom prst="roundRect">
            <a:avLst>
              <a:gd name="adj" fmla="val 3137"/>
            </a:avLst>
          </a:prstGeom>
          <a:solidFill>
            <a:srgbClr val="FFFFFF"/>
          </a:solidFill>
          <a:ln w="12700">
            <a:solidFill>
              <a:srgbClr val="E4B07A"/>
            </a:solidFill>
            <a:prstDash val="solid"/>
          </a:ln>
        </p:spPr>
        <p:txBody>
          <a:bodyPr/>
          <a:lstStyle/>
          <a:p>
            <a:endParaRPr lang="en-US"/>
          </a:p>
        </p:txBody>
      </p:sp>
      <p:sp>
        <p:nvSpPr>
          <p:cNvPr id="21" name="Legacy Icon"/>
          <p:cNvSpPr/>
          <p:nvPr/>
        </p:nvSpPr>
        <p:spPr>
          <a:xfrm>
            <a:off x="731520" y="2040000"/>
            <a:ext cx="300000" cy="300000"/>
          </a:xfrm>
          <a:prstGeom prst="ellipse">
            <a:avLst/>
          </a:prstGeom>
          <a:solidFill>
            <a:srgbClr val="C26A1E"/>
          </a:solidFill>
          <a:ln w="12700">
            <a:solidFill>
              <a:srgbClr val="C26A1E"/>
            </a:solidFill>
            <a:prstDash val="solid"/>
          </a:ln>
        </p:spPr>
        <p:txBody>
          <a:bodyPr wrap="square" lIns="0" tIns="0" rIns="0" bIns="0" rtlCol="0" anchor="ctr"/>
          <a:lstStyle/>
          <a:p>
            <a:pPr marL="0" indent="0" algn="ctr">
              <a:buNone/>
            </a:pPr>
            <a:r>
              <a:rPr sz="1600" b="1">
                <a:solidFill>
                  <a:srgbClr val="FFFFFF"/>
                </a:solidFill>
                <a:latin typeface="Aptos"/>
              </a:rPr>
              <a:t>!</a:t>
            </a:r>
          </a:p>
        </p:txBody>
      </p:sp>
      <p:sp>
        <p:nvSpPr>
          <p:cNvPr id="22" name="Legacy Header"/>
          <p:cNvSpPr/>
          <p:nvPr/>
        </p:nvSpPr>
        <p:spPr>
          <a:xfrm>
            <a:off x="1111520" y="2010000"/>
            <a:ext cx="3470000" cy="360000"/>
          </a:xfrm>
          <a:prstGeom prst="rect">
            <a:avLst/>
          </a:prstGeom>
          <a:noFill/>
          <a:ln/>
        </p:spPr>
        <p:txBody>
          <a:bodyPr wrap="square" lIns="0" tIns="0" rIns="0" bIns="0" rtlCol="0" anchor="ctr"/>
          <a:lstStyle/>
          <a:p>
            <a:r>
              <a:rPr sz="1350" b="1" dirty="0">
                <a:solidFill>
                  <a:srgbClr val="1F2A37"/>
                </a:solidFill>
                <a:latin typeface="Aptos"/>
              </a:rPr>
              <a:t>Experiment mode</a:t>
            </a:r>
          </a:p>
          <a:p>
            <a:r>
              <a:rPr sz="1350" b="1" dirty="0">
                <a:solidFill>
                  <a:srgbClr val="1F2A37"/>
                </a:solidFill>
                <a:latin typeface="Aptos"/>
              </a:rPr>
              <a:t>Model + prompt + local files</a:t>
            </a:r>
          </a:p>
        </p:txBody>
      </p:sp>
      <p:sp>
        <p:nvSpPr>
          <p:cNvPr id="23" name="Legacy Bullets"/>
          <p:cNvSpPr/>
          <p:nvPr/>
        </p:nvSpPr>
        <p:spPr>
          <a:xfrm>
            <a:off x="731520" y="2560000"/>
            <a:ext cx="3892800" cy="2840000"/>
          </a:xfrm>
          <a:prstGeom prst="rect">
            <a:avLst/>
          </a:prstGeom>
          <a:noFill/>
          <a:ln/>
        </p:spPr>
        <p:txBody>
          <a:bodyPr wrap="square" lIns="0" tIns="0" rIns="0" bIns="0" rtlCol="0" anchor="t">
            <a:normAutofit/>
          </a:bodyPr>
          <a:lstStyle/>
          <a:p>
            <a:pPr marL="228600" indent="-228600">
              <a:spcBef>
                <a:spcPts val="600"/>
              </a:spcBef>
              <a:spcAft>
                <a:spcPts val="200"/>
              </a:spcAft>
              <a:buFont typeface="Aptos"/>
              <a:buChar char="▸"/>
            </a:pPr>
            <a:r>
              <a:rPr sz="1260" dirty="0">
                <a:solidFill>
                  <a:srgbClr val="374151"/>
                </a:solidFill>
                <a:latin typeface="Aptos"/>
              </a:rPr>
              <a:t> Ad hoc model choices and prompts.</a:t>
            </a:r>
            <a:endParaRPr lang="en-US" sz="1260" dirty="0">
              <a:solidFill>
                <a:srgbClr val="374151"/>
              </a:solidFill>
              <a:latin typeface="Aptos"/>
            </a:endParaRPr>
          </a:p>
          <a:p>
            <a:pPr marL="228600" indent="-228600">
              <a:spcBef>
                <a:spcPts val="600"/>
              </a:spcBef>
              <a:spcAft>
                <a:spcPts val="200"/>
              </a:spcAft>
              <a:buFont typeface="Aptos"/>
              <a:buChar char="▸"/>
            </a:pPr>
            <a:r>
              <a:rPr lang="en-US" sz="1260" dirty="0">
                <a:solidFill>
                  <a:srgbClr val="374151"/>
                </a:solidFill>
              </a:rPr>
              <a:t>Local data copies without clear ownership.</a:t>
            </a:r>
          </a:p>
          <a:p>
            <a:pPr marL="228600" indent="-228600">
              <a:spcBef>
                <a:spcPts val="600"/>
              </a:spcBef>
              <a:spcAft>
                <a:spcPts val="200"/>
              </a:spcAft>
              <a:buFont typeface="Aptos"/>
              <a:buChar char="▸"/>
            </a:pPr>
            <a:r>
              <a:rPr lang="en-US" sz="1260" dirty="0">
                <a:solidFill>
                  <a:srgbClr val="374151"/>
                </a:solidFill>
              </a:rPr>
              <a:t>Limited access review or audit evidence.</a:t>
            </a:r>
          </a:p>
          <a:p>
            <a:pPr marL="228600" indent="-228600">
              <a:spcBef>
                <a:spcPts val="600"/>
              </a:spcBef>
              <a:spcAft>
                <a:spcPts val="200"/>
              </a:spcAft>
              <a:buFont typeface="Aptos"/>
              <a:buChar char="▸"/>
            </a:pPr>
            <a:r>
              <a:rPr lang="en-US" sz="1260" dirty="0">
                <a:solidFill>
                  <a:srgbClr val="374151"/>
                </a:solidFill>
              </a:rPr>
              <a:t>No shared evaluation or monitoring loop.</a:t>
            </a:r>
          </a:p>
          <a:p>
            <a:pPr marL="228600" indent="-228600">
              <a:spcBef>
                <a:spcPts val="600"/>
              </a:spcBef>
              <a:spcAft>
                <a:spcPts val="200"/>
              </a:spcAft>
              <a:buFont typeface="Aptos"/>
              <a:buChar char="▸"/>
            </a:pPr>
            <a:r>
              <a:rPr lang="en-US" sz="1260" dirty="0">
                <a:solidFill>
                  <a:srgbClr val="374151"/>
                </a:solidFill>
              </a:rPr>
              <a:t>Hard to move from one team to another.</a:t>
            </a:r>
          </a:p>
          <a:p>
            <a:pPr>
              <a:spcAft>
                <a:spcPts val="200"/>
              </a:spcAft>
            </a:pPr>
            <a:endParaRPr sz="1260" dirty="0">
              <a:solidFill>
                <a:srgbClr val="374151"/>
              </a:solidFill>
              <a:latin typeface="Aptos"/>
            </a:endParaRPr>
          </a:p>
        </p:txBody>
      </p:sp>
      <p:sp>
        <p:nvSpPr>
          <p:cNvPr id="30" name="Bridge Arrow"/>
          <p:cNvSpPr/>
          <p:nvPr/>
        </p:nvSpPr>
        <p:spPr>
          <a:xfrm>
            <a:off x="4980000" y="3190000"/>
            <a:ext cx="2230000" cy="900000"/>
          </a:xfrm>
          <a:prstGeom prst="rightArrow">
            <a:avLst>
              <a:gd name="adj1" fmla="val 55000"/>
              <a:gd name="adj2" fmla="val 52000"/>
            </a:avLst>
          </a:prstGeom>
          <a:solidFill>
            <a:srgbClr val="08A9C9"/>
          </a:solidFill>
          <a:ln w="12700">
            <a:solidFill>
              <a:srgbClr val="087F9B"/>
            </a:solidFill>
            <a:prstDash val="solid"/>
          </a:ln>
        </p:spPr>
        <p:txBody>
          <a:bodyPr wrap="square" lIns="36000" tIns="0" rIns="180000" bIns="0" rtlCol="0" anchor="ctr"/>
          <a:lstStyle/>
          <a:p>
            <a:pPr algn="ctr">
              <a:buNone/>
            </a:pPr>
            <a:r>
              <a:rPr sz="1600" b="1">
                <a:solidFill>
                  <a:srgbClr val="08A9C9"/>
                </a:solidFill>
                <a:latin typeface="Aptos"/>
              </a:rPr>
              <a:t>Foundry</a:t>
            </a:r>
          </a:p>
        </p:txBody>
      </p:sp>
      <p:sp>
        <p:nvSpPr>
          <p:cNvPr id="31" name="Bridge Label"/>
          <p:cNvSpPr/>
          <p:nvPr/>
        </p:nvSpPr>
        <p:spPr>
          <a:xfrm>
            <a:off x="4852920" y="2820000"/>
            <a:ext cx="2485855" cy="300000"/>
          </a:xfrm>
          <a:prstGeom prst="rect">
            <a:avLst/>
          </a:prstGeom>
          <a:noFill/>
          <a:ln/>
        </p:spPr>
        <p:txBody>
          <a:bodyPr wrap="square" lIns="0" tIns="0" rIns="0" bIns="0" rtlCol="0" anchor="ctr"/>
          <a:lstStyle/>
          <a:p>
            <a:pPr algn="ctr">
              <a:buNone/>
            </a:pPr>
            <a:r>
              <a:rPr sz="1050" b="1">
                <a:solidFill>
                  <a:srgbClr val="374151"/>
                </a:solidFill>
                <a:latin typeface="Aptos"/>
              </a:rPr>
              <a:t>THE PLATFORM BRIDGE</a:t>
            </a:r>
          </a:p>
        </p:txBody>
      </p:sp>
      <p:sp>
        <p:nvSpPr>
          <p:cNvPr id="32" name="Bridge Sub"/>
          <p:cNvSpPr/>
          <p:nvPr/>
        </p:nvSpPr>
        <p:spPr>
          <a:xfrm>
            <a:off x="4852920" y="4160000"/>
            <a:ext cx="2485855" cy="540000"/>
          </a:xfrm>
          <a:prstGeom prst="rect">
            <a:avLst/>
          </a:prstGeom>
          <a:noFill/>
          <a:ln/>
        </p:spPr>
        <p:txBody>
          <a:bodyPr wrap="square" lIns="0" tIns="0" rIns="0" bIns="0" rtlCol="0" anchor="t"/>
          <a:lstStyle/>
          <a:p>
            <a:pPr algn="ctr">
              <a:buNone/>
            </a:pPr>
            <a:r>
              <a:rPr sz="1050" b="0">
                <a:solidFill>
                  <a:srgbClr val="374151"/>
                </a:solidFill>
                <a:latin typeface="Aptos"/>
              </a:rPr>
              <a:t>Shared assets, lifecycle controls, governance, and observability</a:t>
            </a:r>
          </a:p>
        </p:txBody>
      </p:sp>
      <p:sp>
        <p:nvSpPr>
          <p:cNvPr id="40" name="Ambition Card"/>
          <p:cNvSpPr/>
          <p:nvPr/>
        </p:nvSpPr>
        <p:spPr>
          <a:xfrm>
            <a:off x="7338775" y="1860000"/>
            <a:ext cx="4350000" cy="3640000"/>
          </a:xfrm>
          <a:prstGeom prst="roundRect">
            <a:avLst>
              <a:gd name="adj" fmla="val 3137"/>
            </a:avLst>
          </a:prstGeom>
          <a:solidFill>
            <a:srgbClr val="FFFFFF"/>
          </a:solidFill>
          <a:ln w="12700">
            <a:solidFill>
              <a:srgbClr val="08A9C9"/>
            </a:solidFill>
            <a:prstDash val="solid"/>
          </a:ln>
        </p:spPr>
        <p:txBody>
          <a:bodyPr/>
          <a:lstStyle/>
          <a:p>
            <a:endParaRPr lang="en-US"/>
          </a:p>
        </p:txBody>
      </p:sp>
      <p:sp>
        <p:nvSpPr>
          <p:cNvPr id="41" name="Ambition Icon"/>
          <p:cNvSpPr/>
          <p:nvPr/>
        </p:nvSpPr>
        <p:spPr>
          <a:xfrm>
            <a:off x="7567375" y="2040000"/>
            <a:ext cx="300000" cy="300000"/>
          </a:xfrm>
          <a:prstGeom prst="ellipse">
            <a:avLst/>
          </a:prstGeom>
          <a:solidFill>
            <a:srgbClr val="08A9C9"/>
          </a:solidFill>
          <a:ln w="12700">
            <a:solidFill>
              <a:srgbClr val="08A9C9"/>
            </a:solidFill>
            <a:prstDash val="solid"/>
          </a:ln>
        </p:spPr>
        <p:txBody>
          <a:bodyPr wrap="square" lIns="0" tIns="0" rIns="0" bIns="0" rtlCol="0" anchor="ctr"/>
          <a:lstStyle/>
          <a:p>
            <a:pPr marL="0" indent="0" algn="ctr">
              <a:buNone/>
            </a:pPr>
            <a:r>
              <a:rPr sz="1600" b="1">
                <a:solidFill>
                  <a:srgbClr val="FFFFFF"/>
                </a:solidFill>
                <a:latin typeface="Aptos"/>
              </a:rPr>
              <a:t>★</a:t>
            </a:r>
          </a:p>
        </p:txBody>
      </p:sp>
      <p:sp>
        <p:nvSpPr>
          <p:cNvPr id="42" name="Ambition Header"/>
          <p:cNvSpPr/>
          <p:nvPr/>
        </p:nvSpPr>
        <p:spPr>
          <a:xfrm>
            <a:off x="7947375" y="2010000"/>
            <a:ext cx="3470000" cy="360000"/>
          </a:xfrm>
          <a:prstGeom prst="rect">
            <a:avLst/>
          </a:prstGeom>
          <a:noFill/>
          <a:ln/>
        </p:spPr>
        <p:txBody>
          <a:bodyPr wrap="square" lIns="0" tIns="0" rIns="0" bIns="0" rtlCol="0" anchor="ctr"/>
          <a:lstStyle/>
          <a:p>
            <a:r>
              <a:rPr sz="1350" b="1" dirty="0">
                <a:solidFill>
                  <a:srgbClr val="1F2A37"/>
                </a:solidFill>
                <a:latin typeface="Aptos"/>
              </a:rPr>
              <a:t>Enterprise mode</a:t>
            </a:r>
          </a:p>
          <a:p>
            <a:r>
              <a:rPr sz="1350" b="1" dirty="0">
                <a:solidFill>
                  <a:srgbClr val="1F2A37"/>
                </a:solidFill>
                <a:latin typeface="Aptos"/>
              </a:rPr>
              <a:t>Governed agent operations</a:t>
            </a:r>
          </a:p>
        </p:txBody>
      </p:sp>
      <p:sp>
        <p:nvSpPr>
          <p:cNvPr id="43" name="Ambition Bullets"/>
          <p:cNvSpPr/>
          <p:nvPr/>
        </p:nvSpPr>
        <p:spPr>
          <a:xfrm>
            <a:off x="7567375" y="2560000"/>
            <a:ext cx="3892800" cy="2840000"/>
          </a:xfrm>
          <a:prstGeom prst="rect">
            <a:avLst/>
          </a:prstGeom>
          <a:noFill/>
          <a:ln/>
        </p:spPr>
        <p:txBody>
          <a:bodyPr wrap="square" lIns="0" tIns="0" rIns="0" bIns="0" rtlCol="0" anchor="t">
            <a:normAutofit/>
          </a:bodyPr>
          <a:lstStyle/>
          <a:p>
            <a:pPr marL="228600" indent="-228600">
              <a:spcBef>
                <a:spcPts val="600"/>
              </a:spcBef>
              <a:spcAft>
                <a:spcPts val="200"/>
              </a:spcAft>
              <a:buFont typeface="Aptos"/>
              <a:buChar char="▸"/>
            </a:pPr>
            <a:r>
              <a:rPr sz="1260" dirty="0">
                <a:solidFill>
                  <a:srgbClr val="374151"/>
                </a:solidFill>
                <a:latin typeface="Aptos"/>
              </a:rPr>
              <a:t>Resource and project boundaries.</a:t>
            </a:r>
            <a:endParaRPr lang="en-US" sz="1260" dirty="0">
              <a:solidFill>
                <a:srgbClr val="374151"/>
              </a:solidFill>
              <a:latin typeface="Aptos"/>
            </a:endParaRPr>
          </a:p>
          <a:p>
            <a:pPr marL="228600" indent="-228600">
              <a:spcBef>
                <a:spcPts val="600"/>
              </a:spcBef>
              <a:spcAft>
                <a:spcPts val="200"/>
              </a:spcAft>
              <a:buFont typeface="Aptos"/>
              <a:buChar char="▸"/>
            </a:pPr>
            <a:r>
              <a:rPr lang="en-US" sz="1260" dirty="0">
                <a:solidFill>
                  <a:srgbClr val="374151"/>
                </a:solidFill>
              </a:rPr>
              <a:t>Identity-based access and tool permissions.</a:t>
            </a:r>
          </a:p>
          <a:p>
            <a:pPr marL="228600" indent="-228600">
              <a:spcBef>
                <a:spcPts val="600"/>
              </a:spcBef>
              <a:spcAft>
                <a:spcPts val="200"/>
              </a:spcAft>
              <a:buFont typeface="Aptos"/>
              <a:buChar char="▸"/>
            </a:pPr>
            <a:r>
              <a:rPr lang="en-US" sz="1260" dirty="0">
                <a:solidFill>
                  <a:srgbClr val="374151"/>
                </a:solidFill>
              </a:rPr>
              <a:t>Knowledge grounding with citations.</a:t>
            </a:r>
          </a:p>
          <a:p>
            <a:pPr marL="228600" indent="-228600">
              <a:spcBef>
                <a:spcPts val="600"/>
              </a:spcBef>
              <a:spcAft>
                <a:spcPts val="200"/>
              </a:spcAft>
              <a:buFont typeface="Aptos"/>
              <a:buChar char="▸"/>
            </a:pPr>
            <a:r>
              <a:rPr lang="en-US" sz="1260" dirty="0">
                <a:solidFill>
                  <a:srgbClr val="374151"/>
                </a:solidFill>
              </a:rPr>
              <a:t>Evaluations, monitoring, and cost signals.</a:t>
            </a:r>
          </a:p>
          <a:p>
            <a:pPr marL="228600" indent="-228600">
              <a:spcBef>
                <a:spcPts val="600"/>
              </a:spcBef>
              <a:spcAft>
                <a:spcPts val="200"/>
              </a:spcAft>
              <a:buFont typeface="Aptos"/>
              <a:buChar char="▸"/>
            </a:pPr>
            <a:r>
              <a:rPr lang="en-US" sz="1260" dirty="0">
                <a:solidFill>
                  <a:srgbClr val="374151"/>
                </a:solidFill>
              </a:rPr>
              <a:t>Ownership model for production operations.</a:t>
            </a:r>
          </a:p>
          <a:p>
            <a:pPr marL="228600" indent="-228600">
              <a:spcBef>
                <a:spcPts val="600"/>
              </a:spcBef>
              <a:spcAft>
                <a:spcPts val="200"/>
              </a:spcAft>
              <a:buFont typeface="Aptos"/>
              <a:buChar char="▸"/>
            </a:pPr>
            <a:endParaRPr sz="1260" dirty="0">
              <a:solidFill>
                <a:srgbClr val="374151"/>
              </a:solidFill>
              <a:latin typeface="Aptos"/>
            </a:endParaRPr>
          </a:p>
        </p:txBody>
      </p:sp>
      <p:sp>
        <p:nvSpPr>
          <p:cNvPr id="50" name="Takeaway Band"/>
          <p:cNvSpPr/>
          <p:nvPr/>
        </p:nvSpPr>
        <p:spPr>
          <a:xfrm>
            <a:off x="502920" y="5660000"/>
            <a:ext cx="11185855" cy="560000"/>
          </a:xfrm>
          <a:prstGeom prst="roundRect">
            <a:avLst>
              <a:gd name="adj" fmla="val 12000"/>
            </a:avLst>
          </a:prstGeom>
          <a:solidFill>
            <a:srgbClr val="E6F4F8"/>
          </a:solidFill>
          <a:ln w="12700">
            <a:solidFill>
              <a:srgbClr val="B8DCE6"/>
            </a:solidFill>
            <a:prstDash val="solid"/>
          </a:ln>
        </p:spPr>
        <p:txBody>
          <a:bodyPr wrap="square" lIns="91440" tIns="0" rIns="91440" bIns="0" rtlCol="0" anchor="ctr"/>
          <a:lstStyle/>
          <a:p>
            <a:pPr algn="ctr">
              <a:buNone/>
            </a:pPr>
            <a:r>
              <a:rPr sz="1250" b="1" dirty="0">
                <a:solidFill>
                  <a:srgbClr val="1F2A37"/>
                </a:solidFill>
                <a:latin typeface="Aptos"/>
              </a:rPr>
              <a:t>The course teaches the bridge: how to move from isolated experiments to governed Microsoft Foundry agent operations.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500"/>
                                        <p:tgtEl>
                                          <p:spTgt spid="2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500"/>
                                        <p:tgtEl>
                                          <p:spTgt spid="2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fade">
                                      <p:cBhvr>
                                        <p:cTn id="18" dur="500"/>
                                        <p:tgtEl>
                                          <p:spTgt spid="23"/>
                                        </p:tgtEl>
                                      </p:cBhvr>
                                    </p:animEffect>
                                  </p:childTnLst>
                                </p:cTn>
                              </p:par>
                              <p:par>
                                <p:cTn id="19" presetID="10" presetClass="entr" presetSubtype="0" fill="hold" nodeType="withEffect">
                                  <p:stCondLst>
                                    <p:cond delay="0"/>
                                  </p:stCondLst>
                                  <p:childTnLst>
                                    <p:set>
                                      <p:cBhvr>
                                        <p:cTn id="20" dur="1" fill="hold">
                                          <p:stCondLst>
                                            <p:cond delay="0"/>
                                          </p:stCondLst>
                                        </p:cTn>
                                        <p:tgtEl>
                                          <p:spTgt spid="23">
                                            <p:txEl>
                                              <p:pRg st="0" end="0"/>
                                            </p:txEl>
                                          </p:spTgt>
                                        </p:tgtEl>
                                        <p:attrNameLst>
                                          <p:attrName>style.visibility</p:attrName>
                                        </p:attrNameLst>
                                      </p:cBhvr>
                                      <p:to>
                                        <p:strVal val="visible"/>
                                      </p:to>
                                    </p:set>
                                    <p:animEffect transition="in" filter="fade">
                                      <p:cBhvr>
                                        <p:cTn id="21" dur="500"/>
                                        <p:tgtEl>
                                          <p:spTgt spid="23">
                                            <p:txEl>
                                              <p:pRg st="0" end="0"/>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23">
                                            <p:txEl>
                                              <p:pRg st="4" end="4"/>
                                            </p:txEl>
                                          </p:spTgt>
                                        </p:tgtEl>
                                        <p:attrNameLst>
                                          <p:attrName>style.visibility</p:attrName>
                                        </p:attrNameLst>
                                      </p:cBhvr>
                                      <p:to>
                                        <p:strVal val="visible"/>
                                      </p:to>
                                    </p:set>
                                    <p:animEffect transition="in" filter="fade">
                                      <p:cBhvr>
                                        <p:cTn id="24" dur="500"/>
                                        <p:tgtEl>
                                          <p:spTgt spid="23">
                                            <p:txEl>
                                              <p:pRg st="4" end="4"/>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23">
                                            <p:txEl>
                                              <p:pRg st="1" end="1"/>
                                            </p:txEl>
                                          </p:spTgt>
                                        </p:tgtEl>
                                        <p:attrNameLst>
                                          <p:attrName>style.visibility</p:attrName>
                                        </p:attrNameLst>
                                      </p:cBhvr>
                                      <p:to>
                                        <p:strVal val="visible"/>
                                      </p:to>
                                    </p:set>
                                    <p:animEffect transition="in" filter="fade">
                                      <p:cBhvr>
                                        <p:cTn id="27" dur="500"/>
                                        <p:tgtEl>
                                          <p:spTgt spid="23">
                                            <p:txEl>
                                              <p:pRg st="1" end="1"/>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23">
                                            <p:txEl>
                                              <p:pRg st="2" end="2"/>
                                            </p:txEl>
                                          </p:spTgt>
                                        </p:tgtEl>
                                        <p:attrNameLst>
                                          <p:attrName>style.visibility</p:attrName>
                                        </p:attrNameLst>
                                      </p:cBhvr>
                                      <p:to>
                                        <p:strVal val="visible"/>
                                      </p:to>
                                    </p:set>
                                    <p:animEffect transition="in" filter="fade">
                                      <p:cBhvr>
                                        <p:cTn id="30" dur="500"/>
                                        <p:tgtEl>
                                          <p:spTgt spid="23">
                                            <p:txEl>
                                              <p:pRg st="2" end="2"/>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23">
                                            <p:txEl>
                                              <p:pRg st="3" end="3"/>
                                            </p:txEl>
                                          </p:spTgt>
                                        </p:tgtEl>
                                        <p:attrNameLst>
                                          <p:attrName>style.visibility</p:attrName>
                                        </p:attrNameLst>
                                      </p:cBhvr>
                                      <p:to>
                                        <p:strVal val="visible"/>
                                      </p:to>
                                    </p:set>
                                    <p:animEffect transition="in" filter="fade">
                                      <p:cBhvr>
                                        <p:cTn id="33" dur="500"/>
                                        <p:tgtEl>
                                          <p:spTgt spid="23">
                                            <p:txEl>
                                              <p:pRg st="3" end="3"/>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1"/>
                                        </p:tgtEl>
                                        <p:attrNameLst>
                                          <p:attrName>style.visibility</p:attrName>
                                        </p:attrNameLst>
                                      </p:cBhvr>
                                      <p:to>
                                        <p:strVal val="visible"/>
                                      </p:to>
                                    </p:set>
                                    <p:animEffect transition="in" filter="fade">
                                      <p:cBhvr>
                                        <p:cTn id="38" dur="500"/>
                                        <p:tgtEl>
                                          <p:spTgt spid="31"/>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animEffect transition="in" filter="fade">
                                      <p:cBhvr>
                                        <p:cTn id="41" dur="500"/>
                                        <p:tgtEl>
                                          <p:spTgt spid="30"/>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2"/>
                                        </p:tgtEl>
                                        <p:attrNameLst>
                                          <p:attrName>style.visibility</p:attrName>
                                        </p:attrNameLst>
                                      </p:cBhvr>
                                      <p:to>
                                        <p:strVal val="visible"/>
                                      </p:to>
                                    </p:set>
                                    <p:animEffect transition="in" filter="fade">
                                      <p:cBhvr>
                                        <p:cTn id="44" dur="500"/>
                                        <p:tgtEl>
                                          <p:spTgt spid="32"/>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40"/>
                                        </p:tgtEl>
                                        <p:attrNameLst>
                                          <p:attrName>style.visibility</p:attrName>
                                        </p:attrNameLst>
                                      </p:cBhvr>
                                      <p:to>
                                        <p:strVal val="visible"/>
                                      </p:to>
                                    </p:set>
                                    <p:animEffect transition="in" filter="fade">
                                      <p:cBhvr>
                                        <p:cTn id="49" dur="500"/>
                                        <p:tgtEl>
                                          <p:spTgt spid="4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41"/>
                                        </p:tgtEl>
                                        <p:attrNameLst>
                                          <p:attrName>style.visibility</p:attrName>
                                        </p:attrNameLst>
                                      </p:cBhvr>
                                      <p:to>
                                        <p:strVal val="visible"/>
                                      </p:to>
                                    </p:set>
                                    <p:animEffect transition="in" filter="fade">
                                      <p:cBhvr>
                                        <p:cTn id="52" dur="500"/>
                                        <p:tgtEl>
                                          <p:spTgt spid="41"/>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42"/>
                                        </p:tgtEl>
                                        <p:attrNameLst>
                                          <p:attrName>style.visibility</p:attrName>
                                        </p:attrNameLst>
                                      </p:cBhvr>
                                      <p:to>
                                        <p:strVal val="visible"/>
                                      </p:to>
                                    </p:set>
                                    <p:animEffect transition="in" filter="fade">
                                      <p:cBhvr>
                                        <p:cTn id="55" dur="500"/>
                                        <p:tgtEl>
                                          <p:spTgt spid="42"/>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43"/>
                                        </p:tgtEl>
                                        <p:attrNameLst>
                                          <p:attrName>style.visibility</p:attrName>
                                        </p:attrNameLst>
                                      </p:cBhvr>
                                      <p:to>
                                        <p:strVal val="visible"/>
                                      </p:to>
                                    </p:set>
                                    <p:animEffect transition="in" filter="fade">
                                      <p:cBhvr>
                                        <p:cTn id="60" dur="500"/>
                                        <p:tgtEl>
                                          <p:spTgt spid="43"/>
                                        </p:tgtEl>
                                      </p:cBhvr>
                                    </p:animEffect>
                                  </p:childTnLst>
                                </p:cTn>
                              </p:par>
                              <p:par>
                                <p:cTn id="61" presetID="10" presetClass="entr" presetSubtype="0" fill="hold" nodeType="withEffect">
                                  <p:stCondLst>
                                    <p:cond delay="0"/>
                                  </p:stCondLst>
                                  <p:childTnLst>
                                    <p:set>
                                      <p:cBhvr>
                                        <p:cTn id="62" dur="1" fill="hold">
                                          <p:stCondLst>
                                            <p:cond delay="0"/>
                                          </p:stCondLst>
                                        </p:cTn>
                                        <p:tgtEl>
                                          <p:spTgt spid="43">
                                            <p:txEl>
                                              <p:pRg st="0" end="0"/>
                                            </p:txEl>
                                          </p:spTgt>
                                        </p:tgtEl>
                                        <p:attrNameLst>
                                          <p:attrName>style.visibility</p:attrName>
                                        </p:attrNameLst>
                                      </p:cBhvr>
                                      <p:to>
                                        <p:strVal val="visible"/>
                                      </p:to>
                                    </p:set>
                                    <p:animEffect transition="in" filter="fade">
                                      <p:cBhvr>
                                        <p:cTn id="63" dur="500"/>
                                        <p:tgtEl>
                                          <p:spTgt spid="43">
                                            <p:txEl>
                                              <p:pRg st="0" end="0"/>
                                            </p:txEl>
                                          </p:spTgt>
                                        </p:tgtEl>
                                      </p:cBhvr>
                                    </p:animEffect>
                                  </p:childTnLst>
                                </p:cTn>
                              </p:par>
                              <p:par>
                                <p:cTn id="64" presetID="10" presetClass="entr" presetSubtype="0" fill="hold" nodeType="withEffect">
                                  <p:stCondLst>
                                    <p:cond delay="0"/>
                                  </p:stCondLst>
                                  <p:childTnLst>
                                    <p:set>
                                      <p:cBhvr>
                                        <p:cTn id="65" dur="1" fill="hold">
                                          <p:stCondLst>
                                            <p:cond delay="0"/>
                                          </p:stCondLst>
                                        </p:cTn>
                                        <p:tgtEl>
                                          <p:spTgt spid="43">
                                            <p:txEl>
                                              <p:pRg st="1" end="1"/>
                                            </p:txEl>
                                          </p:spTgt>
                                        </p:tgtEl>
                                        <p:attrNameLst>
                                          <p:attrName>style.visibility</p:attrName>
                                        </p:attrNameLst>
                                      </p:cBhvr>
                                      <p:to>
                                        <p:strVal val="visible"/>
                                      </p:to>
                                    </p:set>
                                    <p:animEffect transition="in" filter="fade">
                                      <p:cBhvr>
                                        <p:cTn id="66" dur="500"/>
                                        <p:tgtEl>
                                          <p:spTgt spid="43">
                                            <p:txEl>
                                              <p:pRg st="1" end="1"/>
                                            </p:txEl>
                                          </p:spTgt>
                                        </p:tgtEl>
                                      </p:cBhvr>
                                    </p:animEffect>
                                  </p:childTnLst>
                                </p:cTn>
                              </p:par>
                              <p:par>
                                <p:cTn id="67" presetID="10" presetClass="entr" presetSubtype="0" fill="hold" nodeType="withEffect">
                                  <p:stCondLst>
                                    <p:cond delay="0"/>
                                  </p:stCondLst>
                                  <p:childTnLst>
                                    <p:set>
                                      <p:cBhvr>
                                        <p:cTn id="68" dur="1" fill="hold">
                                          <p:stCondLst>
                                            <p:cond delay="0"/>
                                          </p:stCondLst>
                                        </p:cTn>
                                        <p:tgtEl>
                                          <p:spTgt spid="43">
                                            <p:txEl>
                                              <p:pRg st="2" end="2"/>
                                            </p:txEl>
                                          </p:spTgt>
                                        </p:tgtEl>
                                        <p:attrNameLst>
                                          <p:attrName>style.visibility</p:attrName>
                                        </p:attrNameLst>
                                      </p:cBhvr>
                                      <p:to>
                                        <p:strVal val="visible"/>
                                      </p:to>
                                    </p:set>
                                    <p:animEffect transition="in" filter="fade">
                                      <p:cBhvr>
                                        <p:cTn id="69" dur="500"/>
                                        <p:tgtEl>
                                          <p:spTgt spid="43">
                                            <p:txEl>
                                              <p:pRg st="2" end="2"/>
                                            </p:txEl>
                                          </p:spTgt>
                                        </p:tgtEl>
                                      </p:cBhvr>
                                    </p:animEffect>
                                  </p:childTnLst>
                                </p:cTn>
                              </p:par>
                              <p:par>
                                <p:cTn id="70" presetID="10" presetClass="entr" presetSubtype="0" fill="hold" nodeType="withEffect">
                                  <p:stCondLst>
                                    <p:cond delay="0"/>
                                  </p:stCondLst>
                                  <p:childTnLst>
                                    <p:set>
                                      <p:cBhvr>
                                        <p:cTn id="71" dur="1" fill="hold">
                                          <p:stCondLst>
                                            <p:cond delay="0"/>
                                          </p:stCondLst>
                                        </p:cTn>
                                        <p:tgtEl>
                                          <p:spTgt spid="43">
                                            <p:txEl>
                                              <p:pRg st="3" end="3"/>
                                            </p:txEl>
                                          </p:spTgt>
                                        </p:tgtEl>
                                        <p:attrNameLst>
                                          <p:attrName>style.visibility</p:attrName>
                                        </p:attrNameLst>
                                      </p:cBhvr>
                                      <p:to>
                                        <p:strVal val="visible"/>
                                      </p:to>
                                    </p:set>
                                    <p:animEffect transition="in" filter="fade">
                                      <p:cBhvr>
                                        <p:cTn id="72" dur="500"/>
                                        <p:tgtEl>
                                          <p:spTgt spid="43">
                                            <p:txEl>
                                              <p:pRg st="3" end="3"/>
                                            </p:txEl>
                                          </p:spTgt>
                                        </p:tgtEl>
                                      </p:cBhvr>
                                    </p:animEffect>
                                  </p:childTnLst>
                                </p:cTn>
                              </p:par>
                              <p:par>
                                <p:cTn id="73" presetID="10" presetClass="entr" presetSubtype="0" fill="hold" nodeType="withEffect">
                                  <p:stCondLst>
                                    <p:cond delay="0"/>
                                  </p:stCondLst>
                                  <p:childTnLst>
                                    <p:set>
                                      <p:cBhvr>
                                        <p:cTn id="74" dur="1" fill="hold">
                                          <p:stCondLst>
                                            <p:cond delay="0"/>
                                          </p:stCondLst>
                                        </p:cTn>
                                        <p:tgtEl>
                                          <p:spTgt spid="43">
                                            <p:txEl>
                                              <p:pRg st="4" end="4"/>
                                            </p:txEl>
                                          </p:spTgt>
                                        </p:tgtEl>
                                        <p:attrNameLst>
                                          <p:attrName>style.visibility</p:attrName>
                                        </p:attrNameLst>
                                      </p:cBhvr>
                                      <p:to>
                                        <p:strVal val="visible"/>
                                      </p:to>
                                    </p:set>
                                    <p:animEffect transition="in" filter="fade">
                                      <p:cBhvr>
                                        <p:cTn id="75" dur="500"/>
                                        <p:tgtEl>
                                          <p:spTgt spid="43">
                                            <p:txEl>
                                              <p:pRg st="4" end="4"/>
                                            </p:txEl>
                                          </p:spTgt>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grpId="0" nodeType="clickEffect">
                                  <p:stCondLst>
                                    <p:cond delay="0"/>
                                  </p:stCondLst>
                                  <p:childTnLst>
                                    <p:set>
                                      <p:cBhvr>
                                        <p:cTn id="79" dur="1" fill="hold">
                                          <p:stCondLst>
                                            <p:cond delay="0"/>
                                          </p:stCondLst>
                                        </p:cTn>
                                        <p:tgtEl>
                                          <p:spTgt spid="50"/>
                                        </p:tgtEl>
                                        <p:attrNameLst>
                                          <p:attrName>style.visibility</p:attrName>
                                        </p:attrNameLst>
                                      </p:cBhvr>
                                      <p:to>
                                        <p:strVal val="visible"/>
                                      </p:to>
                                    </p:set>
                                    <p:animEffect transition="in" filter="fade">
                                      <p:cBhvr>
                                        <p:cTn id="80"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animBg="1"/>
      <p:bldP spid="23" grpId="0" animBg="1"/>
      <p:bldP spid="30" grpId="0" animBg="1"/>
      <p:bldP spid="31" grpId="0" animBg="1"/>
      <p:bldP spid="32" grpId="0" animBg="1"/>
      <p:bldP spid="40" grpId="0" animBg="1"/>
      <p:bldP spid="41" grpId="0" animBg="1"/>
      <p:bldP spid="42" grpId="0" animBg="1"/>
      <p:bldP spid="43" grpId="0" animBg="1"/>
      <p:bldP spid="5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F30857-E4C3-DFD6-553C-92AFFEC20D0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41BC8AD-4BF4-9B3A-5144-D4F5D1C0CC50}"/>
              </a:ext>
            </a:extLst>
          </p:cNvPr>
          <p:cNvSpPr/>
          <p:nvPr/>
        </p:nvSpPr>
        <p:spPr>
          <a:xfrm>
            <a:off x="0" y="0"/>
            <a:ext cx="12191695" cy="137160"/>
          </a:xfrm>
          <a:prstGeom prst="rect">
            <a:avLst/>
          </a:prstGeom>
          <a:solidFill>
            <a:srgbClr val="08A9C9"/>
          </a:solidFill>
          <a:ln w="12700">
            <a:solidFill>
              <a:srgbClr val="08A9C9"/>
            </a:solidFill>
            <a:prstDash val="solid"/>
          </a:ln>
        </p:spPr>
        <p:txBody>
          <a:bodyPr/>
          <a:lstStyle/>
          <a:p>
            <a:endParaRPr lang="en-US"/>
          </a:p>
        </p:txBody>
      </p:sp>
      <p:sp>
        <p:nvSpPr>
          <p:cNvPr id="3" name="Shape 1">
            <a:extLst>
              <a:ext uri="{FF2B5EF4-FFF2-40B4-BE49-F238E27FC236}">
                <a16:creationId xmlns:a16="http://schemas.microsoft.com/office/drawing/2014/main" id="{77F03372-D20F-36B1-847D-698ECB056CB5}"/>
              </a:ext>
            </a:extLst>
          </p:cNvPr>
          <p:cNvSpPr/>
          <p:nvPr/>
        </p:nvSpPr>
        <p:spPr>
          <a:xfrm>
            <a:off x="11640312" y="6382512"/>
            <a:ext cx="548640" cy="475488"/>
          </a:xfrm>
          <a:prstGeom prst="rtTriangle">
            <a:avLst/>
          </a:prstGeom>
          <a:solidFill>
            <a:srgbClr val="08A9C9"/>
          </a:solidFill>
          <a:ln w="12700">
            <a:solidFill>
              <a:srgbClr val="08A9C9"/>
            </a:solidFill>
            <a:prstDash val="solid"/>
          </a:ln>
        </p:spPr>
        <p:txBody>
          <a:bodyPr/>
          <a:lstStyle/>
          <a:p>
            <a:endParaRPr lang="en-US"/>
          </a:p>
        </p:txBody>
      </p:sp>
      <p:sp>
        <p:nvSpPr>
          <p:cNvPr id="4" name="Text 2">
            <a:extLst>
              <a:ext uri="{FF2B5EF4-FFF2-40B4-BE49-F238E27FC236}">
                <a16:creationId xmlns:a16="http://schemas.microsoft.com/office/drawing/2014/main" id="{47C2ED1A-65E2-CBC7-7458-02C7580D5B3F}"/>
              </a:ext>
            </a:extLst>
          </p:cNvPr>
          <p:cNvSpPr/>
          <p:nvPr/>
        </p:nvSpPr>
        <p:spPr>
          <a:xfrm>
            <a:off x="502920" y="6464808"/>
            <a:ext cx="5943600" cy="201168"/>
          </a:xfrm>
          <a:prstGeom prst="rect">
            <a:avLst/>
          </a:prstGeom>
          <a:noFill/>
          <a:ln/>
        </p:spPr>
        <p:txBody>
          <a:bodyPr wrap="square" lIns="0" tIns="0" rIns="0" bIns="0" rtlCol="0" anchor="ctr"/>
          <a:lstStyle/>
          <a:p>
            <a:r>
              <a:rPr sz="1300" b="0">
                <a:solidFill>
                  <a:srgbClr val="374151"/>
                </a:solidFill>
                <a:latin typeface="Aptos"/>
              </a:rPr>
              <a:t>Section 1 · Lecture 2</a:t>
            </a:r>
          </a:p>
        </p:txBody>
      </p:sp>
      <p:sp>
        <p:nvSpPr>
          <p:cNvPr id="5" name="Text 3">
            <a:extLst>
              <a:ext uri="{FF2B5EF4-FFF2-40B4-BE49-F238E27FC236}">
                <a16:creationId xmlns:a16="http://schemas.microsoft.com/office/drawing/2014/main" id="{27A8D024-8998-17BC-3F40-3014CBC718C0}"/>
              </a:ext>
            </a:extLst>
          </p:cNvPr>
          <p:cNvSpPr/>
          <p:nvPr/>
        </p:nvSpPr>
        <p:spPr>
          <a:xfrm>
            <a:off x="502920" y="621792"/>
            <a:ext cx="11185855" cy="502920"/>
          </a:xfrm>
          <a:prstGeom prst="rect">
            <a:avLst/>
          </a:prstGeom>
          <a:noFill/>
          <a:ln/>
        </p:spPr>
        <p:txBody>
          <a:bodyPr wrap="square" lIns="0" tIns="0" rIns="0" bIns="0" rtlCol="0" anchor="ctr">
            <a:normAutofit/>
          </a:bodyPr>
          <a:lstStyle/>
          <a:p>
            <a:r>
              <a:rPr sz="2800" b="0">
                <a:solidFill>
                  <a:srgbClr val="08A9C9"/>
                </a:solidFill>
                <a:latin typeface="Aptos Display"/>
              </a:rPr>
              <a:t>Enterprise Architecture Overview</a:t>
            </a:r>
          </a:p>
        </p:txBody>
      </p:sp>
      <p:sp>
        <p:nvSpPr>
          <p:cNvPr id="6" name="Text 4">
            <a:extLst>
              <a:ext uri="{FF2B5EF4-FFF2-40B4-BE49-F238E27FC236}">
                <a16:creationId xmlns:a16="http://schemas.microsoft.com/office/drawing/2014/main" id="{75ABE2C3-A94F-4747-E714-95C4E58F9CF3}"/>
              </a:ext>
            </a:extLst>
          </p:cNvPr>
          <p:cNvSpPr/>
          <p:nvPr/>
        </p:nvSpPr>
        <p:spPr>
          <a:xfrm>
            <a:off x="502920" y="1216152"/>
            <a:ext cx="11185855" cy="455168"/>
          </a:xfrm>
          <a:prstGeom prst="rect">
            <a:avLst/>
          </a:prstGeom>
          <a:noFill/>
          <a:ln/>
        </p:spPr>
        <p:txBody>
          <a:bodyPr wrap="square" lIns="0" tIns="0" rIns="0" bIns="0" rtlCol="0" anchor="t">
            <a:normAutofit/>
          </a:bodyPr>
          <a:lstStyle/>
          <a:p>
            <a:r>
              <a:rPr sz="1400" b="0">
                <a:solidFill>
                  <a:srgbClr val="374151"/>
                </a:solidFill>
                <a:latin typeface="Aptos"/>
              </a:rPr>
              <a:t>The architecture connects business users, Foundry projects, agents, knowledge, tools, and governance.</a:t>
            </a:r>
          </a:p>
        </p:txBody>
      </p:sp>
      <p:sp>
        <p:nvSpPr>
          <p:cNvPr id="20" name="Inaction Card">
            <a:extLst>
              <a:ext uri="{FF2B5EF4-FFF2-40B4-BE49-F238E27FC236}">
                <a16:creationId xmlns:a16="http://schemas.microsoft.com/office/drawing/2014/main" id="{83CCE769-516B-5B7B-1255-68B557543932}"/>
              </a:ext>
            </a:extLst>
          </p:cNvPr>
          <p:cNvSpPr/>
          <p:nvPr/>
        </p:nvSpPr>
        <p:spPr>
          <a:xfrm>
            <a:off x="502920" y="1820000"/>
            <a:ext cx="5450000" cy="3560000"/>
          </a:xfrm>
          <a:prstGeom prst="roundRect">
            <a:avLst>
              <a:gd name="adj" fmla="val 2400"/>
            </a:avLst>
          </a:prstGeom>
          <a:solidFill>
            <a:srgbClr val="FFFFFF"/>
          </a:solidFill>
          <a:ln w="12700">
            <a:solidFill>
              <a:srgbClr val="E4B07A"/>
            </a:solidFill>
            <a:prstDash val="solid"/>
          </a:ln>
        </p:spPr>
        <p:txBody>
          <a:bodyPr/>
          <a:lstStyle/>
          <a:p>
            <a:endParaRPr lang="en-US"/>
          </a:p>
        </p:txBody>
      </p:sp>
      <p:sp>
        <p:nvSpPr>
          <p:cNvPr id="21" name="Inaction Accent">
            <a:extLst>
              <a:ext uri="{FF2B5EF4-FFF2-40B4-BE49-F238E27FC236}">
                <a16:creationId xmlns:a16="http://schemas.microsoft.com/office/drawing/2014/main" id="{14C9A6A7-9C83-D42B-EE6E-71962B4B9107}"/>
              </a:ext>
            </a:extLst>
          </p:cNvPr>
          <p:cNvSpPr/>
          <p:nvPr/>
        </p:nvSpPr>
        <p:spPr>
          <a:xfrm>
            <a:off x="502920" y="1820000"/>
            <a:ext cx="5450000" cy="120000"/>
          </a:xfrm>
          <a:prstGeom prst="round2SameRect">
            <a:avLst>
              <a:gd name="adj1" fmla="val 50000"/>
              <a:gd name="adj2" fmla="val 0"/>
            </a:avLst>
          </a:prstGeom>
          <a:solidFill>
            <a:srgbClr val="C26A1E"/>
          </a:solidFill>
          <a:ln>
            <a:noFill/>
          </a:ln>
        </p:spPr>
        <p:txBody>
          <a:bodyPr/>
          <a:lstStyle/>
          <a:p>
            <a:endParaRPr lang="en-US"/>
          </a:p>
        </p:txBody>
      </p:sp>
      <p:sp>
        <p:nvSpPr>
          <p:cNvPr id="22" name="Inaction Icon">
            <a:extLst>
              <a:ext uri="{FF2B5EF4-FFF2-40B4-BE49-F238E27FC236}">
                <a16:creationId xmlns:a16="http://schemas.microsoft.com/office/drawing/2014/main" id="{2477C9D2-128B-0E4B-581A-6B2B19ECAE1D}"/>
              </a:ext>
            </a:extLst>
          </p:cNvPr>
          <p:cNvSpPr/>
          <p:nvPr/>
        </p:nvSpPr>
        <p:spPr>
          <a:xfrm>
            <a:off x="731520" y="2080000"/>
            <a:ext cx="320040" cy="320040"/>
          </a:xfrm>
          <a:prstGeom prst="ellipse">
            <a:avLst/>
          </a:prstGeom>
          <a:solidFill>
            <a:srgbClr val="C26A1E"/>
          </a:solidFill>
          <a:ln w="12700">
            <a:solidFill>
              <a:srgbClr val="C26A1E"/>
            </a:solidFill>
            <a:prstDash val="solid"/>
          </a:ln>
        </p:spPr>
        <p:txBody>
          <a:bodyPr wrap="square" lIns="0" tIns="0" rIns="0" bIns="0" rtlCol="0" anchor="ctr"/>
          <a:lstStyle/>
          <a:p>
            <a:pPr marL="0" indent="0" algn="ctr">
              <a:buNone/>
            </a:pPr>
            <a:r>
              <a:rPr sz="1000" b="0">
                <a:solidFill>
                  <a:srgbClr val="374151"/>
                </a:solidFill>
                <a:latin typeface="Aptos"/>
              </a:rPr>
              <a:t>11</a:t>
            </a:r>
          </a:p>
        </p:txBody>
      </p:sp>
      <p:sp>
        <p:nvSpPr>
          <p:cNvPr id="23" name="Inaction Header">
            <a:extLst>
              <a:ext uri="{FF2B5EF4-FFF2-40B4-BE49-F238E27FC236}">
                <a16:creationId xmlns:a16="http://schemas.microsoft.com/office/drawing/2014/main" id="{497931DC-1DE9-1B1B-9E5F-280FD516B9FB}"/>
              </a:ext>
            </a:extLst>
          </p:cNvPr>
          <p:cNvSpPr/>
          <p:nvPr/>
        </p:nvSpPr>
        <p:spPr>
          <a:xfrm>
            <a:off x="1131520" y="2045000"/>
            <a:ext cx="4600000" cy="420000"/>
          </a:xfrm>
          <a:prstGeom prst="rect">
            <a:avLst/>
          </a:prstGeom>
          <a:noFill/>
          <a:ln/>
        </p:spPr>
        <p:txBody>
          <a:bodyPr wrap="square" lIns="0" tIns="0" rIns="0" bIns="0" rtlCol="0" anchor="ctr"/>
          <a:lstStyle/>
          <a:p>
            <a:r>
              <a:rPr sz="1350" b="1">
                <a:solidFill>
                  <a:srgbClr val="1F2A37"/>
                </a:solidFill>
                <a:latin typeface="Aptos"/>
              </a:rPr>
              <a:t>User and agent experience</a:t>
            </a:r>
          </a:p>
          <a:p>
            <a:r>
              <a:rPr sz="1350" b="1">
                <a:solidFill>
                  <a:srgbClr val="1F2A37"/>
                </a:solidFill>
                <a:latin typeface="Aptos"/>
              </a:rPr>
              <a:t>How work enters the system</a:t>
            </a:r>
          </a:p>
        </p:txBody>
      </p:sp>
      <p:sp>
        <p:nvSpPr>
          <p:cNvPr id="24" name="Inaction Bullets">
            <a:extLst>
              <a:ext uri="{FF2B5EF4-FFF2-40B4-BE49-F238E27FC236}">
                <a16:creationId xmlns:a16="http://schemas.microsoft.com/office/drawing/2014/main" id="{71301F7C-5E99-3507-667E-A94B059777B2}"/>
              </a:ext>
            </a:extLst>
          </p:cNvPr>
          <p:cNvSpPr/>
          <p:nvPr/>
        </p:nvSpPr>
        <p:spPr>
          <a:xfrm>
            <a:off x="731520" y="2560000"/>
            <a:ext cx="4992800" cy="2740000"/>
          </a:xfrm>
          <a:prstGeom prst="rect">
            <a:avLst/>
          </a:prstGeom>
          <a:noFill/>
          <a:ln/>
        </p:spPr>
        <p:txBody>
          <a:bodyPr wrap="square" lIns="0" tIns="0" rIns="0" bIns="0" rtlCol="0" anchor="t">
            <a:normAutofit/>
          </a:bodyPr>
          <a:lstStyle/>
          <a:p>
            <a:pPr marL="228600" indent="-228600">
              <a:spcBef>
                <a:spcPts val="500"/>
              </a:spcBef>
              <a:spcAft>
                <a:spcPts val="200"/>
              </a:spcAft>
              <a:buFont typeface="Aptos"/>
              <a:buChar char="▸"/>
            </a:pPr>
            <a:r>
              <a:rPr sz="1250" dirty="0">
                <a:solidFill>
                  <a:srgbClr val="374151"/>
                </a:solidFill>
                <a:latin typeface="Aptos"/>
              </a:rPr>
              <a:t>Users interact through approved channels.</a:t>
            </a:r>
            <a:endParaRPr lang="en-US" sz="1250" dirty="0">
              <a:solidFill>
                <a:srgbClr val="374151"/>
              </a:solidFill>
              <a:latin typeface="Aptos"/>
            </a:endParaRPr>
          </a:p>
          <a:p>
            <a:pPr marL="228600" indent="-228600">
              <a:spcBef>
                <a:spcPts val="500"/>
              </a:spcBef>
              <a:spcAft>
                <a:spcPts val="200"/>
              </a:spcAft>
              <a:buFont typeface="Aptos"/>
              <a:buChar char="▸"/>
            </a:pPr>
            <a:r>
              <a:rPr lang="en-US" sz="1250" dirty="0">
                <a:solidFill>
                  <a:srgbClr val="374151"/>
                </a:solidFill>
              </a:rPr>
              <a:t>Published agents provide stable entry points.</a:t>
            </a:r>
          </a:p>
          <a:p>
            <a:pPr marL="228600" indent="-228600">
              <a:spcBef>
                <a:spcPts val="500"/>
              </a:spcBef>
              <a:spcAft>
                <a:spcPts val="200"/>
              </a:spcAft>
              <a:buFont typeface="Aptos"/>
              <a:buChar char="▸"/>
            </a:pPr>
            <a:r>
              <a:rPr lang="en-US" sz="1250" dirty="0">
                <a:solidFill>
                  <a:srgbClr val="374151"/>
                </a:solidFill>
              </a:rPr>
              <a:t>Agents use instructions, deployments, tools, and knowledge.</a:t>
            </a:r>
          </a:p>
          <a:p>
            <a:pPr marL="228600" indent="-228600">
              <a:spcBef>
                <a:spcPts val="500"/>
              </a:spcBef>
              <a:spcAft>
                <a:spcPts val="200"/>
              </a:spcAft>
              <a:buFont typeface="Aptos"/>
              <a:buChar char="▸"/>
            </a:pPr>
            <a:r>
              <a:rPr lang="en-US" sz="1250" dirty="0">
                <a:solidFill>
                  <a:srgbClr val="374151"/>
                </a:solidFill>
              </a:rPr>
              <a:t>Conversation behavior must be tested before release.</a:t>
            </a:r>
          </a:p>
          <a:p>
            <a:pPr marL="228600" indent="-228600">
              <a:spcBef>
                <a:spcPts val="500"/>
              </a:spcBef>
              <a:spcAft>
                <a:spcPts val="200"/>
              </a:spcAft>
              <a:buFont typeface="Aptos"/>
              <a:buChar char="▸"/>
            </a:pPr>
            <a:r>
              <a:rPr lang="en-US" sz="1250" dirty="0">
                <a:solidFill>
                  <a:srgbClr val="374151"/>
                </a:solidFill>
              </a:rPr>
              <a:t>Escalation paths prevent unsupported automation.</a:t>
            </a:r>
          </a:p>
          <a:p>
            <a:pPr marL="228600" indent="-228600">
              <a:spcBef>
                <a:spcPts val="500"/>
              </a:spcBef>
              <a:spcAft>
                <a:spcPts val="200"/>
              </a:spcAft>
              <a:buFont typeface="Aptos"/>
              <a:buChar char="▸"/>
            </a:pPr>
            <a:endParaRPr sz="1250" dirty="0">
              <a:solidFill>
                <a:srgbClr val="374151"/>
              </a:solidFill>
              <a:latin typeface="Aptos"/>
            </a:endParaRPr>
          </a:p>
        </p:txBody>
      </p:sp>
      <p:sp>
        <p:nvSpPr>
          <p:cNvPr id="30" name="Migration Card">
            <a:extLst>
              <a:ext uri="{FF2B5EF4-FFF2-40B4-BE49-F238E27FC236}">
                <a16:creationId xmlns:a16="http://schemas.microsoft.com/office/drawing/2014/main" id="{B1E38E01-47B4-A42F-882D-5EFC46387797}"/>
              </a:ext>
            </a:extLst>
          </p:cNvPr>
          <p:cNvSpPr/>
          <p:nvPr/>
        </p:nvSpPr>
        <p:spPr>
          <a:xfrm>
            <a:off x="6238775" y="1820000"/>
            <a:ext cx="5450000" cy="3560000"/>
          </a:xfrm>
          <a:prstGeom prst="roundRect">
            <a:avLst>
              <a:gd name="adj" fmla="val 2400"/>
            </a:avLst>
          </a:prstGeom>
          <a:solidFill>
            <a:srgbClr val="FFFFFF"/>
          </a:solidFill>
          <a:ln w="12700">
            <a:solidFill>
              <a:srgbClr val="DBA0A0"/>
            </a:solidFill>
            <a:prstDash val="solid"/>
          </a:ln>
        </p:spPr>
        <p:txBody>
          <a:bodyPr/>
          <a:lstStyle/>
          <a:p>
            <a:endParaRPr lang="en-US"/>
          </a:p>
        </p:txBody>
      </p:sp>
      <p:sp>
        <p:nvSpPr>
          <p:cNvPr id="31" name="Migration Accent">
            <a:extLst>
              <a:ext uri="{FF2B5EF4-FFF2-40B4-BE49-F238E27FC236}">
                <a16:creationId xmlns:a16="http://schemas.microsoft.com/office/drawing/2014/main" id="{535FECC7-CCC5-E59C-E8D4-AD235E2E2704}"/>
              </a:ext>
            </a:extLst>
          </p:cNvPr>
          <p:cNvSpPr/>
          <p:nvPr/>
        </p:nvSpPr>
        <p:spPr>
          <a:xfrm>
            <a:off x="6238775" y="1820000"/>
            <a:ext cx="5450000" cy="120000"/>
          </a:xfrm>
          <a:prstGeom prst="round2SameRect">
            <a:avLst>
              <a:gd name="adj1" fmla="val 50000"/>
              <a:gd name="adj2" fmla="val 0"/>
            </a:avLst>
          </a:prstGeom>
          <a:solidFill>
            <a:srgbClr val="C0392B"/>
          </a:solidFill>
          <a:ln>
            <a:noFill/>
          </a:ln>
        </p:spPr>
        <p:txBody>
          <a:bodyPr/>
          <a:lstStyle/>
          <a:p>
            <a:endParaRPr lang="en-US"/>
          </a:p>
        </p:txBody>
      </p:sp>
      <p:sp>
        <p:nvSpPr>
          <p:cNvPr id="32" name="Migration Icon">
            <a:extLst>
              <a:ext uri="{FF2B5EF4-FFF2-40B4-BE49-F238E27FC236}">
                <a16:creationId xmlns:a16="http://schemas.microsoft.com/office/drawing/2014/main" id="{9F916CB9-DE1D-6402-4169-513EECF8616F}"/>
              </a:ext>
            </a:extLst>
          </p:cNvPr>
          <p:cNvSpPr/>
          <p:nvPr/>
        </p:nvSpPr>
        <p:spPr>
          <a:xfrm>
            <a:off x="6467375" y="2080000"/>
            <a:ext cx="320040" cy="320040"/>
          </a:xfrm>
          <a:prstGeom prst="ellipse">
            <a:avLst/>
          </a:prstGeom>
          <a:solidFill>
            <a:srgbClr val="C0392B"/>
          </a:solidFill>
          <a:ln w="12700">
            <a:solidFill>
              <a:srgbClr val="C0392B"/>
            </a:solidFill>
            <a:prstDash val="solid"/>
          </a:ln>
        </p:spPr>
        <p:txBody>
          <a:bodyPr wrap="square" lIns="0" tIns="0" rIns="0" bIns="0" rtlCol="0" anchor="ctr"/>
          <a:lstStyle/>
          <a:p>
            <a:pPr marL="0" indent="0" algn="ctr">
              <a:buNone/>
            </a:pPr>
            <a:r>
              <a:rPr sz="1600" b="1">
                <a:solidFill>
                  <a:srgbClr val="FFFFFF"/>
                </a:solidFill>
                <a:latin typeface="Aptos"/>
              </a:rPr>
              <a:t>2</a:t>
            </a:r>
          </a:p>
        </p:txBody>
      </p:sp>
      <p:sp>
        <p:nvSpPr>
          <p:cNvPr id="33" name="Migration Header">
            <a:extLst>
              <a:ext uri="{FF2B5EF4-FFF2-40B4-BE49-F238E27FC236}">
                <a16:creationId xmlns:a16="http://schemas.microsoft.com/office/drawing/2014/main" id="{CB6C9478-2D84-AE77-6160-B8EAEBBE920C}"/>
              </a:ext>
            </a:extLst>
          </p:cNvPr>
          <p:cNvSpPr/>
          <p:nvPr/>
        </p:nvSpPr>
        <p:spPr>
          <a:xfrm>
            <a:off x="6867375" y="2045000"/>
            <a:ext cx="4600000" cy="420000"/>
          </a:xfrm>
          <a:prstGeom prst="rect">
            <a:avLst/>
          </a:prstGeom>
          <a:noFill/>
          <a:ln/>
        </p:spPr>
        <p:txBody>
          <a:bodyPr wrap="square" lIns="0" tIns="0" rIns="0" bIns="0" rtlCol="0" anchor="ctr"/>
          <a:lstStyle/>
          <a:p>
            <a:r>
              <a:rPr sz="1350" b="1">
                <a:solidFill>
                  <a:srgbClr val="1F2A37"/>
                </a:solidFill>
                <a:latin typeface="Aptos"/>
              </a:rPr>
              <a:t>Platform and governance layer</a:t>
            </a:r>
          </a:p>
          <a:p>
            <a:r>
              <a:rPr sz="1350" b="1">
                <a:solidFill>
                  <a:srgbClr val="1F2A37"/>
                </a:solidFill>
                <a:latin typeface="Aptos"/>
              </a:rPr>
              <a:t>How the system stays controlled</a:t>
            </a:r>
          </a:p>
        </p:txBody>
      </p:sp>
      <p:sp>
        <p:nvSpPr>
          <p:cNvPr id="34" name="Migration Bullets">
            <a:extLst>
              <a:ext uri="{FF2B5EF4-FFF2-40B4-BE49-F238E27FC236}">
                <a16:creationId xmlns:a16="http://schemas.microsoft.com/office/drawing/2014/main" id="{E042B20B-6C42-48AC-5C9D-CAB302E91DD3}"/>
              </a:ext>
            </a:extLst>
          </p:cNvPr>
          <p:cNvSpPr/>
          <p:nvPr/>
        </p:nvSpPr>
        <p:spPr>
          <a:xfrm>
            <a:off x="6467375" y="2560000"/>
            <a:ext cx="4992800" cy="2740000"/>
          </a:xfrm>
          <a:prstGeom prst="rect">
            <a:avLst/>
          </a:prstGeom>
          <a:noFill/>
          <a:ln/>
        </p:spPr>
        <p:txBody>
          <a:bodyPr wrap="square" lIns="0" tIns="0" rIns="0" bIns="0" rtlCol="0" anchor="t">
            <a:normAutofit/>
          </a:bodyPr>
          <a:lstStyle/>
          <a:p>
            <a:pPr marL="228600" indent="-228600">
              <a:spcBef>
                <a:spcPts val="500"/>
              </a:spcBef>
              <a:spcAft>
                <a:spcPts val="200"/>
              </a:spcAft>
              <a:buFont typeface="Aptos"/>
              <a:buChar char="▸"/>
            </a:pPr>
            <a:r>
              <a:rPr sz="1250" dirty="0">
                <a:solidFill>
                  <a:srgbClr val="374151"/>
                </a:solidFill>
                <a:latin typeface="Aptos"/>
              </a:rPr>
              <a:t>Foundry resources and projects organize assets.</a:t>
            </a:r>
            <a:endParaRPr lang="en-US" sz="1250" dirty="0">
              <a:solidFill>
                <a:srgbClr val="374151"/>
              </a:solidFill>
              <a:latin typeface="Aptos"/>
            </a:endParaRPr>
          </a:p>
          <a:p>
            <a:pPr marL="228600" indent="-228600">
              <a:spcBef>
                <a:spcPts val="500"/>
              </a:spcBef>
              <a:spcAft>
                <a:spcPts val="200"/>
              </a:spcAft>
              <a:buFont typeface="Aptos"/>
              <a:buChar char="▸"/>
            </a:pPr>
            <a:r>
              <a:rPr lang="en-US" sz="1250" dirty="0">
                <a:solidFill>
                  <a:srgbClr val="374151"/>
                </a:solidFill>
              </a:rPr>
              <a:t>RBAC and Entra ID control who can manage and invoke.</a:t>
            </a:r>
          </a:p>
          <a:p>
            <a:pPr marL="228600" indent="-228600">
              <a:spcBef>
                <a:spcPts val="500"/>
              </a:spcBef>
              <a:spcAft>
                <a:spcPts val="200"/>
              </a:spcAft>
              <a:buFont typeface="Aptos"/>
              <a:buChar char="▸"/>
            </a:pPr>
            <a:r>
              <a:rPr lang="en-US" sz="1250" dirty="0">
                <a:solidFill>
                  <a:srgbClr val="374151"/>
                </a:solidFill>
              </a:rPr>
              <a:t>Foundry IQ grounds responses in approved knowledge.</a:t>
            </a:r>
          </a:p>
          <a:p>
            <a:pPr marL="228600" indent="-228600">
              <a:spcBef>
                <a:spcPts val="500"/>
              </a:spcBef>
              <a:spcAft>
                <a:spcPts val="200"/>
              </a:spcAft>
              <a:buFont typeface="Aptos"/>
              <a:buChar char="▸"/>
            </a:pPr>
            <a:r>
              <a:rPr lang="en-US" sz="1250" dirty="0">
                <a:solidFill>
                  <a:srgbClr val="374151"/>
                </a:solidFill>
              </a:rPr>
              <a:t>Tools and MCP extend capabilities through contracts.</a:t>
            </a:r>
          </a:p>
          <a:p>
            <a:pPr marL="228600" indent="-228600">
              <a:spcBef>
                <a:spcPts val="500"/>
              </a:spcBef>
              <a:spcAft>
                <a:spcPts val="200"/>
              </a:spcAft>
              <a:buFont typeface="Aptos"/>
              <a:buChar char="▸"/>
            </a:pPr>
            <a:r>
              <a:rPr lang="en-US" sz="1250" dirty="0">
                <a:solidFill>
                  <a:srgbClr val="374151"/>
                </a:solidFill>
              </a:rPr>
              <a:t>Monitoring and evaluations close the feedback loop.</a:t>
            </a:r>
          </a:p>
          <a:p>
            <a:pPr marL="228600" indent="-228600">
              <a:spcBef>
                <a:spcPts val="500"/>
              </a:spcBef>
              <a:spcAft>
                <a:spcPts val="200"/>
              </a:spcAft>
              <a:buFont typeface="Aptos"/>
              <a:buChar char="▸"/>
            </a:pPr>
            <a:endParaRPr sz="1250" dirty="0">
              <a:solidFill>
                <a:srgbClr val="374151"/>
              </a:solidFill>
              <a:latin typeface="Aptos"/>
            </a:endParaRPr>
          </a:p>
        </p:txBody>
      </p:sp>
    </p:spTree>
    <p:extLst>
      <p:ext uri="{BB962C8B-B14F-4D97-AF65-F5344CB8AC3E}">
        <p14:creationId xmlns:p14="http://schemas.microsoft.com/office/powerpoint/2010/main" val="2754288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500"/>
                                        <p:tgtEl>
                                          <p:spTgt spid="2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500"/>
                                        <p:tgtEl>
                                          <p:spTgt spid="2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3"/>
                                        </p:tgtEl>
                                        <p:attrNameLst>
                                          <p:attrName>style.visibility</p:attrName>
                                        </p:attrNameLst>
                                      </p:cBhvr>
                                      <p:to>
                                        <p:strVal val="visible"/>
                                      </p:to>
                                    </p:set>
                                    <p:animEffect transition="in" filter="fade">
                                      <p:cBhvr>
                                        <p:cTn id="16" dur="500"/>
                                        <p:tgtEl>
                                          <p:spTgt spid="23"/>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4">
                                            <p:txEl>
                                              <p:pRg st="0" end="0"/>
                                            </p:txEl>
                                          </p:spTgt>
                                        </p:tgtEl>
                                        <p:attrNameLst>
                                          <p:attrName>style.visibility</p:attrName>
                                        </p:attrNameLst>
                                      </p:cBhvr>
                                      <p:to>
                                        <p:strVal val="visible"/>
                                      </p:to>
                                    </p:set>
                                    <p:animEffect transition="in" filter="fade">
                                      <p:cBhvr>
                                        <p:cTn id="21" dur="500"/>
                                        <p:tgtEl>
                                          <p:spTgt spid="24">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24">
                                            <p:txEl>
                                              <p:pRg st="1" end="1"/>
                                            </p:txEl>
                                          </p:spTgt>
                                        </p:tgtEl>
                                        <p:attrNameLst>
                                          <p:attrName>style.visibility</p:attrName>
                                        </p:attrNameLst>
                                      </p:cBhvr>
                                      <p:to>
                                        <p:strVal val="visible"/>
                                      </p:to>
                                    </p:set>
                                    <p:animEffect transition="in" filter="fade">
                                      <p:cBhvr>
                                        <p:cTn id="26" dur="500"/>
                                        <p:tgtEl>
                                          <p:spTgt spid="24">
                                            <p:txEl>
                                              <p:pRg st="1" end="1"/>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4">
                                            <p:txEl>
                                              <p:pRg st="2" end="2"/>
                                            </p:txEl>
                                          </p:spTgt>
                                        </p:tgtEl>
                                        <p:attrNameLst>
                                          <p:attrName>style.visibility</p:attrName>
                                        </p:attrNameLst>
                                      </p:cBhvr>
                                      <p:to>
                                        <p:strVal val="visible"/>
                                      </p:to>
                                    </p:set>
                                    <p:animEffect transition="in" filter="fade">
                                      <p:cBhvr>
                                        <p:cTn id="31" dur="500"/>
                                        <p:tgtEl>
                                          <p:spTgt spid="24">
                                            <p:txEl>
                                              <p:pRg st="2" end="2"/>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24">
                                            <p:txEl>
                                              <p:pRg st="3" end="3"/>
                                            </p:txEl>
                                          </p:spTgt>
                                        </p:tgtEl>
                                        <p:attrNameLst>
                                          <p:attrName>style.visibility</p:attrName>
                                        </p:attrNameLst>
                                      </p:cBhvr>
                                      <p:to>
                                        <p:strVal val="visible"/>
                                      </p:to>
                                    </p:set>
                                    <p:animEffect transition="in" filter="fade">
                                      <p:cBhvr>
                                        <p:cTn id="36" dur="500"/>
                                        <p:tgtEl>
                                          <p:spTgt spid="24">
                                            <p:txEl>
                                              <p:pRg st="3" end="3"/>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24">
                                            <p:txEl>
                                              <p:pRg st="4" end="4"/>
                                            </p:txEl>
                                          </p:spTgt>
                                        </p:tgtEl>
                                        <p:attrNameLst>
                                          <p:attrName>style.visibility</p:attrName>
                                        </p:attrNameLst>
                                      </p:cBhvr>
                                      <p:to>
                                        <p:strVal val="visible"/>
                                      </p:to>
                                    </p:set>
                                    <p:animEffect transition="in" filter="fade">
                                      <p:cBhvr>
                                        <p:cTn id="41" dur="500"/>
                                        <p:tgtEl>
                                          <p:spTgt spid="24">
                                            <p:txEl>
                                              <p:pRg st="4" end="4"/>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5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500"/>
                                        <p:tgtEl>
                                          <p:spTgt spid="31"/>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3"/>
                                        </p:tgtEl>
                                        <p:attrNameLst>
                                          <p:attrName>style.visibility</p:attrName>
                                        </p:attrNameLst>
                                      </p:cBhvr>
                                      <p:to>
                                        <p:strVal val="visible"/>
                                      </p:to>
                                    </p:set>
                                    <p:animEffect transition="in" filter="fade">
                                      <p:cBhvr>
                                        <p:cTn id="52" dur="500"/>
                                        <p:tgtEl>
                                          <p:spTgt spid="33"/>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2"/>
                                        </p:tgtEl>
                                        <p:attrNameLst>
                                          <p:attrName>style.visibility</p:attrName>
                                        </p:attrNameLst>
                                      </p:cBhvr>
                                      <p:to>
                                        <p:strVal val="visible"/>
                                      </p:to>
                                    </p:set>
                                    <p:animEffect transition="in" filter="fade">
                                      <p:cBhvr>
                                        <p:cTn id="55" dur="500"/>
                                        <p:tgtEl>
                                          <p:spTgt spid="32"/>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34">
                                            <p:txEl>
                                              <p:pRg st="0" end="0"/>
                                            </p:txEl>
                                          </p:spTgt>
                                        </p:tgtEl>
                                        <p:attrNameLst>
                                          <p:attrName>style.visibility</p:attrName>
                                        </p:attrNameLst>
                                      </p:cBhvr>
                                      <p:to>
                                        <p:strVal val="visible"/>
                                      </p:to>
                                    </p:set>
                                    <p:animEffect transition="in" filter="fade">
                                      <p:cBhvr>
                                        <p:cTn id="60" dur="500"/>
                                        <p:tgtEl>
                                          <p:spTgt spid="34">
                                            <p:txEl>
                                              <p:pRg st="0" end="0"/>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34">
                                            <p:txEl>
                                              <p:pRg st="1" end="1"/>
                                            </p:txEl>
                                          </p:spTgt>
                                        </p:tgtEl>
                                        <p:attrNameLst>
                                          <p:attrName>style.visibility</p:attrName>
                                        </p:attrNameLst>
                                      </p:cBhvr>
                                      <p:to>
                                        <p:strVal val="visible"/>
                                      </p:to>
                                    </p:set>
                                    <p:animEffect transition="in" filter="fade">
                                      <p:cBhvr>
                                        <p:cTn id="65" dur="500"/>
                                        <p:tgtEl>
                                          <p:spTgt spid="34">
                                            <p:txEl>
                                              <p:pRg st="1" end="1"/>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nodeType="clickEffect">
                                  <p:stCondLst>
                                    <p:cond delay="0"/>
                                  </p:stCondLst>
                                  <p:childTnLst>
                                    <p:set>
                                      <p:cBhvr>
                                        <p:cTn id="69" dur="1" fill="hold">
                                          <p:stCondLst>
                                            <p:cond delay="0"/>
                                          </p:stCondLst>
                                        </p:cTn>
                                        <p:tgtEl>
                                          <p:spTgt spid="34">
                                            <p:txEl>
                                              <p:pRg st="2" end="2"/>
                                            </p:txEl>
                                          </p:spTgt>
                                        </p:tgtEl>
                                        <p:attrNameLst>
                                          <p:attrName>style.visibility</p:attrName>
                                        </p:attrNameLst>
                                      </p:cBhvr>
                                      <p:to>
                                        <p:strVal val="visible"/>
                                      </p:to>
                                    </p:set>
                                    <p:animEffect transition="in" filter="fade">
                                      <p:cBhvr>
                                        <p:cTn id="70" dur="500"/>
                                        <p:tgtEl>
                                          <p:spTgt spid="34">
                                            <p:txEl>
                                              <p:pRg st="2" end="2"/>
                                            </p:txEl>
                                          </p:spTgt>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34">
                                            <p:txEl>
                                              <p:pRg st="3" end="3"/>
                                            </p:txEl>
                                          </p:spTgt>
                                        </p:tgtEl>
                                        <p:attrNameLst>
                                          <p:attrName>style.visibility</p:attrName>
                                        </p:attrNameLst>
                                      </p:cBhvr>
                                      <p:to>
                                        <p:strVal val="visible"/>
                                      </p:to>
                                    </p:set>
                                    <p:animEffect transition="in" filter="fade">
                                      <p:cBhvr>
                                        <p:cTn id="75" dur="500"/>
                                        <p:tgtEl>
                                          <p:spTgt spid="34">
                                            <p:txEl>
                                              <p:pRg st="3" end="3"/>
                                            </p:txEl>
                                          </p:spTgt>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nodeType="clickEffect">
                                  <p:stCondLst>
                                    <p:cond delay="0"/>
                                  </p:stCondLst>
                                  <p:childTnLst>
                                    <p:set>
                                      <p:cBhvr>
                                        <p:cTn id="79" dur="1" fill="hold">
                                          <p:stCondLst>
                                            <p:cond delay="0"/>
                                          </p:stCondLst>
                                        </p:cTn>
                                        <p:tgtEl>
                                          <p:spTgt spid="34">
                                            <p:txEl>
                                              <p:pRg st="4" end="4"/>
                                            </p:txEl>
                                          </p:spTgt>
                                        </p:tgtEl>
                                        <p:attrNameLst>
                                          <p:attrName>style.visibility</p:attrName>
                                        </p:attrNameLst>
                                      </p:cBhvr>
                                      <p:to>
                                        <p:strVal val="visible"/>
                                      </p:to>
                                    </p:set>
                                    <p:animEffect transition="in" filter="fade">
                                      <p:cBhvr>
                                        <p:cTn id="80" dur="500"/>
                                        <p:tgtEl>
                                          <p:spTgt spid="3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animBg="1"/>
      <p:bldP spid="23" grpId="0" animBg="1"/>
      <p:bldP spid="30" grpId="0" animBg="1"/>
      <p:bldP spid="31" grpId="0" animBg="1"/>
      <p:bldP spid="32" grpId="0" animBg="1"/>
      <p:bldP spid="3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3F6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137160"/>
          </a:xfrm>
          <a:prstGeom prst="rect">
            <a:avLst/>
          </a:prstGeom>
          <a:solidFill>
            <a:srgbClr val="08A9C9"/>
          </a:solidFill>
          <a:ln w="12700">
            <a:solidFill>
              <a:srgbClr val="08A9C9"/>
            </a:solidFill>
            <a:prstDash val="solid"/>
          </a:ln>
        </p:spPr>
        <p:txBody>
          <a:bodyPr/>
          <a:lstStyle/>
          <a:p>
            <a:endParaRPr lang="en-US"/>
          </a:p>
        </p:txBody>
      </p:sp>
      <p:sp>
        <p:nvSpPr>
          <p:cNvPr id="3" name="Shape 1"/>
          <p:cNvSpPr/>
          <p:nvPr/>
        </p:nvSpPr>
        <p:spPr>
          <a:xfrm>
            <a:off x="11640312" y="6382512"/>
            <a:ext cx="548640" cy="475488"/>
          </a:xfrm>
          <a:prstGeom prst="rtTriangle">
            <a:avLst/>
          </a:prstGeom>
          <a:solidFill>
            <a:srgbClr val="08A9C9"/>
          </a:solidFill>
          <a:ln w="12700">
            <a:solidFill>
              <a:srgbClr val="08A9C9"/>
            </a:solidFill>
            <a:prstDash val="solid"/>
          </a:ln>
        </p:spPr>
        <p:txBody>
          <a:bodyPr/>
          <a:lstStyle/>
          <a:p>
            <a:endParaRPr lang="en-US"/>
          </a:p>
        </p:txBody>
      </p:sp>
      <p:sp>
        <p:nvSpPr>
          <p:cNvPr id="4" name="Text 2"/>
          <p:cNvSpPr/>
          <p:nvPr/>
        </p:nvSpPr>
        <p:spPr>
          <a:xfrm>
            <a:off x="502920" y="6464808"/>
            <a:ext cx="5943600" cy="201168"/>
          </a:xfrm>
          <a:prstGeom prst="rect">
            <a:avLst/>
          </a:prstGeom>
          <a:noFill/>
          <a:ln/>
        </p:spPr>
        <p:txBody>
          <a:bodyPr wrap="square" lIns="0" tIns="0" rIns="0" bIns="0" rtlCol="0" anchor="ctr"/>
          <a:lstStyle/>
          <a:p>
            <a:r>
              <a:rPr sz="1300" b="0">
                <a:solidFill>
                  <a:srgbClr val="374151"/>
                </a:solidFill>
                <a:latin typeface="Aptos"/>
              </a:rPr>
              <a:t>Section 1 · Lecture 2</a:t>
            </a:r>
          </a:p>
        </p:txBody>
      </p:sp>
      <p:sp>
        <p:nvSpPr>
          <p:cNvPr id="5" name="Text 3"/>
          <p:cNvSpPr/>
          <p:nvPr/>
        </p:nvSpPr>
        <p:spPr>
          <a:xfrm>
            <a:off x="502920" y="621792"/>
            <a:ext cx="8686800" cy="502920"/>
          </a:xfrm>
          <a:prstGeom prst="rect">
            <a:avLst/>
          </a:prstGeom>
          <a:noFill/>
          <a:ln/>
        </p:spPr>
        <p:txBody>
          <a:bodyPr wrap="square" lIns="0" tIns="0" rIns="0" bIns="0" rtlCol="0" anchor="ctr">
            <a:normAutofit/>
          </a:bodyPr>
          <a:lstStyle/>
          <a:p>
            <a:r>
              <a:rPr sz="2800" b="0">
                <a:solidFill>
                  <a:srgbClr val="08A9C9"/>
                </a:solidFill>
                <a:latin typeface="Aptos Display"/>
              </a:rPr>
              <a:t>How This Course Uses Demonstrations</a:t>
            </a:r>
          </a:p>
        </p:txBody>
      </p:sp>
      <p:sp>
        <p:nvSpPr>
          <p:cNvPr id="6" name="Text 4"/>
          <p:cNvSpPr/>
          <p:nvPr/>
        </p:nvSpPr>
        <p:spPr>
          <a:xfrm>
            <a:off x="502920" y="1298448"/>
            <a:ext cx="7772400" cy="347472"/>
          </a:xfrm>
          <a:prstGeom prst="rect">
            <a:avLst/>
          </a:prstGeom>
          <a:noFill/>
          <a:ln/>
        </p:spPr>
        <p:txBody>
          <a:bodyPr wrap="square" lIns="0" tIns="0" rIns="0" bIns="0" rtlCol="0" anchor="ctr">
            <a:normAutofit/>
          </a:bodyPr>
          <a:lstStyle/>
          <a:p>
            <a:r>
              <a:rPr sz="1400" b="0" dirty="0">
                <a:solidFill>
                  <a:srgbClr val="374151"/>
                </a:solidFill>
                <a:latin typeface="Aptos"/>
              </a:rPr>
              <a:t>Short lessons may still include an on-screen walkthrough when the portal reinforces the concept.</a:t>
            </a:r>
            <a:endParaRPr sz="1550" dirty="0">
              <a:solidFill>
                <a:srgbClr val="536071"/>
              </a:solidFill>
              <a:latin typeface="Aptos"/>
            </a:endParaRPr>
          </a:p>
        </p:txBody>
      </p:sp>
      <p:sp>
        <p:nvSpPr>
          <p:cNvPr id="7" name="Text 5"/>
          <p:cNvSpPr/>
          <p:nvPr/>
        </p:nvSpPr>
        <p:spPr>
          <a:xfrm>
            <a:off x="640080" y="1783080"/>
            <a:ext cx="6995160" cy="4160520"/>
          </a:xfrm>
          <a:prstGeom prst="rect">
            <a:avLst/>
          </a:prstGeom>
          <a:noFill/>
          <a:ln/>
        </p:spPr>
        <p:txBody>
          <a:bodyPr wrap="square" lIns="508" tIns="508" rIns="508" bIns="508" rtlCol="0" anchor="ctr">
            <a:normAutofit/>
          </a:bodyPr>
          <a:lstStyle/>
          <a:p>
            <a:pPr>
              <a:spcAft>
                <a:spcPts val="200"/>
              </a:spcAft>
            </a:pPr>
            <a:r>
              <a:rPr sz="2000" dirty="0">
                <a:solidFill>
                  <a:srgbClr val="374151"/>
                </a:solidFill>
                <a:latin typeface="Aptos"/>
              </a:rPr>
              <a:t>▸ Architecture lessons are mostly slide-led</a:t>
            </a:r>
            <a:r>
              <a:rPr lang="en-US" sz="2000" dirty="0">
                <a:solidFill>
                  <a:srgbClr val="374151"/>
                </a:solidFill>
                <a:latin typeface="Aptos"/>
              </a:rPr>
              <a:t>,</a:t>
            </a:r>
            <a:r>
              <a:rPr sz="2000" dirty="0">
                <a:solidFill>
                  <a:srgbClr val="374151"/>
                </a:solidFill>
                <a:latin typeface="Aptos"/>
              </a:rPr>
              <a:t> so the mental model is clear.</a:t>
            </a:r>
          </a:p>
          <a:p>
            <a:pPr>
              <a:spcAft>
                <a:spcPts val="200"/>
              </a:spcAft>
            </a:pPr>
            <a:r>
              <a:rPr sz="2000" dirty="0">
                <a:solidFill>
                  <a:srgbClr val="374151"/>
                </a:solidFill>
                <a:latin typeface="Aptos"/>
              </a:rPr>
              <a:t>▸ Configuration lessons include concise Foundry or Azure portal walkthroughs.</a:t>
            </a:r>
          </a:p>
          <a:p>
            <a:pPr>
              <a:spcAft>
                <a:spcPts val="200"/>
              </a:spcAft>
            </a:pPr>
            <a:r>
              <a:rPr sz="2000" dirty="0">
                <a:solidFill>
                  <a:srgbClr val="374151"/>
                </a:solidFill>
                <a:latin typeface="Aptos"/>
              </a:rPr>
              <a:t>▸ Lab lessons include setup, execution checkpoints, validation, and cleanup.</a:t>
            </a:r>
          </a:p>
          <a:p>
            <a:pPr>
              <a:spcAft>
                <a:spcPts val="200"/>
              </a:spcAft>
            </a:pPr>
            <a:r>
              <a:rPr sz="2000" dirty="0">
                <a:solidFill>
                  <a:srgbClr val="374151"/>
                </a:solidFill>
                <a:latin typeface="Aptos"/>
              </a:rPr>
              <a:t>▸ </a:t>
            </a:r>
            <a:r>
              <a:rPr lang="en-US" sz="2000" dirty="0">
                <a:solidFill>
                  <a:srgbClr val="374151"/>
                </a:solidFill>
                <a:latin typeface="Aptos"/>
              </a:rPr>
              <a:t>Very limited coding lessons</a:t>
            </a:r>
            <a:endParaRPr sz="2000" dirty="0">
              <a:solidFill>
                <a:srgbClr val="374151"/>
              </a:solidFill>
              <a:latin typeface="Aptos"/>
            </a:endParaRPr>
          </a:p>
        </p:txBody>
      </p:sp>
      <p:sp>
        <p:nvSpPr>
          <p:cNvPr id="8" name="Shape 6"/>
          <p:cNvSpPr/>
          <p:nvPr/>
        </p:nvSpPr>
        <p:spPr>
          <a:xfrm>
            <a:off x="7909560" y="1645920"/>
            <a:ext cx="2971800" cy="2331720"/>
          </a:xfrm>
          <a:prstGeom prst="roundRect">
            <a:avLst>
              <a:gd name="adj" fmla="val 3137"/>
            </a:avLst>
          </a:prstGeom>
          <a:solidFill>
            <a:srgbClr val="FFFFFF"/>
          </a:solidFill>
          <a:ln w="12700">
            <a:solidFill>
              <a:srgbClr val="B8C7D6"/>
            </a:solidFill>
            <a:prstDash val="solid"/>
          </a:ln>
        </p:spPr>
        <p:txBody>
          <a:bodyPr/>
          <a:lstStyle/>
          <a:p>
            <a:endParaRPr lang="en-US"/>
          </a:p>
        </p:txBody>
      </p:sp>
      <p:sp>
        <p:nvSpPr>
          <p:cNvPr id="9" name="Shape 7"/>
          <p:cNvSpPr/>
          <p:nvPr/>
        </p:nvSpPr>
        <p:spPr>
          <a:xfrm>
            <a:off x="8138160" y="1929384"/>
            <a:ext cx="329184" cy="329184"/>
          </a:xfrm>
          <a:prstGeom prst="ellipse">
            <a:avLst/>
          </a:prstGeom>
          <a:solidFill>
            <a:srgbClr val="08A9C9"/>
          </a:solidFill>
          <a:ln w="12700">
            <a:solidFill>
              <a:srgbClr val="08A9C9"/>
            </a:solidFill>
            <a:prstDash val="solid"/>
          </a:ln>
        </p:spPr>
        <p:txBody>
          <a:bodyPr/>
          <a:lstStyle/>
          <a:p>
            <a:endParaRPr lang="en-US"/>
          </a:p>
        </p:txBody>
      </p:sp>
      <p:sp>
        <p:nvSpPr>
          <p:cNvPr id="10" name="Text 8"/>
          <p:cNvSpPr/>
          <p:nvPr/>
        </p:nvSpPr>
        <p:spPr>
          <a:xfrm>
            <a:off x="8138160" y="2002536"/>
            <a:ext cx="329184" cy="109728"/>
          </a:xfrm>
          <a:prstGeom prst="rect">
            <a:avLst/>
          </a:prstGeom>
          <a:noFill/>
          <a:ln/>
        </p:spPr>
        <p:txBody>
          <a:bodyPr wrap="square" lIns="0" tIns="0" rIns="0" bIns="0" rtlCol="0" anchor="ctr"/>
          <a:lstStyle/>
          <a:p>
            <a:pPr marL="0" indent="0" algn="ctr">
              <a:buNone/>
            </a:pPr>
            <a:r>
              <a:rPr sz="1300" b="1">
                <a:solidFill>
                  <a:srgbClr val="FFFFFF"/>
                </a:solidFill>
                <a:latin typeface="Aptos"/>
              </a:rPr>
              <a:t>i</a:t>
            </a:r>
            <a:endParaRPr lang="en-US" sz="1000"/>
          </a:p>
        </p:txBody>
      </p:sp>
      <p:sp>
        <p:nvSpPr>
          <p:cNvPr id="11" name="Text 9"/>
          <p:cNvSpPr/>
          <p:nvPr/>
        </p:nvSpPr>
        <p:spPr>
          <a:xfrm>
            <a:off x="8567928" y="1947672"/>
            <a:ext cx="2148840" cy="320040"/>
          </a:xfrm>
          <a:prstGeom prst="rect">
            <a:avLst/>
          </a:prstGeom>
          <a:noFill/>
          <a:ln/>
        </p:spPr>
        <p:txBody>
          <a:bodyPr wrap="square" lIns="0" tIns="0" rIns="0" bIns="0" rtlCol="0" anchor="ctr">
            <a:normAutofit/>
          </a:bodyPr>
          <a:lstStyle/>
          <a:p>
            <a:r>
              <a:rPr sz="1300" b="1">
                <a:solidFill>
                  <a:srgbClr val="1F2A37"/>
                </a:solidFill>
                <a:latin typeface="Aptos"/>
              </a:rPr>
              <a:t>Demonstration signal</a:t>
            </a:r>
          </a:p>
        </p:txBody>
      </p:sp>
      <p:sp>
        <p:nvSpPr>
          <p:cNvPr id="12" name="Text 10"/>
          <p:cNvSpPr/>
          <p:nvPr/>
        </p:nvSpPr>
        <p:spPr>
          <a:xfrm>
            <a:off x="8138160" y="2743200"/>
            <a:ext cx="2514600" cy="1051560"/>
          </a:xfrm>
          <a:prstGeom prst="rect">
            <a:avLst/>
          </a:prstGeom>
          <a:noFill/>
          <a:ln/>
        </p:spPr>
        <p:txBody>
          <a:bodyPr wrap="square" lIns="0" tIns="0" rIns="0" bIns="0" rtlCol="0" anchor="ctr">
            <a:normAutofit/>
          </a:bodyPr>
          <a:lstStyle/>
          <a:p>
            <a:r>
              <a:rPr sz="1250" b="0" dirty="0">
                <a:solidFill>
                  <a:srgbClr val="374151"/>
                </a:solidFill>
                <a:latin typeface="Aptos"/>
              </a:rPr>
              <a:t>Slides and notes </a:t>
            </a:r>
            <a:r>
              <a:rPr lang="en-US" sz="1250" dirty="0">
                <a:solidFill>
                  <a:srgbClr val="374151"/>
                </a:solidFill>
              </a:rPr>
              <a:t>clearly identify demo moments without introducing</a:t>
            </a:r>
            <a:r>
              <a:rPr sz="1250" b="0" dirty="0">
                <a:solidFill>
                  <a:srgbClr val="374151"/>
                </a:solidFill>
                <a:latin typeface="Aptos"/>
              </a:rPr>
              <a:t> a new visual style.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00"/>
                                        <p:tgtEl>
                                          <p:spTgt spid="9"/>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500"/>
                                        <p:tgtEl>
                                          <p:spTgt spid="10"/>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500"/>
                                        <p:tgtEl>
                                          <p:spTgt spid="11"/>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3F6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137160"/>
          </a:xfrm>
          <a:prstGeom prst="rect">
            <a:avLst/>
          </a:prstGeom>
          <a:solidFill>
            <a:srgbClr val="08A9C9"/>
          </a:solidFill>
          <a:ln w="12700">
            <a:solidFill>
              <a:srgbClr val="08A9C9"/>
            </a:solidFill>
            <a:prstDash val="solid"/>
          </a:ln>
        </p:spPr>
        <p:txBody>
          <a:bodyPr/>
          <a:lstStyle/>
          <a:p>
            <a:endParaRPr lang="en-US"/>
          </a:p>
        </p:txBody>
      </p:sp>
      <p:sp>
        <p:nvSpPr>
          <p:cNvPr id="3" name="Shape 1"/>
          <p:cNvSpPr/>
          <p:nvPr/>
        </p:nvSpPr>
        <p:spPr>
          <a:xfrm>
            <a:off x="11640312" y="6382512"/>
            <a:ext cx="548640" cy="475488"/>
          </a:xfrm>
          <a:prstGeom prst="rtTriangle">
            <a:avLst/>
          </a:prstGeom>
          <a:solidFill>
            <a:srgbClr val="08A9C9"/>
          </a:solidFill>
          <a:ln w="12700">
            <a:solidFill>
              <a:srgbClr val="08A9C9"/>
            </a:solidFill>
            <a:prstDash val="solid"/>
          </a:ln>
        </p:spPr>
        <p:txBody>
          <a:bodyPr/>
          <a:lstStyle/>
          <a:p>
            <a:endParaRPr lang="en-US"/>
          </a:p>
        </p:txBody>
      </p:sp>
      <p:sp>
        <p:nvSpPr>
          <p:cNvPr id="4" name="Text 2"/>
          <p:cNvSpPr/>
          <p:nvPr/>
        </p:nvSpPr>
        <p:spPr>
          <a:xfrm>
            <a:off x="502920" y="6464808"/>
            <a:ext cx="5943600" cy="201168"/>
          </a:xfrm>
          <a:prstGeom prst="rect">
            <a:avLst/>
          </a:prstGeom>
          <a:noFill/>
          <a:ln/>
        </p:spPr>
        <p:txBody>
          <a:bodyPr wrap="square" lIns="0" tIns="0" rIns="0" bIns="0" rtlCol="0" anchor="ctr"/>
          <a:lstStyle/>
          <a:p>
            <a:r>
              <a:rPr sz="1300" b="0">
                <a:solidFill>
                  <a:srgbClr val="374151"/>
                </a:solidFill>
                <a:latin typeface="Aptos"/>
              </a:rPr>
              <a:t>Section 1 · Lecture 3</a:t>
            </a:r>
          </a:p>
        </p:txBody>
      </p:sp>
      <p:sp>
        <p:nvSpPr>
          <p:cNvPr id="5" name="Text 3"/>
          <p:cNvSpPr/>
          <p:nvPr/>
        </p:nvSpPr>
        <p:spPr>
          <a:xfrm>
            <a:off x="502920" y="621792"/>
            <a:ext cx="8686800" cy="502920"/>
          </a:xfrm>
          <a:prstGeom prst="rect">
            <a:avLst/>
          </a:prstGeom>
          <a:noFill/>
          <a:ln/>
        </p:spPr>
        <p:txBody>
          <a:bodyPr wrap="square" lIns="0" tIns="0" rIns="0" bIns="0" rtlCol="0" anchor="ctr">
            <a:normAutofit/>
          </a:bodyPr>
          <a:lstStyle/>
          <a:p>
            <a:r>
              <a:rPr sz="2700" b="0">
                <a:solidFill>
                  <a:srgbClr val="08A9C9"/>
                </a:solidFill>
                <a:latin typeface="Aptos Display"/>
              </a:rPr>
              <a:t>Course Environment and Azure Workspace Setup</a:t>
            </a:r>
          </a:p>
        </p:txBody>
      </p:sp>
      <p:sp>
        <p:nvSpPr>
          <p:cNvPr id="6" name="Text 4"/>
          <p:cNvSpPr/>
          <p:nvPr/>
        </p:nvSpPr>
        <p:spPr>
          <a:xfrm>
            <a:off x="502920" y="1298448"/>
            <a:ext cx="7772400" cy="347472"/>
          </a:xfrm>
          <a:prstGeom prst="rect">
            <a:avLst/>
          </a:prstGeom>
          <a:noFill/>
          <a:ln/>
        </p:spPr>
        <p:txBody>
          <a:bodyPr wrap="square" lIns="0" tIns="0" rIns="0" bIns="0" rtlCol="0" anchor="ctr">
            <a:normAutofit/>
          </a:bodyPr>
          <a:lstStyle/>
          <a:p>
            <a:r>
              <a:rPr sz="1400" b="0">
                <a:solidFill>
                  <a:srgbClr val="374151"/>
                </a:solidFill>
                <a:latin typeface="Aptos"/>
              </a:rPr>
              <a:t>Prepare the environment without turning setup into a development workshop.</a:t>
            </a:r>
          </a:p>
        </p:txBody>
      </p:sp>
      <p:sp>
        <p:nvSpPr>
          <p:cNvPr id="7" name="Text 5"/>
          <p:cNvSpPr/>
          <p:nvPr/>
        </p:nvSpPr>
        <p:spPr>
          <a:xfrm>
            <a:off x="640080" y="1783080"/>
            <a:ext cx="6995160" cy="4160520"/>
          </a:xfrm>
          <a:prstGeom prst="rect">
            <a:avLst/>
          </a:prstGeom>
          <a:noFill/>
          <a:ln/>
        </p:spPr>
        <p:txBody>
          <a:bodyPr wrap="square" lIns="508" tIns="508" rIns="508" bIns="508" rtlCol="0" anchor="ctr">
            <a:normAutofit/>
          </a:bodyPr>
          <a:lstStyle/>
          <a:p>
            <a:pPr>
              <a:spcAft>
                <a:spcPts val="200"/>
              </a:spcAft>
            </a:pPr>
            <a:r>
              <a:rPr sz="2000" dirty="0">
                <a:solidFill>
                  <a:srgbClr val="374151"/>
                </a:solidFill>
                <a:latin typeface="Aptos"/>
              </a:rPr>
              <a:t>▸ Use a modern browser and the current Microsoft Foundry portal.</a:t>
            </a:r>
          </a:p>
          <a:p>
            <a:pPr>
              <a:spcAft>
                <a:spcPts val="200"/>
              </a:spcAft>
            </a:pPr>
            <a:r>
              <a:rPr sz="2000" dirty="0">
                <a:solidFill>
                  <a:srgbClr val="374151"/>
                </a:solidFill>
                <a:latin typeface="Aptos"/>
              </a:rPr>
              <a:t>▸ Confirm Azure access, subscription permissions, and region availability.</a:t>
            </a:r>
          </a:p>
          <a:p>
            <a:pPr>
              <a:spcAft>
                <a:spcPts val="200"/>
              </a:spcAft>
            </a:pPr>
            <a:r>
              <a:rPr sz="2000" dirty="0">
                <a:solidFill>
                  <a:srgbClr val="374151"/>
                </a:solidFill>
                <a:latin typeface="Aptos"/>
              </a:rPr>
              <a:t>▸ Keep model names flexible because availability can vary by region and quota.</a:t>
            </a:r>
          </a:p>
          <a:p>
            <a:pPr>
              <a:spcAft>
                <a:spcPts val="200"/>
              </a:spcAft>
            </a:pPr>
            <a:r>
              <a:rPr sz="2000" dirty="0">
                <a:solidFill>
                  <a:srgbClr val="374151"/>
                </a:solidFill>
                <a:latin typeface="Aptos"/>
              </a:rPr>
              <a:t>▸ </a:t>
            </a:r>
            <a:r>
              <a:rPr lang="en-US" sz="2000" dirty="0">
                <a:solidFill>
                  <a:srgbClr val="374151"/>
                </a:solidFill>
                <a:latin typeface="Aptos"/>
              </a:rPr>
              <a:t>C</a:t>
            </a:r>
            <a:r>
              <a:rPr sz="2000" dirty="0">
                <a:solidFill>
                  <a:srgbClr val="374151"/>
                </a:solidFill>
                <a:latin typeface="Aptos"/>
              </a:rPr>
              <a:t>leanup </a:t>
            </a:r>
            <a:r>
              <a:rPr lang="en-US" sz="2000" dirty="0">
                <a:solidFill>
                  <a:srgbClr val="374151"/>
                </a:solidFill>
                <a:latin typeface="Aptos"/>
              </a:rPr>
              <a:t>resources </a:t>
            </a:r>
            <a:r>
              <a:rPr sz="2000" dirty="0">
                <a:solidFill>
                  <a:srgbClr val="374151"/>
                </a:solidFill>
                <a:latin typeface="Aptos"/>
              </a:rPr>
              <a:t>to avoid unnecessary Azure charges.</a:t>
            </a:r>
          </a:p>
        </p:txBody>
      </p:sp>
      <p:sp>
        <p:nvSpPr>
          <p:cNvPr id="8" name="Shape 6"/>
          <p:cNvSpPr/>
          <p:nvPr/>
        </p:nvSpPr>
        <p:spPr>
          <a:xfrm>
            <a:off x="7909560" y="1645920"/>
            <a:ext cx="2971800" cy="2331720"/>
          </a:xfrm>
          <a:prstGeom prst="roundRect">
            <a:avLst>
              <a:gd name="adj" fmla="val 3137"/>
            </a:avLst>
          </a:prstGeom>
          <a:solidFill>
            <a:srgbClr val="FFFFFF"/>
          </a:solidFill>
          <a:ln w="12700">
            <a:solidFill>
              <a:srgbClr val="B8C7D6"/>
            </a:solidFill>
            <a:prstDash val="solid"/>
          </a:ln>
        </p:spPr>
        <p:txBody>
          <a:bodyPr/>
          <a:lstStyle/>
          <a:p>
            <a:endParaRPr lang="en-US"/>
          </a:p>
        </p:txBody>
      </p:sp>
      <p:sp>
        <p:nvSpPr>
          <p:cNvPr id="9" name="Shape 7"/>
          <p:cNvSpPr/>
          <p:nvPr/>
        </p:nvSpPr>
        <p:spPr>
          <a:xfrm>
            <a:off x="8138160" y="1929384"/>
            <a:ext cx="329184" cy="329184"/>
          </a:xfrm>
          <a:prstGeom prst="ellipse">
            <a:avLst/>
          </a:prstGeom>
          <a:solidFill>
            <a:srgbClr val="08A9C9"/>
          </a:solidFill>
          <a:ln w="12700">
            <a:solidFill>
              <a:srgbClr val="08A9C9"/>
            </a:solidFill>
            <a:prstDash val="solid"/>
          </a:ln>
        </p:spPr>
        <p:txBody>
          <a:bodyPr/>
          <a:lstStyle/>
          <a:p>
            <a:endParaRPr lang="en-US"/>
          </a:p>
        </p:txBody>
      </p:sp>
      <p:sp>
        <p:nvSpPr>
          <p:cNvPr id="10" name="Text 8"/>
          <p:cNvSpPr/>
          <p:nvPr/>
        </p:nvSpPr>
        <p:spPr>
          <a:xfrm>
            <a:off x="8138160" y="2002536"/>
            <a:ext cx="329184" cy="109728"/>
          </a:xfrm>
          <a:prstGeom prst="rect">
            <a:avLst/>
          </a:prstGeom>
          <a:noFill/>
          <a:ln/>
        </p:spPr>
        <p:txBody>
          <a:bodyPr wrap="square" lIns="0" tIns="0" rIns="0" bIns="0" rtlCol="0" anchor="ctr"/>
          <a:lstStyle/>
          <a:p>
            <a:pPr marL="0" indent="0" algn="ctr">
              <a:buNone/>
            </a:pPr>
            <a:r>
              <a:rPr sz="1300" b="1">
                <a:solidFill>
                  <a:srgbClr val="FFFFFF"/>
                </a:solidFill>
                <a:latin typeface="Aptos"/>
              </a:rPr>
              <a:t>i</a:t>
            </a:r>
            <a:endParaRPr lang="en-US" sz="1000"/>
          </a:p>
        </p:txBody>
      </p:sp>
      <p:sp>
        <p:nvSpPr>
          <p:cNvPr id="11" name="Text 9"/>
          <p:cNvSpPr/>
          <p:nvPr/>
        </p:nvSpPr>
        <p:spPr>
          <a:xfrm>
            <a:off x="8567928" y="1947672"/>
            <a:ext cx="2148840" cy="320040"/>
          </a:xfrm>
          <a:prstGeom prst="rect">
            <a:avLst/>
          </a:prstGeom>
          <a:noFill/>
          <a:ln/>
        </p:spPr>
        <p:txBody>
          <a:bodyPr wrap="square" lIns="0" tIns="0" rIns="0" bIns="0" rtlCol="0" anchor="ctr">
            <a:normAutofit/>
          </a:bodyPr>
          <a:lstStyle/>
          <a:p>
            <a:r>
              <a:rPr sz="1300" b="1">
                <a:solidFill>
                  <a:srgbClr val="1F2A37"/>
                </a:solidFill>
                <a:latin typeface="Aptos"/>
              </a:rPr>
              <a:t>Demonstration</a:t>
            </a:r>
          </a:p>
        </p:txBody>
      </p:sp>
      <p:sp>
        <p:nvSpPr>
          <p:cNvPr id="12" name="Text 10"/>
          <p:cNvSpPr/>
          <p:nvPr/>
        </p:nvSpPr>
        <p:spPr>
          <a:xfrm>
            <a:off x="8138160" y="2743200"/>
            <a:ext cx="2514600" cy="1051560"/>
          </a:xfrm>
          <a:prstGeom prst="rect">
            <a:avLst/>
          </a:prstGeom>
          <a:noFill/>
          <a:ln/>
        </p:spPr>
        <p:txBody>
          <a:bodyPr wrap="square" lIns="0" tIns="0" rIns="0" bIns="0" rtlCol="0" anchor="ctr">
            <a:normAutofit/>
          </a:bodyPr>
          <a:lstStyle/>
          <a:p>
            <a:r>
              <a:rPr sz="1400" b="0" dirty="0">
                <a:solidFill>
                  <a:srgbClr val="374151"/>
                </a:solidFill>
                <a:latin typeface="Aptos"/>
              </a:rPr>
              <a:t>Walk through portal sign-in, workspace expectations, supplied assets, and cleanup responsibilities.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00"/>
                                        <p:tgtEl>
                                          <p:spTgt spid="9"/>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500"/>
                                        <p:tgtEl>
                                          <p:spTgt spid="10"/>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500"/>
                                        <p:tgtEl>
                                          <p:spTgt spid="11"/>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3F6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137160"/>
          </a:xfrm>
          <a:prstGeom prst="rect">
            <a:avLst/>
          </a:prstGeom>
          <a:solidFill>
            <a:srgbClr val="08A9C9"/>
          </a:solidFill>
          <a:ln w="12700">
            <a:solidFill>
              <a:srgbClr val="08A9C9"/>
            </a:solidFill>
            <a:prstDash val="solid"/>
          </a:ln>
        </p:spPr>
        <p:txBody>
          <a:bodyPr/>
          <a:lstStyle/>
          <a:p>
            <a:endParaRPr lang="en-US"/>
          </a:p>
        </p:txBody>
      </p:sp>
      <p:sp>
        <p:nvSpPr>
          <p:cNvPr id="3" name="Shape 1"/>
          <p:cNvSpPr/>
          <p:nvPr/>
        </p:nvSpPr>
        <p:spPr>
          <a:xfrm>
            <a:off x="11640312" y="6382512"/>
            <a:ext cx="548640" cy="475488"/>
          </a:xfrm>
          <a:prstGeom prst="rtTriangle">
            <a:avLst/>
          </a:prstGeom>
          <a:solidFill>
            <a:srgbClr val="08A9C9"/>
          </a:solidFill>
          <a:ln w="12700">
            <a:solidFill>
              <a:srgbClr val="08A9C9"/>
            </a:solidFill>
            <a:prstDash val="solid"/>
          </a:ln>
        </p:spPr>
        <p:txBody>
          <a:bodyPr/>
          <a:lstStyle/>
          <a:p>
            <a:endParaRPr lang="en-US"/>
          </a:p>
        </p:txBody>
      </p:sp>
      <p:sp>
        <p:nvSpPr>
          <p:cNvPr id="4" name="Text 2"/>
          <p:cNvSpPr/>
          <p:nvPr/>
        </p:nvSpPr>
        <p:spPr>
          <a:xfrm>
            <a:off x="502920" y="6464808"/>
            <a:ext cx="5943600" cy="201168"/>
          </a:xfrm>
          <a:prstGeom prst="rect">
            <a:avLst/>
          </a:prstGeom>
          <a:noFill/>
          <a:ln/>
        </p:spPr>
        <p:txBody>
          <a:bodyPr wrap="square" lIns="0" tIns="0" rIns="0" bIns="0" rtlCol="0" anchor="ctr"/>
          <a:lstStyle/>
          <a:p>
            <a:r>
              <a:rPr sz="1300" b="0">
                <a:solidFill>
                  <a:srgbClr val="374151"/>
                </a:solidFill>
                <a:latin typeface="Aptos"/>
              </a:rPr>
              <a:t>Section 1 · Lecture 3</a:t>
            </a:r>
          </a:p>
        </p:txBody>
      </p:sp>
      <p:sp>
        <p:nvSpPr>
          <p:cNvPr id="5" name="Text 3"/>
          <p:cNvSpPr/>
          <p:nvPr/>
        </p:nvSpPr>
        <p:spPr>
          <a:xfrm>
            <a:off x="502920" y="621792"/>
            <a:ext cx="8686800" cy="502920"/>
          </a:xfrm>
          <a:prstGeom prst="rect">
            <a:avLst/>
          </a:prstGeom>
          <a:noFill/>
          <a:ln/>
        </p:spPr>
        <p:txBody>
          <a:bodyPr wrap="square" lIns="0" tIns="0" rIns="0" bIns="0" rtlCol="0" anchor="ctr">
            <a:normAutofit/>
          </a:bodyPr>
          <a:lstStyle/>
          <a:p>
            <a:r>
              <a:rPr sz="2800" b="0">
                <a:solidFill>
                  <a:srgbClr val="08A9C9"/>
                </a:solidFill>
                <a:latin typeface="Aptos Display"/>
              </a:rPr>
              <a:t>Azure Workspace Readiness Checklist</a:t>
            </a:r>
          </a:p>
        </p:txBody>
      </p:sp>
      <p:sp>
        <p:nvSpPr>
          <p:cNvPr id="6" name="Text 4"/>
          <p:cNvSpPr/>
          <p:nvPr/>
        </p:nvSpPr>
        <p:spPr>
          <a:xfrm>
            <a:off x="502920" y="1298448"/>
            <a:ext cx="7772400" cy="347472"/>
          </a:xfrm>
          <a:prstGeom prst="rect">
            <a:avLst/>
          </a:prstGeom>
          <a:noFill/>
          <a:ln/>
        </p:spPr>
        <p:txBody>
          <a:bodyPr wrap="square" lIns="0" tIns="0" rIns="0" bIns="0" rtlCol="0" anchor="ctr">
            <a:normAutofit/>
          </a:bodyPr>
          <a:lstStyle/>
          <a:p>
            <a:r>
              <a:rPr sz="1400" b="0">
                <a:solidFill>
                  <a:srgbClr val="374151"/>
                </a:solidFill>
                <a:latin typeface="Aptos"/>
              </a:rPr>
              <a:t>Before the first lab, learners need confidence that the right access and boundaries exist.</a:t>
            </a:r>
          </a:p>
        </p:txBody>
      </p:sp>
      <p:sp>
        <p:nvSpPr>
          <p:cNvPr id="7" name="Text 5"/>
          <p:cNvSpPr/>
          <p:nvPr/>
        </p:nvSpPr>
        <p:spPr>
          <a:xfrm>
            <a:off x="640080" y="1783080"/>
            <a:ext cx="6995160" cy="4160520"/>
          </a:xfrm>
          <a:prstGeom prst="rect">
            <a:avLst/>
          </a:prstGeom>
          <a:noFill/>
          <a:ln/>
        </p:spPr>
        <p:txBody>
          <a:bodyPr wrap="square" lIns="508" tIns="508" rIns="508" bIns="508" rtlCol="0" anchor="ctr">
            <a:normAutofit/>
          </a:bodyPr>
          <a:lstStyle/>
          <a:p>
            <a:pPr>
              <a:spcAft>
                <a:spcPts val="200"/>
              </a:spcAft>
            </a:pPr>
            <a:r>
              <a:rPr sz="2000" dirty="0">
                <a:solidFill>
                  <a:srgbClr val="374151"/>
                </a:solidFill>
                <a:latin typeface="Aptos"/>
              </a:rPr>
              <a:t>▸ Can you open the Microsoft Foundry portal and see your intended subscription?</a:t>
            </a:r>
          </a:p>
          <a:p>
            <a:pPr>
              <a:spcAft>
                <a:spcPts val="200"/>
              </a:spcAft>
            </a:pPr>
            <a:r>
              <a:rPr sz="2000" dirty="0">
                <a:solidFill>
                  <a:srgbClr val="374151"/>
                </a:solidFill>
                <a:latin typeface="Aptos"/>
              </a:rPr>
              <a:t>▸ Do you have permission to create or access a Foundry resource and project?</a:t>
            </a:r>
          </a:p>
          <a:p>
            <a:pPr>
              <a:spcAft>
                <a:spcPts val="200"/>
              </a:spcAft>
            </a:pPr>
            <a:r>
              <a:rPr sz="2000" dirty="0">
                <a:solidFill>
                  <a:srgbClr val="374151"/>
                </a:solidFill>
                <a:latin typeface="Aptos"/>
              </a:rPr>
              <a:t>▸ Is the required region available for the lab model or service?</a:t>
            </a:r>
          </a:p>
          <a:p>
            <a:pPr>
              <a:spcAft>
                <a:spcPts val="200"/>
              </a:spcAft>
            </a:pPr>
            <a:r>
              <a:rPr sz="2000" dirty="0">
                <a:solidFill>
                  <a:srgbClr val="374151"/>
                </a:solidFill>
                <a:latin typeface="Aptos"/>
              </a:rPr>
              <a:t>▸ Can you identify where quotas, role assignments, and resource cleanup are managed?</a:t>
            </a:r>
          </a:p>
        </p:txBody>
      </p:sp>
      <p:sp>
        <p:nvSpPr>
          <p:cNvPr id="8" name="Shape 6"/>
          <p:cNvSpPr/>
          <p:nvPr/>
        </p:nvSpPr>
        <p:spPr>
          <a:xfrm>
            <a:off x="7909560" y="1645920"/>
            <a:ext cx="2971800" cy="2331720"/>
          </a:xfrm>
          <a:prstGeom prst="roundRect">
            <a:avLst>
              <a:gd name="adj" fmla="val 3137"/>
            </a:avLst>
          </a:prstGeom>
          <a:solidFill>
            <a:srgbClr val="FFFFFF"/>
          </a:solidFill>
          <a:ln w="12700">
            <a:solidFill>
              <a:srgbClr val="B8C7D6"/>
            </a:solidFill>
            <a:prstDash val="solid"/>
          </a:ln>
        </p:spPr>
        <p:txBody>
          <a:bodyPr/>
          <a:lstStyle/>
          <a:p>
            <a:endParaRPr lang="en-US"/>
          </a:p>
        </p:txBody>
      </p:sp>
      <p:sp>
        <p:nvSpPr>
          <p:cNvPr id="9" name="Shape 7"/>
          <p:cNvSpPr/>
          <p:nvPr/>
        </p:nvSpPr>
        <p:spPr>
          <a:xfrm>
            <a:off x="8138160" y="1929384"/>
            <a:ext cx="329184" cy="329184"/>
          </a:xfrm>
          <a:prstGeom prst="ellipse">
            <a:avLst/>
          </a:prstGeom>
          <a:solidFill>
            <a:srgbClr val="08A9C9"/>
          </a:solidFill>
          <a:ln w="12700">
            <a:solidFill>
              <a:srgbClr val="08A9C9"/>
            </a:solidFill>
            <a:prstDash val="solid"/>
          </a:ln>
        </p:spPr>
        <p:txBody>
          <a:bodyPr/>
          <a:lstStyle/>
          <a:p>
            <a:endParaRPr lang="en-US"/>
          </a:p>
        </p:txBody>
      </p:sp>
      <p:sp>
        <p:nvSpPr>
          <p:cNvPr id="10" name="Text 8"/>
          <p:cNvSpPr/>
          <p:nvPr/>
        </p:nvSpPr>
        <p:spPr>
          <a:xfrm>
            <a:off x="8138160" y="2002536"/>
            <a:ext cx="329184" cy="109728"/>
          </a:xfrm>
          <a:prstGeom prst="rect">
            <a:avLst/>
          </a:prstGeom>
          <a:noFill/>
          <a:ln/>
        </p:spPr>
        <p:txBody>
          <a:bodyPr wrap="square" lIns="0" tIns="0" rIns="0" bIns="0" rtlCol="0" anchor="ctr"/>
          <a:lstStyle/>
          <a:p>
            <a:pPr marL="0" indent="0" algn="ctr">
              <a:buNone/>
            </a:pPr>
            <a:r>
              <a:rPr sz="1300" b="1">
                <a:solidFill>
                  <a:srgbClr val="FFFFFF"/>
                </a:solidFill>
                <a:latin typeface="Aptos"/>
              </a:rPr>
              <a:t>i</a:t>
            </a:r>
            <a:endParaRPr lang="en-US" sz="1000"/>
          </a:p>
        </p:txBody>
      </p:sp>
      <p:sp>
        <p:nvSpPr>
          <p:cNvPr id="11" name="Text 9"/>
          <p:cNvSpPr/>
          <p:nvPr/>
        </p:nvSpPr>
        <p:spPr>
          <a:xfrm>
            <a:off x="8567928" y="1947672"/>
            <a:ext cx="2148840" cy="320040"/>
          </a:xfrm>
          <a:prstGeom prst="rect">
            <a:avLst/>
          </a:prstGeom>
          <a:noFill/>
          <a:ln/>
        </p:spPr>
        <p:txBody>
          <a:bodyPr wrap="square" lIns="0" tIns="0" rIns="0" bIns="0" rtlCol="0" anchor="ctr">
            <a:normAutofit/>
          </a:bodyPr>
          <a:lstStyle/>
          <a:p>
            <a:r>
              <a:rPr sz="1300" b="1">
                <a:solidFill>
                  <a:srgbClr val="1F2A37"/>
                </a:solidFill>
                <a:latin typeface="Aptos"/>
              </a:rPr>
              <a:t>Setup rule</a:t>
            </a:r>
          </a:p>
        </p:txBody>
      </p:sp>
      <p:sp>
        <p:nvSpPr>
          <p:cNvPr id="12" name="Text 10"/>
          <p:cNvSpPr/>
          <p:nvPr/>
        </p:nvSpPr>
        <p:spPr>
          <a:xfrm>
            <a:off x="8138160" y="2743200"/>
            <a:ext cx="2514600" cy="1051560"/>
          </a:xfrm>
          <a:prstGeom prst="rect">
            <a:avLst/>
          </a:prstGeom>
          <a:noFill/>
          <a:ln/>
        </p:spPr>
        <p:txBody>
          <a:bodyPr wrap="square" lIns="0" tIns="0" rIns="0" bIns="0" rtlCol="0" anchor="ctr">
            <a:normAutofit/>
          </a:bodyPr>
          <a:lstStyle/>
          <a:p>
            <a:r>
              <a:rPr sz="1600" b="0" dirty="0">
                <a:solidFill>
                  <a:srgbClr val="374151"/>
                </a:solidFill>
                <a:latin typeface="Aptos"/>
              </a:rPr>
              <a:t>Do not start a lab until access, region, quota, and cleanup expectations are clear.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00"/>
                                        <p:tgtEl>
                                          <p:spTgt spid="9"/>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500"/>
                                        <p:tgtEl>
                                          <p:spTgt spid="10"/>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500"/>
                                        <p:tgtEl>
                                          <p:spTgt spid="11"/>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3F6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137160"/>
          </a:xfrm>
          <a:prstGeom prst="rect">
            <a:avLst/>
          </a:prstGeom>
          <a:solidFill>
            <a:srgbClr val="08A9C9"/>
          </a:solidFill>
          <a:ln w="12700">
            <a:solidFill>
              <a:srgbClr val="08A9C9"/>
            </a:solidFill>
            <a:prstDash val="solid"/>
          </a:ln>
        </p:spPr>
        <p:txBody>
          <a:bodyPr/>
          <a:lstStyle/>
          <a:p>
            <a:endParaRPr lang="en-US"/>
          </a:p>
        </p:txBody>
      </p:sp>
      <p:sp>
        <p:nvSpPr>
          <p:cNvPr id="3" name="Shape 1"/>
          <p:cNvSpPr/>
          <p:nvPr/>
        </p:nvSpPr>
        <p:spPr>
          <a:xfrm>
            <a:off x="11640312" y="6382512"/>
            <a:ext cx="548640" cy="475488"/>
          </a:xfrm>
          <a:prstGeom prst="rtTriangle">
            <a:avLst/>
          </a:prstGeom>
          <a:solidFill>
            <a:srgbClr val="08A9C9"/>
          </a:solidFill>
          <a:ln w="12700">
            <a:solidFill>
              <a:srgbClr val="08A9C9"/>
            </a:solidFill>
            <a:prstDash val="solid"/>
          </a:ln>
        </p:spPr>
        <p:txBody>
          <a:bodyPr/>
          <a:lstStyle/>
          <a:p>
            <a:endParaRPr lang="en-US"/>
          </a:p>
        </p:txBody>
      </p:sp>
      <p:sp>
        <p:nvSpPr>
          <p:cNvPr id="4" name="Text 2"/>
          <p:cNvSpPr/>
          <p:nvPr/>
        </p:nvSpPr>
        <p:spPr>
          <a:xfrm>
            <a:off x="502920" y="6464808"/>
            <a:ext cx="5943600" cy="201168"/>
          </a:xfrm>
          <a:prstGeom prst="rect">
            <a:avLst/>
          </a:prstGeom>
          <a:noFill/>
          <a:ln/>
        </p:spPr>
        <p:txBody>
          <a:bodyPr wrap="square" lIns="0" tIns="0" rIns="0" bIns="0" rtlCol="0" anchor="ctr"/>
          <a:lstStyle/>
          <a:p>
            <a:r>
              <a:rPr sz="1300" b="0">
                <a:solidFill>
                  <a:srgbClr val="374151"/>
                </a:solidFill>
                <a:latin typeface="Aptos"/>
              </a:rPr>
              <a:t>Section 1 · Lecture 3</a:t>
            </a:r>
          </a:p>
        </p:txBody>
      </p:sp>
      <p:sp>
        <p:nvSpPr>
          <p:cNvPr id="5" name="Text 3"/>
          <p:cNvSpPr/>
          <p:nvPr/>
        </p:nvSpPr>
        <p:spPr>
          <a:xfrm>
            <a:off x="502920" y="621792"/>
            <a:ext cx="8686800" cy="502920"/>
          </a:xfrm>
          <a:prstGeom prst="rect">
            <a:avLst/>
          </a:prstGeom>
          <a:noFill/>
          <a:ln/>
        </p:spPr>
        <p:txBody>
          <a:bodyPr wrap="square" lIns="0" tIns="0" rIns="0" bIns="0" rtlCol="0" anchor="ctr">
            <a:normAutofit/>
          </a:bodyPr>
          <a:lstStyle/>
          <a:p>
            <a:r>
              <a:rPr sz="2800" b="0">
                <a:solidFill>
                  <a:srgbClr val="08A9C9"/>
                </a:solidFill>
                <a:latin typeface="Aptos Display"/>
              </a:rPr>
              <a:t>Working with a Fast-Moving Platform</a:t>
            </a:r>
          </a:p>
        </p:txBody>
      </p:sp>
      <p:sp>
        <p:nvSpPr>
          <p:cNvPr id="6" name="Text 4"/>
          <p:cNvSpPr/>
          <p:nvPr/>
        </p:nvSpPr>
        <p:spPr>
          <a:xfrm>
            <a:off x="502920" y="1298448"/>
            <a:ext cx="7772400" cy="347472"/>
          </a:xfrm>
          <a:prstGeom prst="rect">
            <a:avLst/>
          </a:prstGeom>
          <a:noFill/>
          <a:ln/>
        </p:spPr>
        <p:txBody>
          <a:bodyPr wrap="square" lIns="0" tIns="0" rIns="0" bIns="0" rtlCol="0" anchor="ctr">
            <a:normAutofit fontScale="92500" lnSpcReduction="20000"/>
          </a:bodyPr>
          <a:lstStyle/>
          <a:p>
            <a:r>
              <a:rPr sz="1400" b="0">
                <a:solidFill>
                  <a:srgbClr val="374151"/>
                </a:solidFill>
                <a:latin typeface="Aptos"/>
              </a:rPr>
              <a:t>Microsoft Foundry evolves quickly, so the course separates stable operating principles from feature-specific UI details.</a:t>
            </a:r>
          </a:p>
        </p:txBody>
      </p:sp>
      <p:sp>
        <p:nvSpPr>
          <p:cNvPr id="7" name="Text 5"/>
          <p:cNvSpPr/>
          <p:nvPr/>
        </p:nvSpPr>
        <p:spPr>
          <a:xfrm>
            <a:off x="640080" y="1783080"/>
            <a:ext cx="6995160" cy="4160520"/>
          </a:xfrm>
          <a:prstGeom prst="rect">
            <a:avLst/>
          </a:prstGeom>
          <a:noFill/>
          <a:ln/>
        </p:spPr>
        <p:txBody>
          <a:bodyPr wrap="square" lIns="508" tIns="508" rIns="508" bIns="508" rtlCol="0" anchor="ctr">
            <a:normAutofit/>
          </a:bodyPr>
          <a:lstStyle/>
          <a:p>
            <a:pPr>
              <a:spcAft>
                <a:spcPts val="200"/>
              </a:spcAft>
            </a:pPr>
            <a:r>
              <a:rPr sz="2000" dirty="0">
                <a:solidFill>
                  <a:srgbClr val="374151"/>
                </a:solidFill>
                <a:latin typeface="Aptos"/>
              </a:rPr>
              <a:t>▸ Microsoft </a:t>
            </a:r>
            <a:r>
              <a:rPr lang="en-US" sz="2000" dirty="0">
                <a:solidFill>
                  <a:srgbClr val="374151"/>
                </a:solidFill>
                <a:latin typeface="Aptos"/>
              </a:rPr>
              <a:t>Foundry is always evolving and adjusting to market demands. </a:t>
            </a:r>
          </a:p>
          <a:p>
            <a:pPr>
              <a:spcAft>
                <a:spcPts val="200"/>
              </a:spcAft>
            </a:pPr>
            <a:r>
              <a:rPr lang="en-US" sz="2000" dirty="0">
                <a:solidFill>
                  <a:srgbClr val="374151"/>
                </a:solidFill>
              </a:rPr>
              <a:t>▸ Always consult Microsoft </a:t>
            </a:r>
            <a:r>
              <a:rPr sz="2000" dirty="0">
                <a:solidFill>
                  <a:srgbClr val="374151"/>
                </a:solidFill>
                <a:latin typeface="Aptos"/>
              </a:rPr>
              <a:t>Learn</a:t>
            </a:r>
            <a:r>
              <a:rPr lang="en-US" sz="2000" dirty="0">
                <a:solidFill>
                  <a:srgbClr val="374151"/>
                </a:solidFill>
                <a:latin typeface="Aptos"/>
              </a:rPr>
              <a:t> and the latest documentation for additional resources and assistance. </a:t>
            </a:r>
            <a:endParaRPr sz="2000" dirty="0">
              <a:solidFill>
                <a:srgbClr val="374151"/>
              </a:solidFill>
              <a:latin typeface="Aptos"/>
            </a:endParaRPr>
          </a:p>
          <a:p>
            <a:pPr>
              <a:spcAft>
                <a:spcPts val="200"/>
              </a:spcAft>
            </a:pPr>
            <a:r>
              <a:rPr sz="2000" dirty="0">
                <a:solidFill>
                  <a:srgbClr val="374151"/>
                </a:solidFill>
                <a:latin typeface="Aptos"/>
              </a:rPr>
              <a:t>▸ Preview features should be approved before production dependence.</a:t>
            </a:r>
          </a:p>
          <a:p>
            <a:pPr>
              <a:spcAft>
                <a:spcPts val="200"/>
              </a:spcAft>
            </a:pPr>
            <a:r>
              <a:rPr sz="2000" dirty="0">
                <a:solidFill>
                  <a:srgbClr val="374151"/>
                </a:solidFill>
                <a:latin typeface="Aptos"/>
              </a:rPr>
              <a:t>▸ Portal screenshots </a:t>
            </a:r>
            <a:r>
              <a:rPr lang="en-US" sz="2000" dirty="0">
                <a:solidFill>
                  <a:srgbClr val="374151"/>
                </a:solidFill>
                <a:latin typeface="Aptos"/>
              </a:rPr>
              <a:t>and walkthroughs are </a:t>
            </a:r>
            <a:r>
              <a:rPr sz="2000" dirty="0">
                <a:solidFill>
                  <a:srgbClr val="374151"/>
                </a:solidFill>
                <a:latin typeface="Aptos"/>
              </a:rPr>
              <a:t>helpful, but operating principles matter more than exact clicks.</a:t>
            </a:r>
          </a:p>
          <a:p>
            <a:pPr>
              <a:spcAft>
                <a:spcPts val="200"/>
              </a:spcAft>
            </a:pPr>
            <a:r>
              <a:rPr sz="2000" dirty="0">
                <a:solidFill>
                  <a:srgbClr val="374151"/>
                </a:solidFill>
                <a:latin typeface="Aptos"/>
              </a:rPr>
              <a:t>▸ Model and region availability </a:t>
            </a:r>
            <a:r>
              <a:rPr lang="en-US" sz="2000" dirty="0">
                <a:solidFill>
                  <a:srgbClr val="374151"/>
                </a:solidFill>
                <a:latin typeface="Aptos"/>
              </a:rPr>
              <a:t>may vary, so ensure that you use the best option available.</a:t>
            </a:r>
            <a:endParaRPr sz="2000" dirty="0">
              <a:solidFill>
                <a:srgbClr val="374151"/>
              </a:solidFill>
              <a:latin typeface="Aptos"/>
            </a:endParaRPr>
          </a:p>
        </p:txBody>
      </p:sp>
      <p:sp>
        <p:nvSpPr>
          <p:cNvPr id="8" name="Shape 6"/>
          <p:cNvSpPr/>
          <p:nvPr/>
        </p:nvSpPr>
        <p:spPr>
          <a:xfrm>
            <a:off x="7909560" y="1645920"/>
            <a:ext cx="2971800" cy="2331720"/>
          </a:xfrm>
          <a:prstGeom prst="roundRect">
            <a:avLst>
              <a:gd name="adj" fmla="val 3137"/>
            </a:avLst>
          </a:prstGeom>
          <a:solidFill>
            <a:srgbClr val="FFFFFF"/>
          </a:solidFill>
          <a:ln w="12700">
            <a:solidFill>
              <a:srgbClr val="B8C7D6"/>
            </a:solidFill>
            <a:prstDash val="solid"/>
          </a:ln>
        </p:spPr>
        <p:txBody>
          <a:bodyPr/>
          <a:lstStyle/>
          <a:p>
            <a:endParaRPr lang="en-US"/>
          </a:p>
        </p:txBody>
      </p:sp>
      <p:sp>
        <p:nvSpPr>
          <p:cNvPr id="9" name="Shape 7"/>
          <p:cNvSpPr/>
          <p:nvPr/>
        </p:nvSpPr>
        <p:spPr>
          <a:xfrm>
            <a:off x="8138160" y="1929384"/>
            <a:ext cx="329184" cy="329184"/>
          </a:xfrm>
          <a:prstGeom prst="ellipse">
            <a:avLst/>
          </a:prstGeom>
          <a:solidFill>
            <a:srgbClr val="08A9C9"/>
          </a:solidFill>
          <a:ln w="12700">
            <a:solidFill>
              <a:srgbClr val="08A9C9"/>
            </a:solidFill>
            <a:prstDash val="solid"/>
          </a:ln>
        </p:spPr>
        <p:txBody>
          <a:bodyPr/>
          <a:lstStyle/>
          <a:p>
            <a:endParaRPr lang="en-US"/>
          </a:p>
        </p:txBody>
      </p:sp>
      <p:sp>
        <p:nvSpPr>
          <p:cNvPr id="10" name="Text 8"/>
          <p:cNvSpPr/>
          <p:nvPr/>
        </p:nvSpPr>
        <p:spPr>
          <a:xfrm>
            <a:off x="8138160" y="2002536"/>
            <a:ext cx="329184" cy="109728"/>
          </a:xfrm>
          <a:prstGeom prst="rect">
            <a:avLst/>
          </a:prstGeom>
          <a:noFill/>
          <a:ln/>
        </p:spPr>
        <p:txBody>
          <a:bodyPr wrap="square" lIns="0" tIns="0" rIns="0" bIns="0" rtlCol="0" anchor="ctr"/>
          <a:lstStyle/>
          <a:p>
            <a:pPr marL="0" indent="0" algn="ctr">
              <a:buNone/>
            </a:pPr>
            <a:r>
              <a:rPr sz="1300" b="1">
                <a:solidFill>
                  <a:srgbClr val="FFFFFF"/>
                </a:solidFill>
                <a:latin typeface="Aptos"/>
              </a:rPr>
              <a:t>i</a:t>
            </a:r>
            <a:endParaRPr lang="en-US" sz="1000"/>
          </a:p>
        </p:txBody>
      </p:sp>
      <p:sp>
        <p:nvSpPr>
          <p:cNvPr id="11" name="Text 9"/>
          <p:cNvSpPr/>
          <p:nvPr/>
        </p:nvSpPr>
        <p:spPr>
          <a:xfrm>
            <a:off x="8567928" y="1947672"/>
            <a:ext cx="2148840" cy="320040"/>
          </a:xfrm>
          <a:prstGeom prst="rect">
            <a:avLst/>
          </a:prstGeom>
          <a:noFill/>
          <a:ln/>
        </p:spPr>
        <p:txBody>
          <a:bodyPr wrap="square" lIns="0" tIns="0" rIns="0" bIns="0" rtlCol="0" anchor="ctr">
            <a:normAutofit/>
          </a:bodyPr>
          <a:lstStyle/>
          <a:p>
            <a:r>
              <a:rPr sz="1300" b="1">
                <a:solidFill>
                  <a:srgbClr val="1F2A37"/>
                </a:solidFill>
                <a:latin typeface="Aptos"/>
              </a:rPr>
              <a:t>Maintenance habit</a:t>
            </a:r>
          </a:p>
        </p:txBody>
      </p:sp>
      <p:sp>
        <p:nvSpPr>
          <p:cNvPr id="12" name="Text 10"/>
          <p:cNvSpPr/>
          <p:nvPr/>
        </p:nvSpPr>
        <p:spPr>
          <a:xfrm>
            <a:off x="8138160" y="2743200"/>
            <a:ext cx="2514600" cy="1051560"/>
          </a:xfrm>
          <a:prstGeom prst="rect">
            <a:avLst/>
          </a:prstGeom>
          <a:noFill/>
          <a:ln/>
        </p:spPr>
        <p:txBody>
          <a:bodyPr wrap="square" lIns="0" tIns="0" rIns="0" bIns="0" rtlCol="0" anchor="ctr">
            <a:normAutofit/>
          </a:bodyPr>
          <a:lstStyle/>
          <a:p>
            <a:r>
              <a:rPr sz="1250" b="0">
                <a:solidFill>
                  <a:srgbClr val="374151"/>
                </a:solidFill>
                <a:latin typeface="Aptos"/>
              </a:rPr>
              <a:t>The stable skill is knowing what to verify before trusting a configuration.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fade">
                                      <p:cBhvr>
                                        <p:cTn id="27" dur="500"/>
                                        <p:tgtEl>
                                          <p:spTgt spid="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500"/>
                                        <p:tgtEl>
                                          <p:spTgt spid="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500"/>
                                        <p:tgtEl>
                                          <p:spTgt spid="10"/>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fade">
                                      <p:cBhvr>
                                        <p:cTn id="41" dur="500"/>
                                        <p:tgtEl>
                                          <p:spTgt spid="11"/>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3">
    <p:bg>
      <p:bgPr>
        <a:solidFill>
          <a:srgbClr val="F3F6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137160"/>
          </a:xfrm>
          <a:prstGeom prst="rect">
            <a:avLst/>
          </a:prstGeom>
          <a:solidFill>
            <a:srgbClr val="08A9C9"/>
          </a:solidFill>
          <a:ln w="12700">
            <a:solidFill>
              <a:srgbClr val="08A9C9"/>
            </a:solidFill>
            <a:prstDash val="solid"/>
          </a:ln>
        </p:spPr>
        <p:txBody>
          <a:bodyPr/>
          <a:lstStyle/>
          <a:p>
            <a:endParaRPr lang="en-US"/>
          </a:p>
        </p:txBody>
      </p:sp>
      <p:sp>
        <p:nvSpPr>
          <p:cNvPr id="3" name="Shape 1"/>
          <p:cNvSpPr/>
          <p:nvPr/>
        </p:nvSpPr>
        <p:spPr>
          <a:xfrm>
            <a:off x="11640312" y="6382512"/>
            <a:ext cx="548640" cy="475488"/>
          </a:xfrm>
          <a:prstGeom prst="rtTriangle">
            <a:avLst/>
          </a:prstGeom>
          <a:solidFill>
            <a:srgbClr val="08A9C9"/>
          </a:solidFill>
          <a:ln w="12700">
            <a:solidFill>
              <a:srgbClr val="08A9C9"/>
            </a:solidFill>
            <a:prstDash val="solid"/>
          </a:ln>
        </p:spPr>
        <p:txBody>
          <a:bodyPr/>
          <a:lstStyle/>
          <a:p>
            <a:endParaRPr lang="en-US"/>
          </a:p>
        </p:txBody>
      </p:sp>
      <p:sp>
        <p:nvSpPr>
          <p:cNvPr id="4" name="Text 2"/>
          <p:cNvSpPr/>
          <p:nvPr/>
        </p:nvSpPr>
        <p:spPr>
          <a:xfrm>
            <a:off x="502920" y="6464808"/>
            <a:ext cx="5943600" cy="201168"/>
          </a:xfrm>
          <a:prstGeom prst="rect">
            <a:avLst/>
          </a:prstGeom>
          <a:noFill/>
          <a:ln/>
        </p:spPr>
        <p:txBody>
          <a:bodyPr wrap="square" lIns="0" tIns="0" rIns="0" bIns="0" rtlCol="0" anchor="ctr"/>
          <a:lstStyle/>
          <a:p>
            <a:r>
              <a:rPr sz="1300" b="0">
                <a:solidFill>
                  <a:srgbClr val="374151"/>
                </a:solidFill>
                <a:latin typeface="Aptos"/>
              </a:rPr>
              <a:t>Section 1 Review</a:t>
            </a:r>
          </a:p>
        </p:txBody>
      </p:sp>
      <p:sp>
        <p:nvSpPr>
          <p:cNvPr id="5" name="Text 3"/>
          <p:cNvSpPr/>
          <p:nvPr/>
        </p:nvSpPr>
        <p:spPr>
          <a:xfrm>
            <a:off x="502920" y="621792"/>
            <a:ext cx="8686800" cy="502920"/>
          </a:xfrm>
          <a:prstGeom prst="rect">
            <a:avLst/>
          </a:prstGeom>
          <a:noFill/>
          <a:ln/>
        </p:spPr>
        <p:txBody>
          <a:bodyPr wrap="square" lIns="0" tIns="0" rIns="0" bIns="0" rtlCol="0" anchor="ctr">
            <a:normAutofit/>
          </a:bodyPr>
          <a:lstStyle/>
          <a:p>
            <a:r>
              <a:rPr sz="2800" b="0">
                <a:solidFill>
                  <a:srgbClr val="08A9C9"/>
                </a:solidFill>
                <a:latin typeface="Aptos Display"/>
              </a:rPr>
              <a:t>Section 1 — Key Takeaways</a:t>
            </a:r>
          </a:p>
        </p:txBody>
      </p:sp>
      <p:sp>
        <p:nvSpPr>
          <p:cNvPr id="6" name="Text 4"/>
          <p:cNvSpPr/>
          <p:nvPr/>
        </p:nvSpPr>
        <p:spPr>
          <a:xfrm>
            <a:off x="502920" y="1298448"/>
            <a:ext cx="7772400" cy="347472"/>
          </a:xfrm>
          <a:prstGeom prst="rect">
            <a:avLst/>
          </a:prstGeom>
          <a:noFill/>
          <a:ln/>
        </p:spPr>
        <p:txBody>
          <a:bodyPr wrap="square" lIns="0" tIns="0" rIns="0" bIns="0" rtlCol="0" anchor="ctr">
            <a:normAutofit/>
          </a:bodyPr>
          <a:lstStyle/>
          <a:p>
            <a:r>
              <a:rPr sz="1400" b="0">
                <a:solidFill>
                  <a:srgbClr val="374151"/>
                </a:solidFill>
                <a:latin typeface="Aptos"/>
              </a:rPr>
              <a:t>Use these points to transition from course setup into the Microsoft Foundry platform foundations.</a:t>
            </a:r>
          </a:p>
        </p:txBody>
      </p:sp>
      <p:sp>
        <p:nvSpPr>
          <p:cNvPr id="7" name="Text 5"/>
          <p:cNvSpPr/>
          <p:nvPr/>
        </p:nvSpPr>
        <p:spPr>
          <a:xfrm>
            <a:off x="640080" y="1783080"/>
            <a:ext cx="6995160" cy="4160520"/>
          </a:xfrm>
          <a:prstGeom prst="rect">
            <a:avLst/>
          </a:prstGeom>
          <a:noFill/>
          <a:ln/>
        </p:spPr>
        <p:txBody>
          <a:bodyPr wrap="square" lIns="508" tIns="508" rIns="508" bIns="508" rtlCol="0" anchor="ctr">
            <a:normAutofit/>
          </a:bodyPr>
          <a:lstStyle/>
          <a:p>
            <a:pPr>
              <a:spcAft>
                <a:spcPts val="200"/>
              </a:spcAft>
            </a:pPr>
            <a:r>
              <a:rPr sz="2000" dirty="0">
                <a:solidFill>
                  <a:srgbClr val="374151"/>
                </a:solidFill>
                <a:latin typeface="Aptos"/>
              </a:rPr>
              <a:t>▸ Enterprise agents require platform controls around models, data, tools, identity, and operations.</a:t>
            </a:r>
          </a:p>
          <a:p>
            <a:pPr>
              <a:spcAft>
                <a:spcPts val="200"/>
              </a:spcAft>
            </a:pPr>
            <a:r>
              <a:rPr sz="2000" dirty="0">
                <a:solidFill>
                  <a:srgbClr val="374151"/>
                </a:solidFill>
                <a:latin typeface="Aptos"/>
              </a:rPr>
              <a:t>▸ This course is platform-focused: demos clarify concepts, while labs practice configuration and validation.</a:t>
            </a:r>
          </a:p>
          <a:p>
            <a:pPr>
              <a:spcAft>
                <a:spcPts val="200"/>
              </a:spcAft>
            </a:pPr>
            <a:r>
              <a:rPr sz="2000" dirty="0">
                <a:solidFill>
                  <a:srgbClr val="374151"/>
                </a:solidFill>
                <a:latin typeface="Aptos"/>
              </a:rPr>
              <a:t>▸ Microsoft Foundry is the default teaching surface; Classic appears only when migration context matters.</a:t>
            </a:r>
          </a:p>
          <a:p>
            <a:pPr>
              <a:spcAft>
                <a:spcPts val="200"/>
              </a:spcAft>
            </a:pPr>
            <a:r>
              <a:rPr sz="2000" dirty="0">
                <a:solidFill>
                  <a:srgbClr val="374151"/>
                </a:solidFill>
                <a:latin typeface="Aptos"/>
              </a:rPr>
              <a:t>▸ Preview status, region availability, quota, and cleanup must be checked before labs and production use.</a:t>
            </a:r>
          </a:p>
          <a:p>
            <a:pPr>
              <a:spcAft>
                <a:spcPts val="200"/>
              </a:spcAft>
            </a:pPr>
            <a:r>
              <a:rPr sz="2000" dirty="0">
                <a:solidFill>
                  <a:srgbClr val="374151"/>
                </a:solidFill>
                <a:latin typeface="Aptos"/>
              </a:rPr>
              <a:t>▸ Next: identify the Foundry pillars and understand how the current resource model is organized.</a:t>
            </a:r>
          </a:p>
        </p:txBody>
      </p:sp>
      <p:sp>
        <p:nvSpPr>
          <p:cNvPr id="8" name="Shape 6"/>
          <p:cNvSpPr/>
          <p:nvPr/>
        </p:nvSpPr>
        <p:spPr>
          <a:xfrm>
            <a:off x="7909560" y="1645920"/>
            <a:ext cx="2971800" cy="2331720"/>
          </a:xfrm>
          <a:prstGeom prst="roundRect">
            <a:avLst>
              <a:gd name="adj" fmla="val 3137"/>
            </a:avLst>
          </a:prstGeom>
          <a:solidFill>
            <a:srgbClr val="FFFFFF"/>
          </a:solidFill>
          <a:ln w="12700">
            <a:solidFill>
              <a:srgbClr val="B8C7D6"/>
            </a:solidFill>
            <a:prstDash val="solid"/>
          </a:ln>
        </p:spPr>
        <p:txBody>
          <a:bodyPr/>
          <a:lstStyle/>
          <a:p>
            <a:endParaRPr lang="en-US"/>
          </a:p>
        </p:txBody>
      </p:sp>
      <p:sp>
        <p:nvSpPr>
          <p:cNvPr id="9" name="Shape 7"/>
          <p:cNvSpPr/>
          <p:nvPr/>
        </p:nvSpPr>
        <p:spPr>
          <a:xfrm>
            <a:off x="8138160" y="1929384"/>
            <a:ext cx="329184" cy="329184"/>
          </a:xfrm>
          <a:prstGeom prst="ellipse">
            <a:avLst/>
          </a:prstGeom>
          <a:solidFill>
            <a:srgbClr val="08A9C9"/>
          </a:solidFill>
          <a:ln w="12700">
            <a:solidFill>
              <a:srgbClr val="08A9C9"/>
            </a:solidFill>
            <a:prstDash val="solid"/>
          </a:ln>
        </p:spPr>
        <p:txBody>
          <a:bodyPr/>
          <a:lstStyle/>
          <a:p>
            <a:endParaRPr lang="en-US"/>
          </a:p>
        </p:txBody>
      </p:sp>
      <p:sp>
        <p:nvSpPr>
          <p:cNvPr id="10" name="Text 8"/>
          <p:cNvSpPr/>
          <p:nvPr/>
        </p:nvSpPr>
        <p:spPr>
          <a:xfrm>
            <a:off x="8138160" y="2002536"/>
            <a:ext cx="329184" cy="109728"/>
          </a:xfrm>
          <a:prstGeom prst="rect">
            <a:avLst/>
          </a:prstGeom>
          <a:noFill/>
          <a:ln/>
        </p:spPr>
        <p:txBody>
          <a:bodyPr wrap="square" lIns="0" tIns="0" rIns="0" bIns="0" rtlCol="0" anchor="ctr"/>
          <a:lstStyle/>
          <a:p>
            <a:pPr marL="0" indent="0" algn="ctr">
              <a:buNone/>
            </a:pPr>
            <a:r>
              <a:rPr sz="1300" b="1">
                <a:solidFill>
                  <a:srgbClr val="FFFFFF"/>
                </a:solidFill>
                <a:latin typeface="Aptos"/>
              </a:rPr>
              <a:t>i</a:t>
            </a:r>
            <a:endParaRPr lang="en-US" sz="1000"/>
          </a:p>
        </p:txBody>
      </p:sp>
      <p:sp>
        <p:nvSpPr>
          <p:cNvPr id="11" name="Text 9"/>
          <p:cNvSpPr/>
          <p:nvPr/>
        </p:nvSpPr>
        <p:spPr>
          <a:xfrm>
            <a:off x="8567928" y="1947672"/>
            <a:ext cx="2148840" cy="320040"/>
          </a:xfrm>
          <a:prstGeom prst="rect">
            <a:avLst/>
          </a:prstGeom>
          <a:noFill/>
          <a:ln/>
        </p:spPr>
        <p:txBody>
          <a:bodyPr wrap="square" lIns="0" tIns="0" rIns="0" bIns="0" rtlCol="0" anchor="ctr">
            <a:normAutofit/>
          </a:bodyPr>
          <a:lstStyle/>
          <a:p>
            <a:r>
              <a:rPr sz="1300" b="1">
                <a:solidFill>
                  <a:srgbClr val="1F2A37"/>
                </a:solidFill>
                <a:latin typeface="Aptos"/>
              </a:rPr>
              <a:t>Knowledge check</a:t>
            </a:r>
          </a:p>
        </p:txBody>
      </p:sp>
      <p:sp>
        <p:nvSpPr>
          <p:cNvPr id="12" name="Text 10"/>
          <p:cNvSpPr/>
          <p:nvPr/>
        </p:nvSpPr>
        <p:spPr>
          <a:xfrm>
            <a:off x="8138160" y="2743200"/>
            <a:ext cx="2514600" cy="1051560"/>
          </a:xfrm>
          <a:prstGeom prst="rect">
            <a:avLst/>
          </a:prstGeom>
          <a:noFill/>
          <a:ln/>
        </p:spPr>
        <p:txBody>
          <a:bodyPr wrap="square" lIns="0" tIns="0" rIns="0" bIns="0" rtlCol="0" anchor="ctr">
            <a:normAutofit/>
          </a:bodyPr>
          <a:lstStyle/>
          <a:p>
            <a:r>
              <a:rPr sz="1600" b="0" dirty="0">
                <a:solidFill>
                  <a:srgbClr val="374151"/>
                </a:solidFill>
                <a:latin typeface="Aptos"/>
              </a:rPr>
              <a:t>If an agent can answer but cannot be monitored, evaluated, or governed, is it enterprise-ready?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fade">
                                      <p:cBhvr>
                                        <p:cTn id="27" dur="500"/>
                                        <p:tgtEl>
                                          <p:spTgt spid="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500"/>
                                        <p:tgtEl>
                                          <p:spTgt spid="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500"/>
                                        <p:tgtEl>
                                          <p:spTgt spid="10"/>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fade">
                                      <p:cBhvr>
                                        <p:cTn id="41" dur="500"/>
                                        <p:tgtEl>
                                          <p:spTgt spid="11"/>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Gaoler template">
  <a:themeElements>
    <a:clrScheme name="Custom 347">
      <a:dk1>
        <a:srgbClr val="3A3F50"/>
      </a:dk1>
      <a:lt1>
        <a:srgbClr val="FFFFFF"/>
      </a:lt1>
      <a:dk2>
        <a:srgbClr val="757B89"/>
      </a:dk2>
      <a:lt2>
        <a:srgbClr val="E9EAF2"/>
      </a:lt2>
      <a:accent1>
        <a:srgbClr val="00B5DD"/>
      </a:accent1>
      <a:accent2>
        <a:srgbClr val="007BB9"/>
      </a:accent2>
      <a:accent3>
        <a:srgbClr val="8C50FF"/>
      </a:accent3>
      <a:accent4>
        <a:srgbClr val="FF4D4D"/>
      </a:accent4>
      <a:accent5>
        <a:srgbClr val="F9CB07"/>
      </a:accent5>
      <a:accent6>
        <a:srgbClr val="A6CE28"/>
      </a:accent6>
      <a:hlink>
        <a:srgbClr val="007BB9"/>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7773</TotalTime>
  <Words>3842</Words>
  <Application>Microsoft Office PowerPoint</Application>
  <PresentationFormat>Widescreen</PresentationFormat>
  <Paragraphs>196</Paragraphs>
  <Slides>16</Slides>
  <Notes>16</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16</vt:i4>
      </vt:variant>
    </vt:vector>
  </HeadingPairs>
  <TitlesOfParts>
    <vt:vector size="26" baseType="lpstr">
      <vt:lpstr>Aptos</vt:lpstr>
      <vt:lpstr>Aptos Display</vt:lpstr>
      <vt:lpstr>Arial</vt:lpstr>
      <vt:lpstr>Barlow</vt:lpstr>
      <vt:lpstr>Barlow Light</vt:lpstr>
      <vt:lpstr>Calibri</vt:lpstr>
      <vt:lpstr>Raleway</vt:lpstr>
      <vt:lpstr>Raleway Thin</vt:lpstr>
      <vt:lpstr>Office Theme</vt:lpstr>
      <vt:lpstr>Gaoler template</vt:lpstr>
      <vt:lpstr>PowerPoint Presentation</vt:lpstr>
      <vt:lpstr>PowerPoint Presentation</vt:lpstr>
      <vt:lpstr>PowerPoint Presentation</vt:lpstr>
      <vt:lpstr>PowerPoint Presentation</vt:lpstr>
      <vt:lpstr>PowerPoint Presentation</vt:lpstr>
      <vt:lpstr>Welcome!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Trevoir Williams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AI-Powered Code Review: Find Bugs, Debt, and Security Risks</dc:title>
  <dc:subject>AI-Powered Code Review: Find Bugs, Debt, and Security Risks</dc:subject>
  <dc:creator>Trevoir Williams</dc:creator>
  <cp:lastModifiedBy>Trevoir Williams</cp:lastModifiedBy>
  <cp:revision>2</cp:revision>
  <dcterms:created xsi:type="dcterms:W3CDTF">2026-06-13T03:00:22Z</dcterms:created>
  <dcterms:modified xsi:type="dcterms:W3CDTF">2026-08-05T17:08:24Z</dcterms:modified>
</cp:coreProperties>
</file>